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9" r:id="rId3"/>
    <p:sldId id="287" r:id="rId4"/>
    <p:sldId id="313" r:id="rId5"/>
    <p:sldId id="286" r:id="rId6"/>
    <p:sldId id="314" r:id="rId7"/>
    <p:sldId id="1133" r:id="rId8"/>
    <p:sldId id="282" r:id="rId9"/>
    <p:sldId id="281" r:id="rId10"/>
    <p:sldId id="322" r:id="rId11"/>
    <p:sldId id="323" r:id="rId12"/>
    <p:sldId id="267" r:id="rId13"/>
    <p:sldId id="268" r:id="rId14"/>
    <p:sldId id="315" r:id="rId15"/>
    <p:sldId id="1136" r:id="rId16"/>
    <p:sldId id="325" r:id="rId17"/>
    <p:sldId id="280" r:id="rId18"/>
    <p:sldId id="321" r:id="rId19"/>
    <p:sldId id="279" r:id="rId20"/>
    <p:sldId id="1132" r:id="rId21"/>
    <p:sldId id="1137" r:id="rId22"/>
    <p:sldId id="326" r:id="rId23"/>
    <p:sldId id="1138" r:id="rId24"/>
    <p:sldId id="257" r:id="rId25"/>
    <p:sldId id="258" r:id="rId26"/>
    <p:sldId id="259" r:id="rId27"/>
    <p:sldId id="261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1:15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6350 8220 0,'88'0'203,"18"0"-187,18 0-1,-54 0 1,-35 0 0,1 0-1,-1 0 1,18 0 0,-18 0-1,0 0-15,124-18 31,-53 18-15,-18-18 0,-17 18-1,-54 0 1,1 0 0,0 0-1,52 0 1,36-17-1,0 17 1,-18 0 0,-70 0-16,-1 0 15,1 0 1,53 0 0,34 0-1,1 0 16,-35 0-15,-18 0 0,-36 0-1,1 0 110</inkml:trace>
  <inkml:trace contextRef="#ctx0" brushRef="#br0" timeOffset="2466.54">7743 9190 0,'18'0'78,"0"0"-47,-1 0 0,19 0-15,-19 0 0,107 0-1,-1 0 1,18-18 0,-35 18-1,-53-17 1,-35 17-1,-1 0 17</inkml:trace>
  <inkml:trace contextRef="#ctx0" brushRef="#br0" timeOffset="4383.18">16316 10283 0,'18'0'172,"-1"0"-156,89 0-1,35 0 1,71 0 0,17 0-1,18-17 1,-141 17 0,-71 0 15,-17 0 0</inkml:trace>
  <inkml:trace contextRef="#ctx0" brushRef="#br0" timeOffset="5174.55">18644 10213 0,'18'0'47,"17"0"-31,36 0-1,-18-18 1,-18 1 0,-17 17-1,-1 0-15,1 0 63</inkml:trace>
  <inkml:trace contextRef="#ctx0" brushRef="#br0" timeOffset="7742.46">7885 11377 0,'17'0'47,"107"0"-16,-54 0-15,142 0-1,17 0 1,53-18 0,36 18-1,-177 0-15,-35 0 16,123 0 0,-158 0-1,17 0-15,141 0 31,-105 0-15,-1 18 0,18-18-1,36 0 1,-19 0 0,1 18-1,-88-18 1,-54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1:41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14446 5592 0,'18'0'63,"17"0"-32,36 0 0,-18-18-15,176 18-1,88 0 1,-17 0 0,-53 0-1,-176 0-15,-36 0 16,-17 0 281,-1 0-141,89 0-140,106 0-1,-18 0 1,0 0-1,-71 0 1,-70 0 0,-35 0 265,17 0-250,1 0 0,-1 0-15,-18 0 0,1 0-1,0 0 17,-1 0-17,1 0 16,0 0 110</inkml:trace>
  <inkml:trace contextRef="#ctx0" brushRef="#br0" timeOffset="7016.26">23918 5539 0,'53'0'125,"476"0"-94,195 0 0,-178 0 0,-510 0-15</inkml:trace>
  <inkml:trace contextRef="#ctx0" brushRef="#br0" timeOffset="11756.27">22578 6597 0,'17'0'93,"19"0"-61,34 0-1,-34 18-16,34-18 1,-17 0 0,18 0-1,-1 0 1,-52 0 0,-1 0-16,1 0 31,0 0-31</inkml:trace>
  <inkml:trace contextRef="#ctx0" brushRef="#br0" timeOffset="14409.56">6491 12841 0,'18'0'47,"-18"-18"15,17-123-30,19-88-1,-36 176-16,17 0-15,1-17 16,-18-54 0,18 54-16,-1-36 15,19 71 1,-19-18 0,-17 17-1,0 19 1,18 17-1,-18-18 79,70-35-78</inkml:trace>
  <inkml:trace contextRef="#ctx0" brushRef="#br0" timeOffset="17674.23">21643 7514 0,'0'18'79,"0"17"-64,0-17 1,0-1-1,0 1 1,0 17 0,0 1-1,0-1 1,0 0 0,0 0 15,18-35-31,-18 18 15,35-18 282,35 0-281,1 0 0,-36 0-1,36 0 1,-54 0-1,19 0 1,-19 0 0,1 0-16,0 0 15,-1 0 1,1 0 0,35 0 15,0 0-16,17 0 1,1 0 0,17 0-1,0 0 1,-17 0 0,-1 0-1,-34 0 1,-19 0-1,19 0 1,-1 0 0,18 0-1,0 0 1,0 0 0,-36 0 15,18 0-16,-17 0 1,88 0 0,-53 0-16,0 18 15,0-18-15,-18 0 16,0 0-16,1 17 16,16-17-1,1 0 1,0 0-1,-35 0 1,0 0 0,-1 0-1,1 0 1,35 0 0,-18 0-1,-35-17 282,0-36-281,0 17-1,0-34 1,-18 35 0,18-1-1,0 19 1,0-1-1</inkml:trace>
  <inkml:trace contextRef="#ctx0" brushRef="#br0" timeOffset="22275.77">27323 7867 0,'17'0'156,"142"0"-125,282 0-15,-123-18 31,-266 18-32,-34 0 1,0 0 15,-1 0-15,89 0 0,18 0-1,-71 0-15,35 18 16,70-18-1,-69 0-15,-1 0 16,-53 18 0,0-18-1,-17 0 1313</inkml:trace>
  <inkml:trace contextRef="#ctx0" brushRef="#br0" timeOffset="23719.99">18732 8625 0,'18'0'78,"17"0"-47,-17-17-15,17 17-16,1 0 16,122-18-1,1 0 1,-18 1 0,-17-1-1,-71 18 1,-36 0-1</inkml:trace>
  <inkml:trace contextRef="#ctx0" brushRef="#br0" timeOffset="24539.62">23654 8678 0,'17'0'125,"54"0"-94,-18-17-15,-36 17 0,19 0-1,-36-18 1,17 18 0</inkml:trace>
  <inkml:trace contextRef="#ctx0" brushRef="#br0" timeOffset="31753.24">1658 9507 0,'18'0'47,"-18"-70"47,0-1-78,0 1-1,17-1 1,1 54-16,-18-1 16,0-70-1,18 35 1,-18 17-1,0 1 1,0 18 0,0-1-1,0-17 1,0 17 0,-18 53 171,0-17-156,-35 17 1,53-17-17,-17-1 16,-1-17-15,18 18 0,-17-18 15,17 18 141,17-18-141,1 0 0,-1-18-15,19 0 0,-36 1-1,17 17-15,-17-18 16,0 1-1,18 17 1,-18-18 0,18 18 77,-1 0-61,1 18-1,0-18-15,-1 35-1,1-35 1,-18 17-1,17 1 1,-17 17 0,18-35-1,-18 18 1,0 0 140,0-1-140,-18 1-1,1 0 32,-1-18-31,-17 0 0,0 0 15,17 0-31,0 0 15,1 0 79,-1-18-63,0 18-15,1 0 15,17-18-15,-18 18 31,18-17-32,-17 17 1,34 0 187,18 0-172,-17-18 1,0 18-17,-1 0-15,1 0 16,0 0 0,-1 0-1,1 0 48,17 0-32,-17 0 0,-1 0 0,1 0 1,0 0 140,-1 0 15</inkml:trace>
  <inkml:trace contextRef="#ctx0" brushRef="#br0" timeOffset="44539.45">20108 9737 0,'18'0'62,"0"0"-46,-1 0-16,19 0 16,69 0-1,36 0 1,1 0 0,-19 0-1,-88 0 1,36 0-1,-53 0 17,-1 0 30,18 0-31</inkml:trace>
  <inkml:trace contextRef="#ctx0" brushRef="#br0" timeOffset="45259.41">24218 9913 0,'18'0'172,"123"0"-156,-70-18-1,-1 18-15,36-17 31,-71 17-15</inkml:trace>
  <inkml:trace contextRef="#ctx0" brushRef="#br0" timeOffset="46873.14">16316 10460 0,'71'0'125,"34"0"-110,89-35 16,-88 35-15,-35 0 0,-18 0-1,-36 0 1,1 0 0,0 0-1,-1 0 16,-17-18-15,18 18 0</inkml:trace>
  <inkml:trace contextRef="#ctx0" brushRef="#br0" timeOffset="60208.28">25135 11465 0,'36'0'109,"122"0"-93,142 18-1,-141-18 1,-53 18 0,-71-18 15</inkml:trace>
  <inkml:trace contextRef="#ctx0" brushRef="#br0" timeOffset="61156.47">29598 11624 0,'18'0'93,"158"0"-61,-88 0-1,-52 0 0</inkml:trace>
  <inkml:trace contextRef="#ctx0" brushRef="#br0" timeOffset="62406.38">17374 12224 0,'18'0'94,"0"0"-78,17 0-1,0 0 1,36-18 0,-18 18-1,-18 0 1,0 0-1,-17 0 79</inkml:trace>
  <inkml:trace contextRef="#ctx0" brushRef="#br0" timeOffset="64809.44">20443 11942 0,'0'17'94,"0"36"-79,0 0-15,0 0 16,0 35 0,-17-35-16,-1 35 15,18 0 1,0-17 0,-17 0-1,17-19 1,0-16-1,-18 17 1,18-18 0,0 0-1,-18-35 48,18 18-48,-17-18 1,-1-71 0,0 18-1,-35-17 1,18-1 0,18 36-1,34 35 79,18 53-63,-17-35-31,17-1 31,-17-17 16,17-17-31,1-36 0,34-18-1,-35 53-15,-17-17 16,0 35-16,-1-18 15,19-17 1</inkml:trace>
  <inkml:trace contextRef="#ctx0" brushRef="#br0" timeOffset="68673.4">17268 15099 0,'18'0'62,"88"0"-31,0 0-15,35 0 0,18 0-1,-1 0 1,-52 0 0,-53 0-1,-35 0 1,-1 0-1</inkml:trace>
  <inkml:trace contextRef="#ctx0" brushRef="#br0" timeOffset="75206.13">24448 15293 0,'105'-18'78,"213"-35"-63,-18 0 1,-89 18 0,-52 18-1,-141 17 16</inkml:trace>
  <inkml:trace contextRef="#ctx0" brushRef="#br0" timeOffset="83145.84">18627 16863 0,'17'0'125,"19"0"-109,387 0-1,88 0 1,36 0 0,-176 35-1,-195-35 1,-158 0 0</inkml:trace>
  <inkml:trace contextRef="#ctx0" brushRef="#br0" timeOffset="84240.16">21872 16828 0,'36'0'141,"69"0"-126,266 0 16,-301 0-31,-17 0 16,-18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19:08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12065 7497 0,'35'0'110,"89"0"-95,-36 0-15,35 0 16,142 0 0,-142 0-16,-34 0 15,122 0 1,-122 0 0,-37 17-1,1-17 16,-35 0-15,0 0 0,-1 0 15,1 0 31</inkml:trace>
  <inkml:trace contextRef="#ctx0" brushRef="#br0" timeOffset="2776.02">19967 8378 0,'35'0'109,"54"-17"-93,-19 17-1,107-18 1,17 1 0,-18 17-1,-88 0 1,-70 0-1</inkml:trace>
  <inkml:trace contextRef="#ctx0" brushRef="#br0" timeOffset="7175.94">22013 9613 0,'18'0'62,"105"0"-31,142-17 1,-230-1-1</inkml:trace>
  <inkml:trace contextRef="#ctx0" brushRef="#br0" timeOffset="26464.71">19826 11483 0</inkml:trace>
  <inkml:trace contextRef="#ctx0" brushRef="#br0" timeOffset="29384.22">19808 11483 0,'18'0'297,"0"0"-266,-1 0-15,1 0 46,0 0-15,-1 0 16,1 0-32,17 0 0,0 0 1,-17 0-17,0 0 1,17 0-1,-17 0 1,-1 0 0,1 0-16,0 0 15,-1 0 1,19 0 0,-19 0-1,1 0 126,17 0-1,-35-18-124,35 18 0,1 0-1,-19 0-15,19 0 32,-1-17-17,-18 17 1,1 0-1,0 0 1,17 0 0,0 0-1,-17 0 1,0-18 0,17 18-1,-17 0 16,52-18-15,-35 18-16,1 0 16,-1 0-16,18 0 15,-18 0 1,-17-17 0,17 17-1,-17 0 1,17-18-1,-17 18 1,-1 0 0,1 0-1,-1 0 1,1 0 0,0 0-16,-1 0 15,1 0-15,17 0 31,1 0-15,-19 0 0,1 0-1,-1 0 1,1 0 0,0 0-1</inkml:trace>
  <inkml:trace contextRef="#ctx0" brushRef="#br0" timeOffset="39799.74">20302 13317 0,'18'0'140,"0"0"-124,-1 0-16,54-17 31,-1-1-15,1 18 0,-18 0-1,17-18 1,-34 18-1,-19 0 1,19 0 0,-19-17-1,1 17 1,0 0-16,-1 0 31,1 0 0,-1 0-15,19 0 0,-19 0-1,19 0 1,-19 0 31</inkml:trace>
  <inkml:trace contextRef="#ctx0" brushRef="#br0" timeOffset="41308.93">21696 13317 0,'17'0'141,"1"0"-125,0 0-1,-1 0 48,1 0 15,0 0-16</inkml:trace>
  <inkml:trace contextRef="#ctx0" brushRef="#br0" timeOffset="42092.06">20073 13882 0,'18'0'31,"17"0"-15,0 0-1,1-18 1,-1 1 0,-18 17-1,-17-18 1,18 18 0,0 0-1</inkml:trace>
  <inkml:trace contextRef="#ctx0" brushRef="#br0" timeOffset="43007.84">21960 13811 0,'18'0'110,"0"0"-95,17 0 1,-17-17 0,35-1-1,-18 0 16,18 18-15,0-17 0,35-1-1,0 0 1,0-17 0,0 35-1,-52-18 1,-19 1-16</inkml:trace>
  <inkml:trace contextRef="#ctx0" brushRef="#br0" timeOffset="55182">11007 14482 0,'17'0'94,"36"0"-63,18 0 0,-18 0-15,0 0 0,17 0-1,1 0 1,17 0 0,-18 0-1,-17 0 1,-17 0-1,17 0 1,-36 0-16,36 0 16,-35 0-16,35 0 15,0 0 1,-36 0 0,1 0 15,0 0 78,87 0-78,-34 17 1,-36-17-17</inkml:trace>
  <inkml:trace contextRef="#ctx0" brushRef="#br0" timeOffset="65935.02">9137 15169 0,'18'0'125,"123"-17"-110,176-18 1,107-1 0,-195 1-16,18-18 15,229-18 1,-423 71 0</inkml:trace>
  <inkml:trace contextRef="#ctx0" brushRef="#br0" timeOffset="69375.97">21819 9137 0,'18'0'79,"0"0"-33,-1-18 1,19-17-15,-1 0-1,-18 17-31,-17 0 31,18 1-15,0 17-1,-1-18-15,1-17 32,17 17-17,-17 18 1,0 0 46,-18-17-46,17 17 0,1-18 46,-1 18-31,-34 0 110,-36 18-125,18-1-1,-1 1 1,-87 17-1,70-17 1,18-1 0,-1-17-1,54 0 173,70 0-157,-52-17-15,16-1-1,1 18 1,0-17 0,-35-1-1,35 0 1,-36 18-16,1 0 15,17-17 1,-35-1 0,0 53 93,0-17-93,0 35-1,0-36 1,0 1-16,0 0 16,0-1 15,0 1 31,-17-18 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23:41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8326 7990 0,'35'0'171,"88"0"-155,-52 0-16,-1 0 16,142 0-1,-106 0-15,35 0 16,-70 0 0,-54 0-1,-34-17 548,17-1-532,-18 18-15,0 0 77,-70-35-61,70 35-1,36 0 344,53 35-360,-1 0 1,-17-35 0,-35 18-1,-1 0 1,-17-1 156,-17-17-141,-1 18-15,1-18-1,-1 18 1,0-1 0,-17 1 62,0 0-63,17-18 1,0 17 0</inkml:trace>
  <inkml:trace contextRef="#ctx0" brushRef="#br0" timeOffset="3518.63">8520 8908 0,'88'0'156,"141"0"-140,-88 0 0,0 17-16,124-17 31,-177 0-31,-35 0 15,0 0 1,-71 0 422,-88-35-423,71 0 16,-35-18-15,-1 18 0,36 17-16,17 18 15,-17 0 1,17 0 0,36 0 140,0 0-125,17 18-15,0-18-16,18 17 15,18 1 1,-19 17 0,-34-35-1,-18 18 1,-18 35 203,-17-18-204,18 0 1,17-17 203,0 17-204,0-17 1,0-1-1,0 1 17,0 0 171,-36 17-188,19-35 17,17 18-17,-18-18 1,0 0 0,1 0 374,17-36-374,0 1-1,0 0 1,0-1 0,0 19-1,0-1-15,17-17 16,-17 0 0,0 17-1,18-17 16,-18-1-15,18 19 0,-18-1-1,0 1 1,17 17 93</inkml:trace>
  <inkml:trace contextRef="#ctx0" brushRef="#br0" timeOffset="8738.71">8749 10566 0,'-18'0'15,"1"0"1,87-71 109,54 18-109,17-35-1,18 17 1,-107 36 0,1 0-1,-17 17 16,-19 1-15,1-1 0,0 18-1,-36 0 329,-70 0-328,52 0-1,1 0 1,53-18 218,35 1-218,-18 17 0,-17 0-1,-18 35 266,0 0-265,-18-17 0,18 17-16,0-17 15,0-1-15,0 1 16,-18-18-16</inkml:trace>
  <inkml:trace contextRef="#ctx0" brushRef="#br0" timeOffset="16302.48">8079 11377 0,'17'0'204,"265"-70"-173,-193 52-16,69-17 1,-122 17 0,-19 18-1,-17-18 17,18 1-17,17-1 1,1 0-1,-19 1 1,18-1 0,-17 0-16,0 1 15,17-1 1,-35 1 46,-18 17 392,-52 0-439,-18 0 1,35 0 15,17 0-31,1 0 16,17 0-1,1 0 1,70 0 109,88-18-109,-53 0-16,-35 18 15,106-17 16,-124 17-15,-35 70 78,0-52-79,-18 35 1,1-18 0,17-17 31</inkml:trace>
  <inkml:trace contextRef="#ctx0" brushRef="#br0" timeOffset="20725.03">14728 10037 0,'0'17'94,"-52"18"-78,-1 1-1,17-19 1,1 1 0,17 0-1,1-1 16,-36 19-15,18-1 0,-18-18-1,17 19 1,19-19 0,-1-17-1,1 0 188,17-35-171,0-35-1,17 34-16,-17 19 1,18 17 140,-18 17-124,0 36-17,0-35 1,0 35-16,0-36 31,0 1 16,53-18 703,-36 0-734,1 0-1,-18-18 1,18 18 46,-18-17 485,0-1-531,-36-17-1,36 17 1</inkml:trace>
  <inkml:trace contextRef="#ctx0" brushRef="#br0" timeOffset="29658.12">8273 12771 0,'0'-18'78,"247"-88"-47,35 0 0,-194 71 0,-70 17-15,17 1 0,0-19-1,-17 19 1,17-1 0,0-17-1,1 17 1,-1 1-1,-17-1-15,-1 0 16,36 1 0,0-19-1,-18 1 1,1 17 0,-19 1 15,19-1-16,-1 1 1,-70 17 218,-18 0-202,-53 0-17,71 0 1,-1 0 0,36-18 124,53 0-109,-18 1-15,-17 17 0,0 0-1,-1 0 1,1 17 0,0 1-1,-18 0 1,17-1-1,-17 1 1,0-1 0,18-17-16,-18 18 31,0 0-15,0-1 155,0 1-155,0 17 0,0-17-1</inkml:trace>
  <inkml:trace contextRef="#ctx0" brushRef="#br0" timeOffset="34671.58">6773 14393 0,'0'0'0,"71"-17"31,35 17-15,-36 0-16,54-18 15,-18-17 1,-36 17-1,-17-17 1,18 17 0,-1-17-1,1 0 1,52-36 0,-35 36-1,-17 0 16,0-1-15,-1 1 0,-35 0-16,18-1 15,35 1 1,-35-18 0,0 18-1,18 0 1,17-1-1,35-17 1,-17-17 0,-17 52-1,-19-17 1,-35 17-16,-17 18 16,0-17 15,-1 17-31,19-18 15,16-17 1,-34 35 0,0-18-1,-1 18 1,36-35 0,0 0-1,35 17 1,-17-17-1,35-1 1,-71 36-16,0-17 16,1 17-1,-107 0 376,36 0-375,0 0-1,-1 0 1,19 0 15,-1 0 94,-35 0-94,0 0 1,36 0-1,-1 0 0,0 0 0,18 17 47,18-17 110,123-17-157,-18-18 0,-70 35-15,-17 0 0,-19 0 62,-17 70 16,-17-17-79,-1-18 16,18-17-15,-18 17 0,18-17-1,0-1-15</inkml:trace>
  <inkml:trace contextRef="#ctx0" brushRef="#br0" timeOffset="50327.84">23918 10125 0,'-35'35'109,"0"0"-93,17-35-16,-35 36 15,18-1 1,17 0-16,-17-35 16,35 18-1,-18-18-15,1 17 31,-1 1-15,0 0 0,18-1-1,-17 1 1,-1 0 0,-35-1-1,18 19 1,-18-1-1,35-18 1,1-17 281,17-52-266,17 34-31,1-53 31,0 36-15,-1 0 0,-17 17-1,18 0 1,0 18 78,-18 36-47,-18 17-16,18-18-16,-35 0 1,35-17-16,0 0 16,-18 17-1,18-18 79,0 1-78,18-36 187,35 1-188,0-1 1,-18 1 0,-18-1-16,1 18 15</inkml:trace>
  <inkml:trace contextRef="#ctx0" brushRef="#br0" timeOffset="53951.74">8978 14852 0,'35'-18'140,"54"-17"-124,-1 17 0,0 18-1,0-35 1,-35 35 0,18-18-1,-1 1 1,1-1-1,-36 1 1,-17 17 0,17 0-1,-17-18-15,17 18 16,-17-18 0,-18 1 171,17 17-171,-52-18 31,-71 0-16,53 18-16,-17-17 1,17 17 0,17 0-1,19 0 1,52-18 46,141 18-30,-34 0-1,-90 0 0,-52 18-31,36-1 31,-36 1-15,0 17-16,0-17 16,-18 35-1,0-53 1,18 17 0</inkml:trace>
  <inkml:trace contextRef="#ctx0" brushRef="#br0" timeOffset="56944.2">9296 16863 0,'0'0'0,"106"0"16,-36 0-1,-17 0 1,0-18 0,-35 1-1,34 17-15,37-53 16,-54 35 15,18 0-15,0-17-1,-18 35 1,-17-18 0,17 18-1,-35-17 1,18 17-1,-1-18 1,19 0 0,-36 1 156,-159-54-141,106 71-16,0-17-15,0 17 16,18 0 0,17-18-1,0 18 48,1 0-32,17 18-15,35-18 62,18 17-63,0-17 1,35 0 0,-35 36-1,-18-36 1,-35 17 0,18-17 30,-18 18-30,18-18 0,-1 17-1,1-17 1,-18 18 109,0 17-109,-18-17-1,1 53 16,17-54-15,0 1 0,-18 0 15,18-1-15,0 1-1,-18-1 1,18 1-1,0 0 1,0-36 218,0 0-218,0-17 0,0 18-1,0-19 1,0 19 0,0-1 30,0-17-30,0 17 0,0 0 15,0 1-15,-17-19-1,17 19 1,0-1-1,0 1 1,0-1 62,0 0-47,0 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26:08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9895 5186 0,'-17'0'109</inkml:trace>
  <inkml:trace contextRef="#ctx0" brushRef="#br0" timeOffset="1849.44">8731 5186 0,'18'0'109,"511"-18"-78,106-52 0,-423 52-15,-106 0 0,-36 1-1,-17-1 1,-18 18 0,18 0-1,-17 0 1,-19-18-1,36 18 1,-18 0-16,1-17 16,-19 17-1,19 0 1,-36-18 93,17 18 110,248 18-188,-36-18 1,-194 0-17,18 0 1</inkml:trace>
  <inkml:trace contextRef="#ctx0" brushRef="#br0" timeOffset="2811.97">6844 5062 0,'18'0'31,"140"0"0,72 0-15,52-17 0,0 17-1,-141 0-15,-53 0 16,18 0-16,-35 0 16,-18 0-16,17 0 15,-17 0 1,-35 0-1</inkml:trace>
  <inkml:trace contextRef="#ctx0" brushRef="#br0" timeOffset="5133.06">14746 5133 0,'35'0'110,"54"0"-95,105 0 1,-18 0 0,-105-18-16,17 18 15,-53 0 1,-17 0-1,35 0 1,52 0 0,19 0-1,35 0 1,-54 0 0,-16 0-1,122 0 16,-158 0-15,71 18 0,-18 0-16,52-18 15,-52 0 1,-35 0 0,-54 0-1,1 0 220</inkml:trace>
  <inkml:trace contextRef="#ctx0" brushRef="#br0" timeOffset="24863.87">4798 5151 0,'0'17'94,"17"-17"-48,1 0-30,0 0 0,140 0-1,19-35 1,-1 0 0,-35 17-1,-88 0 1,-35 1-1,17 17 32,36 17-31,-18 19 0,0-19-1,-36 1 1,1-18-1,-18 18 1,17-1 0,19 1-1,-19-1 1,1 1 0,-18 0-1,0-1 1,18-17-1,-18 18 79,0 0-63,0-54 126,-36 1-142,36 17 1,0 1 0,-17-18-1,17 17 16,0 0-15,-18 1 0,18-1 77,18 53 48,-1-17-125,-17 17-16,0 0 15,18 1 1,-18-19 0,18 1-1,-18 0 79,-36-18-63,1-18 0,17 18-15,1 0 0,-1-18 15,1 18-15,-1 0 15,0 0 0,18-17 94,0-36-78,53 18-31,-53 17-16,18 0 15,-1 18-15,-17-35 16,18 35-16,-18 18 125,-35 17-110,17 0 1</inkml:trace>
  <inkml:trace contextRef="#ctx0" brushRef="#br0" timeOffset="32182.71">12259 5080 0,'-71'0'156,"-34"0"-125,87 18-31,-17-18 31,17 17-15,0-17 15,1 36-15,-36-1 0,35-18-1,1-17-15,17 18 16,-18-18-1,18 35 1,-18-17 15,1 17-15,-1-17 0,0 0 15,18-1-16,0 1 32,-17-18 141,17-18-48,0-35-124,0 18 0,0 17-1,0-17 1,0 17 15,17 18 313,1 0-313,0 0 32,-18 18-32,0 0 0,17-1 0,19 19-15,-36-19 0,17 1 62,-17 0 62,-17-18-124,-1 0 0,0 0 15,1 0 47,17-18 0,-18 18-31,18-18 16</inkml:trace>
  <inkml:trace contextRef="#ctx0" brushRef="#br0" timeOffset="51783.01">9119 6068 0,'0'17'94,"0"54"-79,71 176 1,-36-88 0,0-1-1,-17-34 1,0-18 0,-1-53-1,1 0 32,0-36-31,-18 1-16,0-1 15,17 19 1,-17-19 0,-17-17 109</inkml:trace>
  <inkml:trace contextRef="#ctx0" brushRef="#br0" timeOffset="52428.75">8802 7161 0,'0'-17'62,"106"-124"-46,17-36 0,1 36-1,-19 18 1,-52 52-1,-35 36 1,0 17 0,-18 1-16,17 17 15,-17-18-15,0 0 16,18-17 0,17 0 30,-17 17-30</inkml:trace>
  <inkml:trace contextRef="#ctx0" brushRef="#br0" timeOffset="58412.93">10901 5944 0,'35'0'203,"141"-106"-172,-123 106-15,-53-17 31,18 17 250,17 0-282,18 0 1,-35 0 0,17 0-1,-17 17 1,-1-17-1,-105 18 126,18-18-125,-1 18-1,1-1 1,34-17 0,1 0-1,-18 18 1,0-18-1,18 18-15,0-18 16,17 0-16,0 0 16,1 0-1,34 0 173,89 0-173,0 0-15,0-18 16,-53 18 0,-36 0 62,1 0-63,0 0 1,17 0 0,-17 0 187,17-18-172,-17 18 63,-54 0-79,-34 0 1,-1 0 0,18 0-1,18 0 1,17 0 0,54 0 109,52 0-110,-35-17 1,-18-1-1</inkml:trace>
  <inkml:trace contextRef="#ctx0" brushRef="#br0" timeOffset="65943.14">13106 6703 0,'17'0'187</inkml:trace>
  <inkml:trace contextRef="#ctx0" brushRef="#br0" timeOffset="71212.3">13106 6562 0,'17'17'140,"19"107"-124,-1-1 0,35 18-1,-52-88-15,0-17 16,17 34 0,-35-52-1,18-1 32,-18 1-31,17 17-1,-17 1 1,0-19 0</inkml:trace>
  <inkml:trace contextRef="#ctx0" brushRef="#br0" timeOffset="72299.78">13176 7302 0,'0'-35'78,"18"-18"-62,52-53 0,-17 18-1,0 0 1,-17 53-1,-36 0 1,17 35 0,-17-18-16,0 0 62</inkml:trace>
  <inkml:trace contextRef="#ctx0" brushRef="#br0" timeOffset="82772.73">8943 9507 0,'18'0'109,"158"-17"-93,124 17-1,17 0 1,-105 0 0,-124 0-1,-70 0 1,35 0 46,70 0-46,124 0 0,-53 17-1,53 1 1,-53-18 0,-123 18-1,-54-18 1,1 0 62,194 17-47,299 54 0,-158-18-15,-36-18 0,-193-17-1,-89-18 1</inkml:trace>
  <inkml:trace contextRef="#ctx0" brushRef="#br0" timeOffset="117813.17">10954 12982 0,'35'-17'94,"230"-1"-63,-89 18-15,-70 0 0,-36 0-1,-52 0 1,0-18 0,17 18-1,-17 0-15,17 0 16,0-17-16,0 17 15,89 0 1,-89 0 0,36 0-1,-36 0 1,0 0 0,-17 0-1,0 0 1,-18-18 15,35 18 94,282-18-94,1 18 1,-248 0-17,-52 0 48,123 0-32,0 0 0,18 18-15,-88 0-1,-54-18 1,1 0 62,17 0-62,0-18 15,18 18-15,-35-18-1,17 18 1,-17 0 0,-1 0-1,19 0 1,-36-17-1,17 17 1,54 0 109,-18 0-109,88 0-1,35 17 1,-70 1 0,-53-18-1,-35 0-15,17 0 63,53 0-48,-17 0 1,-36 0 0,0 18-1,18-18 16,-17 0-15,-19 17 0,36-17 281,88-35-266,-106 35-16,-17 0 1,-71-18 250,18 1-251,-18-1-15,-18 0 16,54 18 0,17 36 93,53-1-78,-36-35-15,1 0-16,0 18 15,-1-18-15,1 0 16,-18 17 0,35-17-1,-35 18 1,18 0 0,-1-1 15,-17 1 0,0 0 16,0-1-31,-17-17-1,-1 18 1,1-1-1</inkml:trace>
  <inkml:trace contextRef="#ctx0" brushRef="#br0" timeOffset="120443.84">11289 13476 0,'0'0'0,"53"0"15,0 0 1,0 0-1,-18 0 1,0 0 0,-17 0-1,-1 0 1,19 0 62,-1 0-62,71-18-1,-18 1 1,0 17 0,-70 0-1,0 0 16,17 0-15,-18 0 0,19 0-1,-19 0-15,1 0 16,88 17 0,0 1 15,-106 17 63,0-17-79,-18 17 1,0-17-1,1-18-15,17 18 16,-18 17 0,0 0-1,1 0 1,-36 1 0,0-19-1,18 1 1,-18 0 15,-18-18-15,54 17-1,-1 1-15,-17-18 32,17 18-17,0-18 16,1 17-15,-1-17 0,1 0-1,-19 0 1,-34 0 0,-1 0-1,1 0 1,17 0 15,35 0-15,-17 0-16,-36 0 15,18 0 1,0 0 0,36 0-1,-1 0 48,-17 0-32,-18 0 0,-18 0 0,54 0 173</inkml:trace>
  <inkml:trace contextRef="#ctx0" brushRef="#br0" timeOffset="122584.29">11007 11642 0</inkml:trace>
  <inkml:trace contextRef="#ctx0" brushRef="#br0" timeOffset="122786.23">11024 11642 0</inkml:trace>
  <inkml:trace contextRef="#ctx0" brushRef="#br0" timeOffset="130588.13">10795 14164 0,'-35'0'46,"-1"0"-30,1 18 15,0-18 1,17 0-1,1 0 0,-1 0-15,0 0-16,18 17 15,-35-17 1,17 0 0,1 0-1,-1 0 1,-17 0-1,17 0 1,1 18 0,-1-18-1,0 0 1,1 0 0,-19 0-1,1 0 16,0 0-15,17 0-16,1 0 16,-1 0-1,-17 0 1,-1 0 0,1 0-1,0 0 1,17 0-1,1 0 1,-1 0 0,0 0-1,1 0-15,-1 0 16,0 0-16,-17 0 16,-71-18-1,71 1 1,0 17-1,-106-18 1,88 0 0,17 1-1,1 17 1,-18 0 0,18 0-1,0-18 1,-1 18-1,19 0 1,-1 0 93,-105 0-77,17 0-1,-35 18-15,70-18-16,18 0 15,18 0-15,0 0 16,17 0-1,0 0 1,1 0 0,-1 0-1,-70 0 1,17 0 0,1 0-1,-1 0 32,54 0-31,-1 0 15,0 0-15,1 0-16,-1 0 15,-53 0 1,54 0-1,-1 0 32,1 0-31,-19 0 0,1 17-1,0-17 16,-1 0-15,19 0-16,17 18 16,-18-18-1,1 0 1,-1 0 0,-17 18-1,-18-18 1,35 17-1,0-17 1,1 0 0,-1 0-1,-35 0 1,0 18 0,36-18-16,-1 0 15,0 0 1,1 0-16,-1 0 47,0 0-32,1 0 1,-1 0 0,1 0-1,-1 0 95,-17 0-95,-18 0 1,17 0 15,19 0-15,-19 0-1,19 0 1,-1 0 0,-17 0-1,17 0 1,1 0-1,-19 0 1,1 0 0,17 0-1,1 0 1,-1 0 15,-17 0 0,17 0 16,1 0-31,-1 0 0,-70 0-1,53-18 1,-18 18-1,35 0 1,0 0 0,1 0 62,-1 0-47,0 0 0,-17 0-15,18 0 125,17-17 124,17 17-46,1-18-188,35-17 0,-36 17 1,1 18-17,0-18 17,-1 18-17,1-17 1,-18-1 15,18 18-15,-54 18 124,-17 17-124,36-35 0,17 18-1,-18-18 32,0 17 0,1 1-16,17 0 0,17-1 235,1 1-235,0-18-15,-1 18 0,1-1-1,0-17 16,-1 18-15,1-18 0,0 18-1,17-1 1,-53-34 343,18-19-343,0 1 0,0 17-1,0 1 1,-17-1-1,17 0 1,0 1 0,0-1-1,0 0 17,0 1-1,0-1-31,0 36 187,0 17-155,0 0-1,0-17-16,-18-18 64,0 0-64</inkml:trace>
  <inkml:trace contextRef="#ctx0" brushRef="#br0" timeOffset="137035.79">7655 15857 0,'36'-53'47,"16"18"-16,1-18-15,-35 53-1,53-70 16,-36 34-15,-17 19-16,-1-1 16,18-35-1,1 18 1,-1 0 0,0-1-1,-17 19 1,0-1-1,-1-17 1,1 17 0,-1 1-1,1-1 1,-18 0 0,0 1-1,18 17 16,-18-18 1,17 18-17,-17-18 1,18 1 0,0-1-1,-18 0 16,-18 18 48,-35 0-64,-53 0 32,106 18-31,-17-18-1,52 0 126,71-18-125,-71 1-1,-17-1 16,-18 36 16,0-1-31,0 1-16,0 0 16,0 17-16,0-17 15,0 17 1,0-17-1,0-1 1,17-17 218</inkml:trace>
  <inkml:trace contextRef="#ctx0" brushRef="#br0" timeOffset="151082.6">6456 10566 0,'-53'0'125,"18"0"-109,35 53 140,0 105-125,0-87 0,0-36-15,0-17 0,0-1-1,0 1 1,0 35 0,0-35-16,0 17 15,0-17 1,0 17-1,0-18 1,0 19 0,0-19-1,17 1 157,1-18-156,0 0-16,34 0 15,-16 18 1,-19-18 0</inkml:trace>
  <inkml:trace contextRef="#ctx0" brushRef="#br0" timeOffset="154523.94">6914 14005 0,'-17'0'172,"-71"0"-156,35 0-16,0 0 15,0 0 1,35 0 0,1 0 62,-1 0-63,-53 0 1,-17 0 0,35 18-1,36-18 1,-1 0 15,-35 18-15,35-18-1,-17 0 1,35 17 125,0 1-126,0 17 1,0-17 0,0 17-1,0-17 1,0-1-1,0 1 1,0 0 0,0-1-1,0 19 1,-17 16 0,-1-52-1,18 36-15,0-19 31,0 1 16,70-18 110,54 0-142,176 0 16,-159-18-15,-106 18 0</inkml:trace>
  <inkml:trace contextRef="#ctx0" brushRef="#br0" timeOffset="158347.99">6615 14658 0,'0'-18'78,"-18"18"-62,-17-17-1,-18 17 1,35 0 47,-17 0-48,17 0 16,1 0-15,-1 0 31,0 0-16,18 17 47,0 19-62,0-1 0,0 18-1,0 0 16,0 17-15,0-52-16,0-1 16,-17 72-1,-1-1 1,0-35 0,1 0-1,17-36 1,0 1-1,0 0 1,0-1 0,0 1 77,35-18-77,159 35 0,18-17-1,-1 17 1,-140-17 0,-53-18-1,-1 0 141</inkml:trace>
  <inkml:trace contextRef="#ctx0" brushRef="#br0" timeOffset="173051.93">17410 9596 0,'247'0'266,"-124"0"-250,71 0-1,-70 0 1,-72 0 0,-16 0 93,87 0-93,-70 0-1,159 0 16,-54 17-15,-122-17 0,-1 0-1,18 0 1,35 0 0,0 0-1,-17 0 1,-18 0-1,-36 0 1,1 0-16,17 0 31,1 0-15,17 0 0,0 0-1,35 0 16,0 0-15,-18 0 0,-34 0-1,-19 0 1,1 0 0,17 0-1,36 0 1,-18 0-16,0 0 15,105 0 1,-69 0 0,-1 0-1,-18 0 1,19 0 0,-54 0-1,-18 0 16,1 0-15,17 0 109,301 18-109,-142-1-1,0 1 1,-71 0 0,-35-1-1,-70-17 1,0 0-1,-1 0-15,1 0 16,17 0 0,0 0-1,-17 0 1</inkml:trace>
  <inkml:trace contextRef="#ctx0" brushRef="#br0" timeOffset="186269.8">8555 13635 0,'17'53'156,"19"35"-140,-19-53-16,19 36 15,-19-36 1,1 18 0,17-18-1,1 18 1,-1 0-1,0 18 1,-17-18 0,-1-36-1,1-17 1,-18 36-16,18-19 16,17 18-1,-35-17 1,35 17-1,18 54 1,-35-54 0,-1-35-1</inkml:trace>
  <inkml:trace contextRef="#ctx0" brushRef="#br0" timeOffset="186972.25">8572 14552 0,'0'0'16,"0"-35"62,53-36-63,36-35 1,16 1 0,37-19-1,34-35 16,-105 89-31,-1 17 16,-17-35-16,0 17 16,-18 36-16,-17 17 15,-18 1 1</inkml:trace>
  <inkml:trace contextRef="#ctx0" brushRef="#br0" timeOffset="210659.54">6668 15434 0,'0'18'78,"105"-18"-47,-69 0-15,-1 0-16,0 0 16,18 17-16,18-17 15,17 0 1,71 0-1,52 0 1,36 0 0,-35 0-1,-71 0 1,-35-17 0,0 17-1,-18 0 16,-35 0-31,0 0 16,0-18-16,-1 18 16,213-35-1,-53 35 1,-18 0 0,-71-18-1,-35 0 1,18 1-1,0-1 1,-35 18 0,-18-17-1,-36 17 1,-17-18 0,35 18 46,18 0-46,0 0-1,-35 0 1,0 0 0,17 0-1,-17 0 1,-1 0-1,1 0 17,-1 0-17,-17-18-15,53 18 16,-35 0 0,17 0-1,159-17 32,-105 17-31,-19 0-1,-35 0 1,-17 0 140,35 0-125,-18 0-31,-17-18 16,17 18 0,-53-18 312,-17 1-313,0-1 1,17 18 0,54 18 281,34 17-266,-35-35 0,-35 35 47,-35 1-47,-35 87 16,17-52-15</inkml:trace>
  <inkml:trace contextRef="#ctx0" brushRef="#br0" timeOffset="-206279.91">10883 15663 0,'18'0'78,"35"0"-62,-18 0-16,-17 0 15,87-17 1,1 17 0,-17 0-1,34 0 16,53 0-15,-34 0 0,-19 0-1,53 0 1,71 35 0,-35-17-1,0-1 1,-107-17-16,-16 0 15,175 0 1,-87 0 0,-19 0-1,-17 0 1,1 0 0,-1-17-1,17 17 16,19 0-15,-18-18 0,-54 0-1,-52 1 1,-35 17-16,0-18 31,-18 0 16,-89 18 172,-16-17-204,16 17 1,37-35 0,-1 17-1,35 18 1,18-18 31,-18 36 47,18 0-79,0-1 1,18 18-1,17-35 1,1 0-16</inkml:trace>
  <inkml:trace contextRef="#ctx0" brushRef="#br0" timeOffset="-205349.79">14517 15646 0,'0'17'63,"-35"54"-47,-1-53-1,1 52 1,-18-17-1,35-18 1,18-17 0,-17-18-1</inkml:trace>
  <inkml:trace contextRef="#ctx0" brushRef="#br0" timeOffset="-191263.79">14358 15558 0,'-18'0'110,"1"0"30,-1 0-77,1 0-48,-1 0 17,0 0-17,1 0 1,34 0 234,36 0-219,-18 17-31,-17 1 16,53-18-1,-18 35 1,-1-35 0,-16 18-1,-19-1 1,19-17-1,-36 18 1,17-18-16,1 0 31,-18 18-15,18-18 0,-1 0-1,-17 17 16,18-17-15,-18 18 0,17-18-1,19 18 1,-36-1 171,-18-17-171,0 18 0,1-1-1,-18 1 17,17 0-17,0-1 1,1 1-1,-1 0 1,0-18 0,1 17-1,-19 1 1,19 0 0,-1-18-1,1 17 16,-1-17-15,0 18 15,1-18-15,-1 0 250,-35 35-251,35-35-15,-34 18 16,34-1-1,0-17 142,1 0-142,17-17 32,0-36-31,0 18-16,0-1 15,0-52 1,0 0 0,0 53-1,0-1 1,0 19 0,0-1-1,0 0 1,0 1 15,17 17 16,1 0 0,-18-18 0,18 1-16,-1-1 0,1 18 32,17 88-48,0-17 1,-17-18 0,-18-1-1,0 1 1,0 0-1,35-123 95,-17 70-79,0 0 16,-18-53 47,0 18-94</inkml:trace>
  <inkml:trace contextRef="#ctx0" brushRef="#br0" timeOffset="-177896.8">14834 12823 0,'18'0'172,"0"0"-78,-18 18-63,52-18 0,-52 18-31,18-18 16,0 0 0,-18 17-1</inkml:trace>
  <inkml:trace contextRef="#ctx0" brushRef="#br0" timeOffset="-175895.73">14764 12682 0,'35'18'109,"0"17"-93,-17-35 0,17 18-1,-17 17 1,-1-17 46,19-1-30,-36 1-32,17 0 31,-17-1 125,0 19-140,0-19-16,-35 1 15,17 17 1,1-17 0,-1 0-1,1-18 16,17 17-15,0 1 0,-18-18-1,18 17 1,-18-17-16,1 0 16,-1 18-1,0 0 32,18-1-31,-17-17 31,17 18-32,-18-18 1,18 18 15,-18-18 94,18-71-78,0 18-31,0 36-1,0-54 16,18 36-15,-18 17 0,0 0-1,0 1 17,0-1-1,0 0-16,0 1-15,18-18 32,-18-1-17,0 19-15,0-1 32,17 18 46,-17 53-47,18 0-15,-18 35-1,0-53 1,0-17-1</inkml:trace>
  <inkml:trace contextRef="#ctx0" brushRef="#br0" timeOffset="-133568.89">22278 7126 0,'0'88'78,"-53"-17"-62,18 35-1,-36 17 1,-17 18-1,35-35 1,18-18 0,0 1-1,-1-1 1,1 0 0,17-70-16,18-1 15,0 1 1,0-1-1,-17 1 1,-1-18 140,0-53-140,18-35 0,0 0-1,0 17 16,0 18-15,0 36 0,0-1-1,18 89 126,0-1-125,-1 36-1,1-53 16,0-35-15,-1-18 93,1-36-93,0 19-16,-1-1 16,1 0-1,-1 1 1,1 17 0,0 0-1</inkml:trace>
  <inkml:trace contextRef="#ctx0" brushRef="#br0" timeOffset="-126598.27">19773 12277 0,'0'88'156,"0"-18"-124,0-34-17,0-19 1,-17 1 15,17 0-15,-18-1-1,18 1 1,0 0 0,-18-1-1,18 1 1,-17-1 0,17 1-1,-18 17 16,0-17 1,18 0-17,-17 17 1,17-17 0,0-1-1,-18-17 1,18 35-1,0-17 1,0 0-16,-18 17 31,18-17-15,0-54 375,0 19-376,0-1 1,0 0 46,0 1-46,-17 17 0,17-18-1,0 1 16,0-19-15,0 19 0,0-1-1,0 0 1,0 1 0,0-1-1,0 0 1,-18 18-1,36 18 845,-18 35-829,0-35-15,0-1-1,17 1 1,-17 17 31,0-17-16,0-1-15,0 1 187,0 0-188,0-1 17,0 1-17,18-18 48,0 0 202,123-53-233,-106 35-17,0 1-15,1-1 16,-1 1-16,-17-1 31</inkml:trace>
  <inkml:trace contextRef="#ctx0" brushRef="#br0" timeOffset="-113113.59">21890 15152 0,'-18'0'172,"18"-18"-156,0 1-16,0-19 15,0 1 16,18 0-15,-18 17 0,18-17-1,-18 17 1,0 0 0,0-17-1,17 18 16,-52 17 204,0 17-220,17 1 1,0-18 0,36 0 156,17 17-141,-17-17-16,17 0 1,-35 18 0,18-18 124</inkml:trace>
  <inkml:trace contextRef="#ctx0" brushRef="#br0" timeOffset="-103988.75">19861 14164 0,'18'-18'109,"17"-35"-93,1 1-1,16-19 1,-34 36-16,0 17 16,-1-17-16,-17 17 15,0 1-15,18 17 16,-18-18-16,18 0 15,-18 1-15,0-1 16,17-17 0,-17 17-1,0 0 1,18 1 0,-18-1-1,18 18 16,-36 0 204,-17 18-220,17-1 1,0 1-16,-17 0 16,17-1-1,1-17 79,52-17 15,0-1-93,1-17 0,-1 35-1,-35-18 1,18 18 62,-1 0 31,-17 18-77,36 52-17,-36-17 1,17-17 0,1-1-1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749" max="3091" units="cm"/>
          <inkml:channel name="Y" type="integer" min="-1085" max="1664" units="cm"/>
          <inkml:channel name="T" type="integer" max="2.14748E9" units="dev"/>
        </inkml:traceFormat>
        <inkml:channelProperties>
          <inkml:channelProperty channel="X" name="resolution" value="121.13564" units="1/cm"/>
          <inkml:channelProperty channel="Y" name="resolution" value="130.28436" units="1/cm"/>
          <inkml:channelProperty channel="T" name="resolution" value="1" units="1/dev"/>
        </inkml:channelProperties>
      </inkml:inkSource>
      <inkml:timestamp xml:id="ts0" timeString="2025-11-12T13:32:33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11307 6985 0,'105'0'47,"19"18"-31,423-18-1,-53 0 1,17-36 0,-123 19-1,-123-1 1,-195 18 15</inkml:trace>
  <inkml:trace contextRef="#ctx0" brushRef="#br0" timeOffset="930.93">19914 6862 0,'36'0'62,"211"17"-31,158-17-15,54 0 0,-53 0-1,-107 0 1,-105 0 0,-123 18-1,-18-18 1,-35 0-1</inkml:trace>
  <inkml:trace contextRef="#ctx0" brushRef="#br0" timeOffset="13451.83">18344 7902 0,'212'18'78,"88"0"-63,-159-18-15,53 0 16,-123 0 0,-54 0-1</inkml:trace>
  <inkml:trace contextRef="#ctx0" brushRef="#br0" timeOffset="16299.94">18327 9013 0,'35'0'94,"353"0"-47,-35 18-32,0-18 16,-212-18-15,-18 18 0,-35-17-1,1 17 1,-1 0 0,-18-18-1,-17 18 1,-17 0-1,17 0 1,17 0 0,-17 0-16,0 0 15,106 0 1,-71 0 0,0 0-1,-35 0 16,35 0-15,36 0 0,-1 0-1,-17 0 1,53 0 0,-36 18-1,1-18 1,-54 17-16,1-17 15,176 0 1,-71 18 0,-17 0-1,70-1 1,0 1 0,-35-18-1,-52 0 16,16 0-15,-69 0 0,16 0-1,19 0 1,-71-18-16,0 18 16,123-17-1,-70-1 1,0 18-1,0-18 1,35 18 0,-35-17-1,-18 17 1,-18 0 0,1 0-1,-36 0 16,18 0-15,-18 0 0,-35-18-1</inkml:trace>
  <inkml:trace contextRef="#ctx0" brushRef="#br0" timeOffset="17379.43">5768 10107 0,'123'0'78,"18"0"-62,36 0-1,-54 0 1,-87 0-1</inkml:trace>
  <inkml:trace contextRef="#ctx0" brushRef="#br0" timeOffset="18232.24">9384 10954 0,'35'0'78,"230"-18"-62,52-17-1,-140 0 1,-89 17 0,-71 18 109</inkml:trace>
  <inkml:trace contextRef="#ctx0" brushRef="#br0" timeOffset="20827.8">19861 10936 0,'18'0'125,"123"0"-110,-35 0-15,17 0 16,71 0 0,-88 0-16,71 18 15,-1-18 1,-70 0 0,0 0-1,-18 0 1,0 0-1,-17 0 1,17 0 0,0 17-1,18-17 1,-53 18 0,0-18-16,106 0 15,-107 0 1,90 0-1,-1 0 1,-53 0 0,0 0-1,18 0 1,-18 0 0,18 0-1,0 0 1,17 0-1,-52 0 1,-1 0 0,36 0-1,-35 0-15,35 0 16,176 0 0,-106 0-1,106-18 32,-158 18-31,-18 0-1,0 0 1,-1-35 0,1 35-1,-53 0-15,0 0 16,18-18-16,17 18 15,-18 0-15,142 0 16,-18 0 0,-71 0-1,1-17 1,-1 17 0,36 0-1,-71-18 1,1 18 15,-19 0-15,18-17-1,53-1 1,-17 0 0,-89 18-16,18-17 15,0 17 1,-35 0-1,17 0 1,18 0 0,35 0-1,-17 0 1,-1 0 0,-35 0-1,1 0-15,52 0 16,0 0 15,-17 0-31,-1 0 16,142 0-1,-106 0 1,17 0 0,-17 0-1,35 0 1,-35 0-1,-18 0 1,-17 0 0,-18-18-1,35 18 1,0 0 0,-53 0-16,1 0 15,-19-18-15,54 18 31,-36 0-15,18 0 0,17-17-1,19 17 1,-1 0 0,0 0-1,-17 0 1,-1-18-1,1 18 1,-18 0-16,-36 0 16,19 0-16,-1 0 15,18 0 1,-36 0 0</inkml:trace>
  <inkml:trace contextRef="#ctx0" brushRef="#br0" timeOffset="45957.52">12806 12083 0,'17'0'62,"1"0"-46,0 0 0,-1 0-1,1 0 1,35 0 0,-18 0-1,18-18-15,124 0 16,-107 18 15,-35 0-15,-17 0-1,0 0 204,17 0-203,18 0-1,0 0 1,17 0 0,18 0-1,-70 0-15,17 0 16,-17 0-1,0 0-15,-1 0 16</inkml:trace>
  <inkml:trace contextRef="#ctx0" brushRef="#br0" timeOffset="49033.06">11289 13141 0,'18'0'94,"599"0"-63,230 0 0,-477 0-15,-88 0 0,-88 0-1,-70-18 1,-36 18 0,-35 0-1,-36 0 1,213-17 124,70 17-124,35 0 0,-18 0-1,-105 0 1,-124 0 0,-53 0-1,1 0 1,-1 0-16,0 0 15,89-18 1,-36 0 0,-18 18-1,-17 0 1,0 0 0,-17 0-1,-1 0 1,0 0 15,-17 0-15,35 0-1,35 0 1,-71 0-16</inkml:trace>
  <inkml:trace contextRef="#ctx0" brushRef="#br0" timeOffset="50092.21">21872 13053 0,'0'0'0,"106"0"16,-88 0 0</inkml:trace>
  <inkml:trace contextRef="#ctx0" brushRef="#br0" timeOffset="51635">7338 13811 0,'17'0'46,"72"0"-30,-1 0 0,18 0-1,-36 0 1,-35 0 0,-17 0-1</inkml:trace>
  <inkml:trace contextRef="#ctx0" brushRef="#br0" timeOffset="52816.18">13176 14058 0,'194'-35'78,"18"0"-62,35 35-1,176 0 1,-193 0-16,52 0 16,88 0-1,-141 0 16,-193 0-15</inkml:trace>
  <inkml:trace contextRef="#ctx0" brushRef="#br0" timeOffset="55875.8">16104 11606 0,'18'0'110,"264"-70"-79,-176 52-31,0 1 15,70-19 1,-35 19 0,-105 17-1,-54-18 126</inkml:trace>
  <inkml:trace contextRef="#ctx0" brushRef="#br0" timeOffset="56700.63">16228 11501 0,'35'-53'156,"18"17"-140,-35 19-1</inkml:trace>
  <inkml:trace contextRef="#ctx0" brushRef="#br0" timeOffset="57050.02">16263 11501 0,'0'17'62,"18"-17"-30,-1 0-17,-17 18 1,18-1-16,17 1 31</inkml:trace>
  <inkml:trace contextRef="#ctx0" brushRef="#br0" timeOffset="74860.22">12118 14905 0,'88'0'109,"265"0"-78,-36 0 0,-299 0 1,17 0 327,89 0-343,299 35-1,0-17 1,54-18 0,34 17-1,-299 1-15,-18-18 16,-53 0-16,-17 18 15,52-18 1,-141 0 0,-17 0-1,-1 0 17,89 0-17,159 17 16,17 1-15,-158-18-16,17 0 16,70 0-1,-70 0 1,-52 0-16,-1 0 16,123 0-1,-52 0 1,-18 0-1,71 0 1,-18 0 0,0 0-1,18 0 1,-18 0 0,-53 0-1,35 0 16,18 0-15,-123 0-16,17 0 16,88 0-1,-70 0 1,-70 0 0,34 0-1,36 0 1,0 0-1,-18-18 1,-17 18 0,-19 0-1,1 0 1,0 0 0,0 0-16,0 0 15,18-17 1,123 17-1,0-18 1,-36 18 0,-34-18-1,35 18 1,17 0 0,89 0-1,-18 0 1,-18 0-1,-17 0 1,-107 0-16,-16 0 16,-1 0-16,18 0 15,211 0 1,-158 0 0,-36 0-1,107 18 32,-160-18-31,-17 0-1</inkml:trace>
  <inkml:trace contextRef="#ctx0" brushRef="#br0" timeOffset="75954.78">25912 15011 0,'70'17'125,"36"-17"-109,-53 0-16,0 0 16,17 0-1,1 0 1,-18 0 0,-18 0-1,36 0 32,-18 0-31,-18 0-1,-18 0 1,1 0 0</inkml:trace>
  <inkml:trace contextRef="#ctx0" brushRef="#br0" timeOffset="77563.98">5627 15822 0,'0'18'93,"35"-18"-77,71 0 0,-36 0-1,1 0 1,17 0 0,36 0-1,34 0 1,-69-18-1,16 18 1,-16 0-16,-1 0 16,18 0-16,105 0 15,-17 0 1,-17 0 0,-89 0-1,-53 0 1</inkml:trace>
  <inkml:trace contextRef="#ctx0" brushRef="#br0" timeOffset="83183.09">2575 15469 0,'18'0'47,"17"-17"-32,36-19-15,17 1 16,229-88 0,-70 70-1,-17 17 1,-36-16 0,-71-1-1,-35 17 1,-35 19 15,-35-1-15,17 0-1,-17 1-15,17 17 16,-17-18-16,-1-17 16,72 17-1,-72 1 1,19-1-1,-1 0 1,-18 1 0,1 17-1,-53 0 767,-71 0-767,-88 0 16,88 0-15,88 0 0,1 0 62,70 0 62,0 0-124,0 0-16,17 0 16,195 0-1,-107 0 1,-105 0 0,-35 0-1,-18 17 313,-88 71-296,-36 1-1,19-54-16,69 18 1,1-35 0,35-1-1,-18 18 32,-17-17-31,35 17-16,0-17 31,-18-18 110,36-53-94,35-70-32,0 52 1,-35 18-1,-1 18 1,-17 17 0,0 1-1,0-1 48,-17 106 156,-1-70-188,0-54 47,-17-16-62,17 16-1,1 19 1,-1 17-1,-35-18 1,-17 18 0,-1 0-1,53 0-15,1 0 16,-1 0 0,-17 18 124,-18-1-124,18 1-1,35 17 126,35 18-125,0-35-1,-17-18 32,88 0-31,35 0-1,0 0 1,-71 0 0,-87 0 62,-1 0-63,53-18 64,1 0-48,-89 18 109,0 0-124,-35 0 0,17 0-1,1 0 1,70-17 62,-18 17 31,-211 0-77,140 0-17,1 0 1,71 0 0,158 0 30,-18 0-30,-70 0 0,-53-18 15,-35 18 0,-18 0 0,141 0 32,0 0-32,-70 0-15,0 0 78</inkml:trace>
  <inkml:trace contextRef="#ctx0" brushRef="#br0" timeOffset="99938.9">2469 13723 0,'36'0'62,"281"-88"-30,1 17-1,-36 18 0,-88 0 0,-194 36 63,88-18 47,124-18-126,-106 17 1,-106 19 109,-36-1-109,-122-35-1,69 18 1,-16 0 0,16 17-1,125 18 126,17 0-126,17 0 1,18 0 0,18 35-1,-35-17 1,-54-18 0,-17 35 109,-17 53-110,-36 1 1,0-19-1,18-35 1,35-17 0,0 0 234,-18 17-219,0 0 0,18-17 0</inkml:trace>
  <inkml:trace contextRef="#ctx0" brushRef="#br0" timeOffset="101107.06">3581 13194 0,'17'0'31,"1"18"32,0-18-48,17 17 1,0-17 0,0 18-1,54-1 1,-54 1 0,-17 0-1,-1-18 1,1 0 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7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1190 5264 0 0,'0'0'14202'0'0,"2"0"-13973"0"0,0 0 0 0 0,0 1 0 0 0,0-1 0 0 0,0 0 0 0 0,0 0 0 0 0,0 0 0 0 0,0-1 1 0 0,0 1-1 0 0,3-1 0 0 0,2-6 82 0 0,1-1 0 0 0,-1 1 0 0 0,-1-1 0 0 0,1 0 0 0 0,7-14 0 0 0,-3 6 61 0 0,0 1 0 0 0,16-17-1 0 0,9-11 234 0 0,-18 20-377 0 0,35-54 320 0 0,11-16-807 0 0,-21 32 1406 0 0,118-182-1000 0 0,-137 208-80 0 0,-10 16-25 0 0,-1-1 0 0 0,-1 1 0 0 0,9-23-1 0 0,24-46 54 0 0,-37 71-68 0 0,2 1 0 0 0,0 0 0 0 0,1 0 0 0 0,16-17 0 0 0,15-23 26 0 0,-38 50-44 0 0,0 1 0 0 0,1 0 0 0 0,0 1-1 0 0,0-1 1 0 0,10-6 0 0 0,0-1 2 0 0,11-12 14 0 0,11-8 14 0 0,-2 4-39 0 0,-17 17 21 0 0,-17 11 82 0 0,7-4 181 0 0,-3 3-256 0 0,-5 1 36 0 0,0 1 12 0 0,-7 9-48 0 0,-5-1-179 0 0,5 0 138 0 0,5 0-3 0 0,2-7-64 0 0,-12 26-4908 0 0,11-17-3511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1109 2760 0 0,'0'0'3193'0'0,"-12"10"8119"0"0,22-25-10788 0 0,2 0-1 0 0,-1 1 1 0 0,16-14 0 0 0,-2 1 27 0 0,15-14 39 0 0,-22 23-232 0 0,0-1 0 0 0,30-43 0 0 0,33-43 602 0 0,-38 46-509 0 0,13-22 41 0 0,-21 28-211 0 0,-21 31-129 0 0,22-41 0 0 0,21-42 126 0 0,-26 50-206 0 0,7-7 2 0 0,-20 32-2 0 0,25-52 0 0 0,-38 68-40 0 0,1 0 0 0 0,1 0 0 0 0,0 1 0 0 0,1-1 0 0 0,1 2 0 0 0,0-1 0 0 0,15-15 0 0 0,-14 15-32 0 0,-9 12 0 0 0,1-1 0 0 0,-1 0 0 0 0,0 0 0 0 0,0 1 0 0 0,1-1 0 0 0,-1 0 0 0 0,0 1 0 0 0,1 0 0 0 0,0-1 0 0 0,-1 1 0 0 0,1 0 0 0 0,2-1 0 0 0,-2-2 11 0 0,-2 4 81 0 0,3-3-2464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02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1 603 1376 0 0,'0'0'13848'0'0,"1"-3"-13336"0"0,4-16 44 0 0,-2 9-23 0 0,0-1 0 0 0,2-18 0 0 0,0-17 915 0 0,0 4-393 0 0,-2 0-1 0 0,-2-45 1 0 0,-3 13-166 0 0,2 40-389 0 0,-5-37-1 0 0,3 60-412 0 0,-1-12 126 0 0,-1-32 1 0 0,-1 13-1400 0 0,18 38-12285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1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3568 0 0,'0'0'165'0'0,"-18"17"2032"0"0,9-15-1489 0 0,8-2-576 0 0,0 0 0 0 0,0 0 0 0 0,0 0 0 0 0,0 0 0 0 0,-1 0 1 0 0,1 0-1 0 0,0 0 0 0 0,0 0 0 0 0,0 1 0 0 0,0-1 0 0 0,0 0 0 0 0,1 1 0 0 0,-1-1 0 0 0,0 1 0 0 0,0-1 0 0 0,0 1 0 0 0,0-1 0 0 0,0 1 0 0 0,0 0 1 0 0,-1 2 5404 0 0,1 19-5061 0 0,-1-17-444 0 0,1 0 0 0 0,-1 0 1 0 0,1 0-1 0 0,1 0 0 0 0,-1 1 1 0 0,0 6-1 0 0,1-8-13 0 0,0-2 9 0 0,4-13-3400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5:0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2304 0 0,'0'0'224'0'0,"-13"0"-224"0"0,5-5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8DC8F-AF75-4556-8DF5-4C55FD00B975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41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12/02/2026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NULL"/><Relationship Id="rId3" Type="http://schemas.openxmlformats.org/officeDocument/2006/relationships/image" Target="../media/image27.png"/><Relationship Id="rId7" Type="http://schemas.openxmlformats.org/officeDocument/2006/relationships/image" Target="NULL"/><Relationship Id="rId12" Type="http://schemas.openxmlformats.org/officeDocument/2006/relationships/customXml" Target="../ink/ink10.xml"/><Relationship Id="rId17" Type="http://schemas.openxmlformats.org/officeDocument/2006/relationships/image" Target="../media/image31.jpeg"/><Relationship Id="rId2" Type="http://schemas.openxmlformats.org/officeDocument/2006/relationships/image" Target="../media/image24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NULL"/><Relationship Id="rId5" Type="http://schemas.openxmlformats.org/officeDocument/2006/relationships/image" Target="../media/image29.jpeg"/><Relationship Id="rId15" Type="http://schemas.openxmlformats.org/officeDocument/2006/relationships/image" Target="NULL"/><Relationship Id="rId10" Type="http://schemas.openxmlformats.org/officeDocument/2006/relationships/customXml" Target="../ink/ink9.xml"/><Relationship Id="rId4" Type="http://schemas.openxmlformats.org/officeDocument/2006/relationships/image" Target="../media/image28.png"/><Relationship Id="rId9" Type="http://schemas.openxmlformats.org/officeDocument/2006/relationships/image" Target="NULL"/><Relationship Id="rId14" Type="http://schemas.openxmlformats.org/officeDocument/2006/relationships/customXml" Target="../ink/ink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yber-security-encryption-security-2537786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104212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hosting.com/blog/en/transport-layer-security-tls-works/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versity.org/wiki/Internet_Protocol_Analysis/Network_Monitoring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Up to now, only considered Direct Coupling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Introduces a degree of rigidity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/>
              <a:t>Space uncoupling</a:t>
            </a:r>
            <a:r>
              <a:rPr lang="en-IE" i="1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BC7F20-6CC0-2B4E-D0BB-5613DAEED509}"/>
                  </a:ext>
                </a:extLst>
              </p14:cNvPr>
              <p14:cNvContentPartPr/>
              <p14:nvPr/>
            </p14:nvContentPartPr>
            <p14:xfrm>
              <a:off x="2286000" y="2940120"/>
              <a:ext cx="4521600" cy="116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BC7F20-6CC0-2B4E-D0BB-5613DAEED5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6640" y="2930760"/>
                <a:ext cx="4540320" cy="11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43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9A25E3-8B4D-8497-6D97-A40D08B8F0E3}"/>
                  </a:ext>
                </a:extLst>
              </p14:cNvPr>
              <p14:cNvContentPartPr/>
              <p14:nvPr/>
            </p14:nvContentPartPr>
            <p14:xfrm>
              <a:off x="571680" y="1994040"/>
              <a:ext cx="10198440" cy="4089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9A25E3-8B4D-8497-6D97-A40D08B8F0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320" y="1984680"/>
                <a:ext cx="10217160" cy="41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00EF-31C5-447A-986C-3CCCBFD1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9FAF-D54E-4943-B875-3B7D6178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526" y="1304030"/>
            <a:ext cx="10515600" cy="4351338"/>
          </a:xfrm>
        </p:spPr>
        <p:txBody>
          <a:bodyPr/>
          <a:lstStyle/>
          <a:p>
            <a:r>
              <a:rPr lang="en-GB" dirty="0"/>
              <a:t>In MQTT, the word topic refers to the string that the broker uses to filter messages for each connected client.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Note that each topic must contain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at least 1 character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and that the topic string permits empty spaces.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Topics are case-sensitive.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Topic Wildcards:</a:t>
            </a:r>
            <a:endParaRPr lang="en-IE" b="1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endParaRPr lang="en-GB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2A0CD-4E4A-4A34-85FA-E5558C55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92" y="2108703"/>
            <a:ext cx="5495925" cy="1323975"/>
          </a:xfrm>
          <a:prstGeom prst="rect">
            <a:avLst/>
          </a:prstGeom>
        </p:spPr>
      </p:pic>
      <p:pic>
        <p:nvPicPr>
          <p:cNvPr id="1026" name="Picture 2" descr="topic wildcard plus">
            <a:extLst>
              <a:ext uri="{FF2B5EF4-FFF2-40B4-BE49-F238E27FC236}">
                <a16:creationId xmlns:a16="http://schemas.microsoft.com/office/drawing/2014/main" id="{34676E86-2404-4CB7-81BF-51A3385F4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26" y="5285132"/>
            <a:ext cx="60960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ic wildcard hash">
            <a:extLst>
              <a:ext uri="{FF2B5EF4-FFF2-40B4-BE49-F238E27FC236}">
                <a16:creationId xmlns:a16="http://schemas.microsoft.com/office/drawing/2014/main" id="{37A8FB8B-2CBF-482D-A5EE-28F06767D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64" y="5264819"/>
            <a:ext cx="6096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11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</a:p>
          <a:p>
            <a:pPr lvl="1"/>
            <a:r>
              <a:rPr lang="en-IE" dirty="0">
                <a:cs typeface="Calibri"/>
              </a:rPr>
              <a:t>Max size: </a:t>
            </a:r>
          </a:p>
          <a:p>
            <a:pPr lvl="2"/>
            <a:r>
              <a:rPr lang="en-IE" dirty="0">
                <a:cs typeface="Calibri"/>
              </a:rPr>
              <a:t>Theoretical 256MB for MQTT 5.0</a:t>
            </a:r>
          </a:p>
          <a:p>
            <a:pPr lvl="2"/>
            <a:r>
              <a:rPr lang="en-IE" dirty="0">
                <a:cs typeface="Calibri"/>
              </a:rPr>
              <a:t>Configured at broker: </a:t>
            </a:r>
          </a:p>
          <a:p>
            <a:pPr lvl="3"/>
            <a:r>
              <a:rPr lang="en-IE" b="1" dirty="0" err="1"/>
              <a:t>Mosquitto</a:t>
            </a:r>
            <a:r>
              <a:rPr lang="en-IE" dirty="0"/>
              <a:t>: </a:t>
            </a:r>
            <a:r>
              <a:rPr lang="en-GB" dirty="0"/>
              <a:t>Default maximum is 1 MB</a:t>
            </a:r>
            <a:endParaRPr lang="en-IE" dirty="0">
              <a:cs typeface="Calibri"/>
            </a:endParaRPr>
          </a:p>
          <a:p>
            <a:pPr lvl="3"/>
            <a:r>
              <a:rPr lang="en-GB" b="1" dirty="0"/>
              <a:t>AWS IoT</a:t>
            </a:r>
            <a:r>
              <a:rPr lang="en-GB" dirty="0"/>
              <a:t>: Limits MQTT messages to 128 KB</a:t>
            </a:r>
            <a:r>
              <a:rPr lang="en-IE" dirty="0">
                <a:cs typeface="Calibri"/>
              </a:rPr>
              <a:t> </a:t>
            </a: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</a:t>
            </a:r>
            <a:br>
              <a:rPr lang="en-IE" dirty="0"/>
            </a:br>
            <a:r>
              <a:rPr lang="en-GB" dirty="0"/>
              <a:t>The message is delivered at most once, without any acknowledgment from the receiver. This means the message is sent, and no retries are attempted if it’s lost in transit.</a:t>
            </a:r>
          </a:p>
          <a:p>
            <a:pPr lvl="1"/>
            <a:r>
              <a:rPr lang="en-IE" dirty="0"/>
              <a:t>1 </a:t>
            </a:r>
            <a:br>
              <a:rPr lang="en-IE" dirty="0"/>
            </a:br>
            <a:r>
              <a:rPr lang="en-GB" dirty="0"/>
              <a:t>The message is delivered at least once, meaning the sender keeps resending the message until it receives an acknowledgment (PUBACK) from the receiver.</a:t>
            </a:r>
            <a:endParaRPr lang="en-IE" dirty="0"/>
          </a:p>
          <a:p>
            <a:pPr lvl="1"/>
            <a:r>
              <a:rPr lang="en-IE" dirty="0"/>
              <a:t>2 </a:t>
            </a:r>
            <a:br>
              <a:rPr lang="en-IE" dirty="0"/>
            </a:br>
            <a:r>
              <a:rPr lang="en-GB" dirty="0"/>
              <a:t>The message is delivered exactly once through a four-step handshake between sender and receiver (using PUBREC, PUBREL, and PUBCOMP messages to ensure no duplication).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A31384-77E6-C9C7-8DF8-C4D0238CB6FD}"/>
                  </a:ext>
                </a:extLst>
              </p14:cNvPr>
              <p14:cNvContentPartPr/>
              <p14:nvPr/>
            </p14:nvContentPartPr>
            <p14:xfrm>
              <a:off x="3289320" y="2698920"/>
              <a:ext cx="4864320" cy="2762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A31384-77E6-C9C7-8DF8-C4D0238CB6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9960" y="2689560"/>
                <a:ext cx="4883040" cy="27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C473-5354-468B-A06B-324BB06E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46B77-F832-43E3-BA11-6B2AFE117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927"/>
          <a:stretch/>
        </p:blipFill>
        <p:spPr>
          <a:xfrm>
            <a:off x="3015556" y="2170545"/>
            <a:ext cx="6160888" cy="400641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BA9D0F-F97C-CD68-B2F5-916A17CE0D44}"/>
                  </a:ext>
                </a:extLst>
              </p14:cNvPr>
              <p14:cNvContentPartPr/>
              <p14:nvPr/>
            </p14:nvContentPartPr>
            <p14:xfrm>
              <a:off x="2438280" y="2851200"/>
              <a:ext cx="6172560" cy="323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BA9D0F-F97C-CD68-B2F5-916A17CE0D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8920" y="2841840"/>
                <a:ext cx="6191280" cy="32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950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2DB4-A344-4D6C-9254-19791FF4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QoS</a:t>
            </a:r>
            <a:br>
              <a:rPr lang="en-GB" dirty="0"/>
            </a:br>
            <a:endParaRPr lang="en-IE" dirty="0"/>
          </a:p>
        </p:txBody>
      </p:sp>
      <p:pic>
        <p:nvPicPr>
          <p:cNvPr id="1026" name="Picture 2" descr="Message delivery at different QoS levels. Source: Patierno 2014, slide 8.">
            <a:extLst>
              <a:ext uri="{FF2B5EF4-FFF2-40B4-BE49-F238E27FC236}">
                <a16:creationId xmlns:a16="http://schemas.microsoft.com/office/drawing/2014/main" id="{9AF0E38C-39AA-439E-959F-DC4D11D566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98" y="1437697"/>
            <a:ext cx="725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BECE9D-1F4A-FCD8-B00B-A98B099B9F00}"/>
                  </a:ext>
                </a:extLst>
              </p14:cNvPr>
              <p14:cNvContentPartPr/>
              <p14:nvPr/>
            </p14:nvContentPartPr>
            <p14:xfrm>
              <a:off x="1727280" y="1790640"/>
              <a:ext cx="6293160" cy="398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BECE9D-1F4A-FCD8-B00B-A98B099B9F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920" y="1781280"/>
                <a:ext cx="6311880" cy="40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9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GB" dirty="0"/>
              <a:t>Retained messages are used to ensure that when a client subscribes to a topic, it immediately receives the most recent message for that topic</a:t>
            </a:r>
            <a:endParaRPr lang="en-IE" b="1" dirty="0"/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02EEF4-FBF6-C318-FCD8-14EA70B06F2E}"/>
                  </a:ext>
                </a:extLst>
              </p14:cNvPr>
              <p14:cNvContentPartPr/>
              <p14:nvPr/>
            </p14:nvContentPartPr>
            <p14:xfrm>
              <a:off x="888840" y="2470320"/>
              <a:ext cx="9760320" cy="323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02EEF4-FBF6-C318-FCD8-14EA70B06F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9480" y="2460960"/>
                <a:ext cx="9779040" cy="325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2ED0-425F-D519-7261-7B713D2E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30C8-6F71-2D09-6F93-72B76D75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E6F18-A1DC-597D-6D3F-2C758A5D9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8101"/>
            <a:ext cx="9286820" cy="35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76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127C38-1BF7-7BBC-9938-AE7799C0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4415E-5E29-4335-A3C9-731F35A61E89}"/>
              </a:ext>
            </a:extLst>
          </p:cNvPr>
          <p:cNvSpPr/>
          <p:nvPr/>
        </p:nvSpPr>
        <p:spPr>
          <a:xfrm>
            <a:off x="1004711" y="2544967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A72F0-89E2-40FE-A946-4F8512BC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55" y="3371010"/>
            <a:ext cx="591609" cy="58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F8134-B320-41E2-AA0E-8EA5C839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" y="4352746"/>
            <a:ext cx="414939" cy="4257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91715-4B42-40B9-9FF8-9BA8E68AB1E9}"/>
              </a:ext>
            </a:extLst>
          </p:cNvPr>
          <p:cNvSpPr/>
          <p:nvPr/>
        </p:nvSpPr>
        <p:spPr>
          <a:xfrm>
            <a:off x="1479235" y="2655430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26" name="Picture 2" descr="Antenna Clip Art at Clker.com - vector clip art online, royalty free &amp;  public domain">
            <a:extLst>
              <a:ext uri="{FF2B5EF4-FFF2-40B4-BE49-F238E27FC236}">
                <a16:creationId xmlns:a16="http://schemas.microsoft.com/office/drawing/2014/main" id="{B2A55EAB-7A49-4A58-A1B0-E73E4336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07" y="5232753"/>
            <a:ext cx="347146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on't CLICK the RED Button ⚠️ : Apps &amp; Games">
            <a:extLst>
              <a:ext uri="{FF2B5EF4-FFF2-40B4-BE49-F238E27FC236}">
                <a16:creationId xmlns:a16="http://schemas.microsoft.com/office/drawing/2014/main" id="{0E3F0F58-974D-4FF9-BA34-0227EECB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80" y="6101277"/>
            <a:ext cx="399873" cy="3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7032B-C2C7-4F98-B72A-3B6CD070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56" y="1376655"/>
            <a:ext cx="591609" cy="581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05C29A-22BE-48C1-B97C-DC1D2250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62" y="2933143"/>
            <a:ext cx="591609" cy="581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8706A7-1E2A-4FD8-8BC5-8560BC47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18" y="3967929"/>
            <a:ext cx="591609" cy="58140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A31004F-41D7-4EB9-A8E7-4DD192751693}"/>
              </a:ext>
            </a:extLst>
          </p:cNvPr>
          <p:cNvGrpSpPr/>
          <p:nvPr/>
        </p:nvGrpSpPr>
        <p:grpSpPr>
          <a:xfrm>
            <a:off x="1200120" y="3931569"/>
            <a:ext cx="331920" cy="439200"/>
            <a:chOff x="1200120" y="3931569"/>
            <a:chExt cx="331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14:cNvPr>
                <p14:cNvContentPartPr/>
                <p14:nvPr/>
              </p14:nvContentPartPr>
              <p14:xfrm>
                <a:off x="1201920" y="3931569"/>
                <a:ext cx="330120" cy="42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0" y="3927249"/>
                  <a:ext cx="338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14:cNvPr>
                <p14:cNvContentPartPr/>
                <p14:nvPr/>
              </p14:nvContentPartPr>
              <p14:xfrm>
                <a:off x="1200120" y="3967929"/>
                <a:ext cx="278280" cy="40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5800" y="3963609"/>
                  <a:ext cx="28692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14:cNvPr>
              <p14:cNvContentPartPr/>
              <p14:nvPr/>
            </p14:nvContentPartPr>
            <p14:xfrm>
              <a:off x="1592160" y="3227409"/>
              <a:ext cx="11520" cy="217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7840" y="3223089"/>
                <a:ext cx="20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14:cNvPr>
              <p14:cNvContentPartPr/>
              <p14:nvPr/>
            </p14:nvContentPartPr>
            <p14:xfrm>
              <a:off x="1611960" y="2475009"/>
              <a:ext cx="2124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7640" y="2470689"/>
                <a:ext cx="29880" cy="44640"/>
              </a:xfrm>
              <a:prstGeom prst="rect">
                <a:avLst/>
              </a:prstGeom>
            </p:spPr>
          </p:pic>
        </mc:Fallback>
      </mc:AlternateContent>
      <p:sp>
        <p:nvSpPr>
          <p:cNvPr id="1074" name="Rectangle 1073">
            <a:extLst>
              <a:ext uri="{FF2B5EF4-FFF2-40B4-BE49-F238E27FC236}">
                <a16:creationId xmlns:a16="http://schemas.microsoft.com/office/drawing/2014/main" id="{F8ED613B-910D-4FAF-845C-CFC9FFDAAA1A}"/>
              </a:ext>
            </a:extLst>
          </p:cNvPr>
          <p:cNvSpPr/>
          <p:nvPr/>
        </p:nvSpPr>
        <p:spPr>
          <a:xfrm>
            <a:off x="4576122" y="4858124"/>
            <a:ext cx="1545000" cy="1292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14:cNvPr>
              <p14:cNvContentPartPr/>
              <p14:nvPr/>
            </p14:nvContentPartPr>
            <p14:xfrm>
              <a:off x="6167400" y="5504409"/>
              <a:ext cx="7920" cy="21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3080" y="5500089"/>
                <a:ext cx="16560" cy="10800"/>
              </a:xfrm>
              <a:prstGeom prst="rect">
                <a:avLst/>
              </a:prstGeom>
            </p:spPr>
          </p:pic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AF0984F6-3C4A-4FF2-9DD3-7DEBC83D08C8}"/>
              </a:ext>
            </a:extLst>
          </p:cNvPr>
          <p:cNvSpPr/>
          <p:nvPr/>
        </p:nvSpPr>
        <p:spPr>
          <a:xfrm>
            <a:off x="9454144" y="2056376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2F20C65-8755-49DF-A69E-2D1BBA8A27DD}"/>
              </a:ext>
            </a:extLst>
          </p:cNvPr>
          <p:cNvSpPr/>
          <p:nvPr/>
        </p:nvSpPr>
        <p:spPr>
          <a:xfrm>
            <a:off x="9928668" y="2166839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7" name="Picture 6" descr="Computer Svg Desktop Computer Svg Desktop Svg Silhouette Dxf | Etsy">
            <a:extLst>
              <a:ext uri="{FF2B5EF4-FFF2-40B4-BE49-F238E27FC236}">
                <a16:creationId xmlns:a16="http://schemas.microsoft.com/office/drawing/2014/main" id="{11A884BC-D4F3-4ABB-99CB-492DC7ED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72" y="44877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49" descr="Shape&#10;&#10;Description automatically generated">
            <a:extLst>
              <a:ext uri="{FF2B5EF4-FFF2-40B4-BE49-F238E27FC236}">
                <a16:creationId xmlns:a16="http://schemas.microsoft.com/office/drawing/2014/main" id="{BAE39909-B389-4826-AB44-736A81B4F0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2" y="4856308"/>
            <a:ext cx="821586" cy="5871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2D047-EE59-439D-9FDB-D490C9EAD593}"/>
              </a:ext>
            </a:extLst>
          </p:cNvPr>
          <p:cNvSpPr/>
          <p:nvPr/>
        </p:nvSpPr>
        <p:spPr>
          <a:xfrm>
            <a:off x="4518951" y="6356371"/>
            <a:ext cx="1659341" cy="302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Devices</a:t>
            </a:r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36344-4ABD-4C72-9C7D-5581E184050A}"/>
              </a:ext>
            </a:extLst>
          </p:cNvPr>
          <p:cNvCxnSpPr>
            <a:cxnSpLocks/>
          </p:cNvCxnSpPr>
          <p:nvPr/>
        </p:nvCxnSpPr>
        <p:spPr>
          <a:xfrm flipH="1" flipV="1">
            <a:off x="1532040" y="6313079"/>
            <a:ext cx="2778607" cy="18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DA2E29-D6F1-45AA-8742-C4D3419BBFD7}"/>
              </a:ext>
            </a:extLst>
          </p:cNvPr>
          <p:cNvCxnSpPr>
            <a:cxnSpLocks/>
          </p:cNvCxnSpPr>
          <p:nvPr/>
        </p:nvCxnSpPr>
        <p:spPr>
          <a:xfrm flipV="1">
            <a:off x="6303029" y="5232753"/>
            <a:ext cx="2778341" cy="1268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9CB6E-7CE2-4E9B-980C-27E242401B57}"/>
              </a:ext>
            </a:extLst>
          </p:cNvPr>
          <p:cNvSpPr/>
          <p:nvPr/>
        </p:nvSpPr>
        <p:spPr>
          <a:xfrm>
            <a:off x="4436659" y="270809"/>
            <a:ext cx="1659341" cy="5814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 Devices</a:t>
            </a:r>
            <a:endParaRPr lang="en-I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95E999-8EF3-41A4-8B15-B26BBE86D222}"/>
              </a:ext>
            </a:extLst>
          </p:cNvPr>
          <p:cNvCxnSpPr>
            <a:stCxn id="32" idx="1"/>
          </p:cNvCxnSpPr>
          <p:nvPr/>
        </p:nvCxnSpPr>
        <p:spPr>
          <a:xfrm flipH="1">
            <a:off x="2161822" y="561514"/>
            <a:ext cx="2274837" cy="19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0DEB19-E741-41BE-9421-F42CDB360534}"/>
              </a:ext>
            </a:extLst>
          </p:cNvPr>
          <p:cNvCxnSpPr/>
          <p:nvPr/>
        </p:nvCxnSpPr>
        <p:spPr>
          <a:xfrm flipH="1">
            <a:off x="4759890" y="958201"/>
            <a:ext cx="292928" cy="3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6E501-E1B7-440D-A00A-2B0CDE1A056C}"/>
              </a:ext>
            </a:extLst>
          </p:cNvPr>
          <p:cNvCxnSpPr/>
          <p:nvPr/>
        </p:nvCxnSpPr>
        <p:spPr>
          <a:xfrm>
            <a:off x="5423770" y="920663"/>
            <a:ext cx="576197" cy="39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19BFE2F8-DC95-4F1D-8CF7-52BE4AB6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7" y="1474967"/>
            <a:ext cx="591609" cy="581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93DB95-505F-4C6A-A319-D7DF1000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38" y="2847591"/>
            <a:ext cx="591609" cy="5814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7A81A0A-FD63-43CF-AAD2-E8532980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54" y="2924220"/>
            <a:ext cx="591609" cy="5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074" grpId="0" animBg="1"/>
      <p:bldP spid="144" grpId="0" animBg="1"/>
      <p:bldP spid="146" grpId="0" animBg="1"/>
      <p:bldP spid="2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266F-69E5-DCA6-69CA-E7AD5AE0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C18E-046D-EB01-3D76-4A69A83C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51F8F-B69D-4A68-47C2-19D729B6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78" y="1271134"/>
            <a:ext cx="9426357" cy="53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0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FA1-FA13-4594-82E7-765635DC3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MQTT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52642-8E5A-4CD6-A133-1BC126D8E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664576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5858-5DC6-6D7B-D4CA-46901607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 good…..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BD4A6F-85F0-F71D-007E-9FB4E2EF4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86733"/>
            <a:ext cx="10905066" cy="41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12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8C9-0A99-466E-81F2-3C0BC93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IE" dirty="0"/>
              <a:t>Security in IoT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D0B92E5-4A70-49C8-8B1E-3C42AC9ED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3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F279A-C36D-47FA-864D-EFFEABE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GB" sz="1700" b="0" i="0" dirty="0">
                <a:effectLst/>
                <a:latin typeface="roboto"/>
              </a:rPr>
              <a:t>Internet of Things presents new security implementation challenges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IoT devices have limited computing power and memory capacity</a:t>
            </a:r>
            <a:endParaRPr lang="en-GB" sz="1700" dirty="0">
              <a:latin typeface="roboto"/>
            </a:endParaRPr>
          </a:p>
          <a:p>
            <a:pPr lvl="1"/>
            <a:r>
              <a:rPr lang="en-GB" sz="1700" dirty="0">
                <a:latin typeface="roboto"/>
              </a:rPr>
              <a:t>C</a:t>
            </a:r>
            <a:r>
              <a:rPr lang="en-GB" sz="1700" b="0" i="0" dirty="0">
                <a:effectLst/>
                <a:latin typeface="roboto"/>
              </a:rPr>
              <a:t>ryptographic algorithms may require more resources than constrained IoT devices possess</a:t>
            </a:r>
          </a:p>
          <a:p>
            <a:pPr lvl="1"/>
            <a:r>
              <a:rPr lang="en-GB" sz="1700" b="0" i="0" dirty="0">
                <a:effectLst/>
                <a:latin typeface="roboto"/>
              </a:rPr>
              <a:t>Critical security issues </a:t>
            </a:r>
            <a:r>
              <a:rPr lang="en-GB" sz="1700" dirty="0">
                <a:latin typeface="roboto"/>
              </a:rPr>
              <a:t>may</a:t>
            </a:r>
            <a:r>
              <a:rPr lang="en-GB" sz="1700" b="0" i="0" dirty="0">
                <a:effectLst/>
                <a:latin typeface="roboto"/>
              </a:rPr>
              <a:t> require updates to be rolled out to all devices simultaneously can be affected by unreliable networks on which many IoT devices</a:t>
            </a:r>
          </a:p>
          <a:p>
            <a:r>
              <a:rPr lang="en-GB" sz="1700" b="1" i="0" dirty="0">
                <a:effectLst/>
                <a:latin typeface="roboto"/>
              </a:rPr>
              <a:t>Security is a critical concern for developers of IoT applications.</a:t>
            </a:r>
          </a:p>
          <a:p>
            <a:pPr marL="0" indent="0">
              <a:buNone/>
            </a:pPr>
            <a:endParaRPr lang="en-IE" sz="1700" dirty="0"/>
          </a:p>
        </p:txBody>
      </p:sp>
    </p:spTree>
    <p:extLst>
      <p:ext uri="{BB962C8B-B14F-4D97-AF65-F5344CB8AC3E}">
        <p14:creationId xmlns:p14="http://schemas.microsoft.com/office/powerpoint/2010/main" val="2775102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D6D3-653B-46B0-AB7C-28A9CDA3F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Security in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9726-17A7-4041-8EE4-11FA84A9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IE" sz="1400" dirty="0"/>
              <a:t>We can take a “layered” approach over the protocol stack</a:t>
            </a:r>
          </a:p>
          <a:p>
            <a:r>
              <a:rPr lang="en-GB" sz="1400" dirty="0"/>
              <a:t>MQTT specifies only a few security mechanisms</a:t>
            </a:r>
          </a:p>
          <a:p>
            <a:r>
              <a:rPr lang="en-GB" sz="1400" dirty="0"/>
              <a:t>MQTT uses other accepted security standards at the various levels: 	</a:t>
            </a:r>
          </a:p>
          <a:p>
            <a:pPr lvl="1"/>
            <a:r>
              <a:rPr lang="en-GB" sz="1400" dirty="0" err="1"/>
              <a:t>E.g.SSL</a:t>
            </a:r>
            <a:r>
              <a:rPr lang="en-GB" sz="1400" dirty="0"/>
              <a:t>/TLS for transport security. </a:t>
            </a:r>
            <a:endParaRPr lang="en-IE" sz="1400" dirty="0"/>
          </a:p>
          <a:p>
            <a:r>
              <a:rPr lang="en-IE" sz="1400" b="1" dirty="0"/>
              <a:t>Network Layer: </a:t>
            </a:r>
            <a:r>
              <a:rPr lang="en-IE" sz="1400" dirty="0"/>
              <a:t>Use</a:t>
            </a:r>
            <a:r>
              <a:rPr lang="en-GB" sz="1400" dirty="0"/>
              <a:t> a VPN for all communication between clients and brokers. Gateway-based applications, the gateway is connected to devices on the one hand and with the broker over VPN on the other side.</a:t>
            </a:r>
          </a:p>
          <a:p>
            <a:r>
              <a:rPr lang="en-GB" sz="1400" b="1" dirty="0"/>
              <a:t>Transport Layer: </a:t>
            </a:r>
            <a:r>
              <a:rPr lang="en-IE" sz="1400" b="1" dirty="0"/>
              <a:t> </a:t>
            </a:r>
            <a:r>
              <a:rPr lang="en-IE" sz="1400" dirty="0"/>
              <a:t>TLS/SSL</a:t>
            </a:r>
          </a:p>
          <a:p>
            <a:r>
              <a:rPr lang="en-IE" sz="1400" b="1" dirty="0"/>
              <a:t>Application Layer: </a:t>
            </a:r>
            <a:r>
              <a:rPr lang="en-IE" sz="1400" dirty="0"/>
              <a:t>Authorisation using username/password provided by the Protocol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205953F5-4295-4402-B8A2-88ADD046C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1641" b="1"/>
          <a:stretch/>
        </p:blipFill>
        <p:spPr>
          <a:xfrm>
            <a:off x="5295320" y="1823140"/>
            <a:ext cx="6253212" cy="4281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E4F5CB-8BD2-416C-8314-23D181CD667B}"/>
              </a:ext>
            </a:extLst>
          </p:cNvPr>
          <p:cNvSpPr txBox="1"/>
          <p:nvPr/>
        </p:nvSpPr>
        <p:spPr>
          <a:xfrm>
            <a:off x="9361715" y="5904658"/>
            <a:ext cx="218681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scirp.org/journal/paperinformation.aspx?paperid=1042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612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4A45-E66D-4495-9784-2F00489C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Authentication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213-0E2A-48FC-A392-D60B6C6F0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MQTT protocol provides username and password fields in the CONNECT message for authentication</a:t>
            </a:r>
          </a:p>
          <a:p>
            <a:pPr lvl="1"/>
            <a:r>
              <a:rPr lang="en-GB" dirty="0"/>
              <a:t>Username is an UTF-8 encoded string. </a:t>
            </a:r>
          </a:p>
          <a:p>
            <a:pPr lvl="1"/>
            <a:r>
              <a:rPr lang="en-GB" dirty="0"/>
              <a:t>Password is binary data with a maximum of 65535 bytes.</a:t>
            </a:r>
          </a:p>
          <a:p>
            <a:r>
              <a:rPr lang="en-GB" dirty="0"/>
              <a:t>The MQTT broker evaluates credentials  and returns one of the following return codes:</a:t>
            </a:r>
          </a:p>
          <a:p>
            <a:pPr lvl="1"/>
            <a:r>
              <a:rPr lang="en-GB" dirty="0"/>
              <a:t>0 – Connection Accepted</a:t>
            </a:r>
          </a:p>
          <a:p>
            <a:pPr lvl="1"/>
            <a:r>
              <a:rPr lang="en-GB" dirty="0"/>
              <a:t>4 – Connection Refused, bad username/password</a:t>
            </a:r>
          </a:p>
          <a:p>
            <a:pPr lvl="1"/>
            <a:r>
              <a:rPr lang="en-GB" dirty="0"/>
              <a:t>5 – Connection Refused, not authorised</a:t>
            </a:r>
          </a:p>
          <a:p>
            <a:r>
              <a:rPr lang="en-GB" dirty="0"/>
              <a:t>Username/password sent as plain text - </a:t>
            </a:r>
            <a:r>
              <a:rPr lang="en-GB" b="1" dirty="0"/>
              <a:t>Secure transmission of usernames and passwords requires transport encryption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390401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2E22-ADF7-4AC9-ACD3-9F9460B6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Transport Layer Security (TLS)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307-CBB2-44B3-8ED9-E2497D41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128"/>
            <a:ext cx="6430818" cy="4834658"/>
          </a:xfrm>
        </p:spPr>
        <p:txBody>
          <a:bodyPr>
            <a:normAutofit/>
          </a:bodyPr>
          <a:lstStyle/>
          <a:p>
            <a:r>
              <a:rPr lang="en-GB" sz="2000" dirty="0"/>
              <a:t>TLS provide a secure communication channel between a client and a server </a:t>
            </a:r>
            <a:r>
              <a:rPr lang="en-GB" sz="2000" b="1" dirty="0"/>
              <a:t>at Transport Layer.</a:t>
            </a:r>
          </a:p>
          <a:p>
            <a:r>
              <a:rPr lang="en-GB" sz="2000" dirty="0"/>
              <a:t>TLS is  a cryptographic protocol which use a handshake mechanism to negotiate various parameters to create a secure connection between the client and the server.</a:t>
            </a:r>
          </a:p>
          <a:p>
            <a:r>
              <a:rPr lang="en-GB" sz="2000" b="1" dirty="0"/>
              <a:t>Servers provide a certificate </a:t>
            </a:r>
            <a:r>
              <a:rPr lang="en-GB" sz="2000" dirty="0"/>
              <a:t>(typically issued by a trusted authority) that clients use to verify the identity of the server.</a:t>
            </a:r>
          </a:p>
          <a:p>
            <a:r>
              <a:rPr lang="en-GB" sz="2000" dirty="0"/>
              <a:t>While the additional CPU usage is typically negligible on the broker, </a:t>
            </a:r>
            <a:r>
              <a:rPr lang="en-GB" sz="2000" b="1" dirty="0"/>
              <a:t>small constrained devices are not designed for computation-intensive tasks</a:t>
            </a:r>
            <a:r>
              <a:rPr lang="en-GB" sz="2000" dirty="0"/>
              <a:t>.</a:t>
            </a:r>
          </a:p>
          <a:p>
            <a:r>
              <a:rPr lang="en-GB" sz="2000" dirty="0"/>
              <a:t>If TLS is not possible</a:t>
            </a:r>
            <a:r>
              <a:rPr lang="en-GB" sz="2000" b="1" dirty="0"/>
              <a:t>, payload encryption and at least hash or encrypt the password in the CONNECT message of your client.</a:t>
            </a:r>
            <a:endParaRPr lang="en-IE" sz="2000" b="1" dirty="0"/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89AF8231-1F3E-44B2-B0F1-4DA4545F6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3929" b="4"/>
          <a:stretch/>
        </p:blipFill>
        <p:spPr>
          <a:xfrm>
            <a:off x="7198553" y="2475203"/>
            <a:ext cx="3730372" cy="25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9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2782-E266-49EB-BE2A-31ECE1A4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E" sz="3600"/>
              <a:t>Application Level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452D-63F7-44F1-AED0-B2E9C6422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GB" sz="1900"/>
              <a:t>End to End encryption between publisher and subscriber</a:t>
            </a:r>
          </a:p>
          <a:p>
            <a:r>
              <a:rPr lang="en-GB" sz="1900"/>
              <a:t>Encrypt the payload without having to configure the MQTT broker</a:t>
            </a:r>
          </a:p>
          <a:p>
            <a:pPr lvl="1"/>
            <a:r>
              <a:rPr lang="en-GB" sz="1900"/>
              <a:t>Means publisher and subscriber applications have to “know” encryption/decryption method. Has to be coded</a:t>
            </a:r>
          </a:p>
          <a:p>
            <a:r>
              <a:rPr lang="en-GB" sz="1900"/>
              <a:t>Possible alternative for constrained devices that cannot support TLS</a:t>
            </a:r>
          </a:p>
          <a:p>
            <a:r>
              <a:rPr lang="en-GB" sz="1900"/>
              <a:t>Possible (less secure) alternative for using public brokers.</a:t>
            </a:r>
          </a:p>
          <a:p>
            <a:endParaRPr lang="en-IE" sz="1900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2235E1A-6232-4569-81F2-322C53F64B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7" r="-2" b="-2"/>
          <a:stretch/>
        </p:blipFill>
        <p:spPr>
          <a:xfrm>
            <a:off x="6876324" y="1782982"/>
            <a:ext cx="3091200" cy="2116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CB750-F621-468D-90F9-87CE4A18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958" y="4060406"/>
            <a:ext cx="6041935" cy="2084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8BD5C-6249-4DED-A363-FB4D7B878E7F}"/>
              </a:ext>
            </a:extLst>
          </p:cNvPr>
          <p:cNvSpPr txBox="1"/>
          <p:nvPr/>
        </p:nvSpPr>
        <p:spPr>
          <a:xfrm>
            <a:off x="7660482" y="369948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en.wikiversity.org/wiki/Internet_Protocol_Analysis/Network_Monito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51CCA-0BF0-4BC7-A657-10B099FC0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429" y="6265693"/>
            <a:ext cx="52006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4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1430</Words>
  <Application>Microsoft Office PowerPoint</Application>
  <PresentationFormat>Widescreen</PresentationFormat>
  <Paragraphs>161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roboto</vt:lpstr>
      <vt:lpstr>Wingdings</vt:lpstr>
      <vt:lpstr>Office Theme</vt:lpstr>
      <vt:lpstr>Indirect Messaging</vt:lpstr>
      <vt:lpstr>Using the “Middleman”</vt:lpstr>
      <vt:lpstr>MQTT</vt:lpstr>
      <vt:lpstr>MQTT – publish subscribe</vt:lpstr>
      <vt:lpstr>MQTT is Open Source</vt:lpstr>
      <vt:lpstr>Publish Subscribe Process</vt:lpstr>
      <vt:lpstr>MQTT Topics</vt:lpstr>
      <vt:lpstr>MQTT Characteristics </vt:lpstr>
      <vt:lpstr>MQTT Characteristics</vt:lpstr>
      <vt:lpstr>MQTT Control Packets</vt:lpstr>
      <vt:lpstr>MQTT Control Packets</vt:lpstr>
      <vt:lpstr>Connection</vt:lpstr>
      <vt:lpstr>MQTT QoS </vt:lpstr>
      <vt:lpstr>Publish-Subscribe Characteristics</vt:lpstr>
      <vt:lpstr>PowerPoint Presentation</vt:lpstr>
      <vt:lpstr>MQTT Last Will and Testament</vt:lpstr>
      <vt:lpstr>MQTT vs HTTP</vt:lpstr>
      <vt:lpstr>MQTT vs HTTP</vt:lpstr>
      <vt:lpstr>Application Example</vt:lpstr>
      <vt:lpstr>PowerPoint Presentation</vt:lpstr>
      <vt:lpstr>Demo</vt:lpstr>
      <vt:lpstr>MQTT Security</vt:lpstr>
      <vt:lpstr>Not good…..</vt:lpstr>
      <vt:lpstr>Security in IoT</vt:lpstr>
      <vt:lpstr>Security in MQTT</vt:lpstr>
      <vt:lpstr>MQTT Authentication</vt:lpstr>
      <vt:lpstr>Transport Layer Security (TLS)</vt:lpstr>
      <vt:lpstr>Application Level Encryption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Walsh</cp:lastModifiedBy>
  <cp:revision>20</cp:revision>
  <dcterms:created xsi:type="dcterms:W3CDTF">2020-10-19T10:45:15Z</dcterms:created>
  <dcterms:modified xsi:type="dcterms:W3CDTF">2026-02-12T11:39:50Z</dcterms:modified>
</cp:coreProperties>
</file>