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516ED-B0A3-0CF9-0A3F-CB7269409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BC8E04-DF10-D1C2-C6CD-1527FE923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653EB-28D8-2E15-E31F-0EF200B69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6112-F535-417B-ADEB-7D3B1FF34702}" type="datetimeFigureOut">
              <a:rPr lang="en-IE" smtClean="0"/>
              <a:t>31/10/2023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C0532-524F-00E3-D44C-1F195471A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4C61A-CE75-277B-D3E9-E8E2D9035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FFDA-1E55-4E5B-89C6-02CEAF37639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01903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30E8F-400B-4C94-FD49-8E44A9F96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C4578-8060-3D23-75F8-E35DD046C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D7E5D-6C51-8AF7-E8E8-9EBEDEEAC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6112-F535-417B-ADEB-7D3B1FF34702}" type="datetimeFigureOut">
              <a:rPr lang="en-IE" smtClean="0"/>
              <a:t>31/10/2023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C2B2D-9638-01C5-A1A1-B949BBE7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A2186-383C-5A17-043F-0CF940EB1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FFDA-1E55-4E5B-89C6-02CEAF37639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91472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EBE75-67FB-500C-1FE2-2C0BA2873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9554A-62D0-456E-857D-7439CF263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B25F3-88C2-9613-AD0D-10D1CAE20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6112-F535-417B-ADEB-7D3B1FF34702}" type="datetimeFigureOut">
              <a:rPr lang="en-IE" smtClean="0"/>
              <a:t>31/10/2023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8157C-06D5-99B8-1F1A-46B2096D7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F29FB-13DD-0D8F-6F9F-5B57759A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FFDA-1E55-4E5B-89C6-02CEAF37639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7024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4D9-EA3C-35E1-674B-26C894B64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6EED9-DE3B-D7D9-C942-8D3B79EF60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6F26C-03FC-50C8-5951-8BC2F8D65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1EE8C-D14E-2351-82DA-EF915F1B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6112-F535-417B-ADEB-7D3B1FF34702}" type="datetimeFigureOut">
              <a:rPr lang="en-IE" smtClean="0"/>
              <a:t>31/10/2023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C6DB8-0299-B518-02F0-A4FF7DF4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F63E6-2AE9-9314-D9F9-75527F62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FFDA-1E55-4E5B-89C6-02CEAF37639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4689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7F0D-CB7D-62E9-BC4F-358349850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8A312-1D6B-2DDE-4B57-EF20CE9FD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997AF-8789-C752-6EFE-4B8A57BDC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868856-C11B-493D-5F94-8383E12ACD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8CF1E8-6897-7316-ED73-0B9016C74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74CD78-3A3C-1DA6-7201-595759EA2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6112-F535-417B-ADEB-7D3B1FF34702}" type="datetimeFigureOut">
              <a:rPr lang="en-IE" smtClean="0"/>
              <a:t>31/10/2023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304059-E7BD-E498-B6B0-C982C1E3D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339E01-72EA-E0C5-5575-715834EA7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FFDA-1E55-4E5B-89C6-02CEAF37639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45478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DD99E-155E-BE98-4EB4-4263A047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E5EC1-2DF9-F626-7F7C-CB862A0C0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6112-F535-417B-ADEB-7D3B1FF34702}" type="datetimeFigureOut">
              <a:rPr lang="en-IE" smtClean="0"/>
              <a:t>31/10/2023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9E08AB-6742-2EB1-B604-5E539FFEA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205ED4-7443-53BE-B169-851D4A17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FFDA-1E55-4E5B-89C6-02CEAF37639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5187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5481A7-3086-1F27-6CA2-99B82B137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6112-F535-417B-ADEB-7D3B1FF34702}" type="datetimeFigureOut">
              <a:rPr lang="en-IE" smtClean="0"/>
              <a:t>31/10/2023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EFD65B-2C80-061B-AC3A-E4BD7566D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98C6C-99B2-2FC8-3BFA-E00B385D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FFDA-1E55-4E5B-89C6-02CEAF37639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42488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C6F64-3129-2B9E-B10F-44C4276D5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AC4B8-3E94-9BAE-357B-C6AE863BD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46EA7-5AF7-42B0-3ACE-B2432AB32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3EA95-7875-159F-B88A-0884573AA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6112-F535-417B-ADEB-7D3B1FF34702}" type="datetimeFigureOut">
              <a:rPr lang="en-IE" smtClean="0"/>
              <a:t>31/10/2023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C1DCC-EFFC-1619-EE78-CD07D57C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28F0B-679D-4297-E8A9-6D293B1EC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FFDA-1E55-4E5B-89C6-02CEAF37639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39276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584-5505-30BA-3C3D-06596280E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3D0C1-DA98-0AF5-1A83-BE16D0BE9B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1FA3F-6BF6-2803-661C-903F4B150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422F1-3DCE-6998-A6D3-388F6B6CD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6112-F535-417B-ADEB-7D3B1FF34702}" type="datetimeFigureOut">
              <a:rPr lang="en-IE" smtClean="0"/>
              <a:t>31/10/2023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AEEC6-04EE-D010-69EA-CAB9236B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7BDE3-4F8B-27CB-539A-B0B6014C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FFDA-1E55-4E5B-89C6-02CEAF37639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29265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BA6E9-0929-D085-BD76-EF6C521B0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4D733-C60E-668E-CFA8-6D069CC97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6541E-7534-8685-6E7D-87D4CA5B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6112-F535-417B-ADEB-7D3B1FF34702}" type="datetimeFigureOut">
              <a:rPr lang="en-IE" smtClean="0"/>
              <a:t>31/10/2023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5F6D4-10D7-8244-E5F4-EFB31EB81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EE76A-AF95-F411-B369-F0DD972DB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FFDA-1E55-4E5B-89C6-02CEAF37639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17714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BF66DE-1089-E2A9-B54D-431F4483F3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9644F-6FA2-5CA9-04C7-DB4410D2F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18DBA-6F0B-CD92-A419-0B9C1411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6112-F535-417B-ADEB-7D3B1FF34702}" type="datetimeFigureOut">
              <a:rPr lang="en-IE" smtClean="0"/>
              <a:t>31/10/2023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8B50C-80BA-6321-8A3F-11648F2D5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BCE0B-72E5-060B-2F3D-CEA8339D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FFDA-1E55-4E5B-89C6-02CEAF37639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9859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E73EE1-1827-DD69-9358-D0AEC6DF6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41F9C-63DA-04E6-7424-4677336AE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B5444-90B8-29D7-DC5E-AEBD7703A5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26112-F535-417B-ADEB-7D3B1FF34702}" type="datetimeFigureOut">
              <a:rPr lang="en-IE" smtClean="0"/>
              <a:t>31/10/2023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4A64C-FA31-4B38-7690-A1C0708F5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A1218-1C2F-D646-5BFF-4CA4AAF4F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4FFDA-1E55-4E5B-89C6-02CEAF37639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80263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-electronics.org/arduino-mkr-wifi-1010/" TargetMode="External"/><Relationship Id="rId7" Type="http://schemas.openxmlformats.org/officeDocument/2006/relationships/hyperlink" Target="https://creativecommons.org/licenses/by/3.0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reativecommons.org/licenses/by-nc-sa/3.0/" TargetMode="External"/><Relationship Id="rId5" Type="http://schemas.openxmlformats.org/officeDocument/2006/relationships/hyperlink" Target="https://techin-focus.blogspot.com/2015/10/arduino.html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onics-lab.com/25-useful-arduino-shields-that-you-might-need-to-get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uroalfieri.it/elettronica/mkr-wi-fi-1010.html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hyperlink" Target="https://antima.it/sensori-arduino-pir-hc-sr501/" TargetMode="External"/><Relationship Id="rId7" Type="http://schemas.openxmlformats.org/officeDocument/2006/relationships/hyperlink" Target="https://www.filoconnesso.it/arduino-mkr-iot-carrier-da-ora-disponibile-allacquisto-singolarmente-stringendo-un-occhio-ai-possessori-delle-board-della-famiglia-mkr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hyperlink" Target="https://www.mauroalfieri.it/elettronica/capacitive-soil-moisture-sensor-arduino.html" TargetMode="External"/><Relationship Id="rId4" Type="http://schemas.openxmlformats.org/officeDocument/2006/relationships/image" Target="../media/image9.jpg"/><Relationship Id="rId9" Type="http://schemas.openxmlformats.org/officeDocument/2006/relationships/hyperlink" Target="https://creativecommons.org/licenses/by-sa/3.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loconnesso.it/arduino-mkr-iot-carrier-da-ora-disponibile-allacquisto-singolarmente-stringendo-un-occhio-ai-possessori-delle-board-della-famiglia-mkr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8822B-039E-0745-822B-02F91984C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Arduino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03724-A3A5-9332-E337-627A416A1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1684" y="1670857"/>
            <a:ext cx="10178934" cy="557901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A close-up of a circuit board&#10;&#10;Description automatically generated">
            <a:extLst>
              <a:ext uri="{FF2B5EF4-FFF2-40B4-BE49-F238E27FC236}">
                <a16:creationId xmlns:a16="http://schemas.microsoft.com/office/drawing/2014/main" id="{34342EB4-BD1F-8B89-51E1-BB2CA1D53C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4743" r="-2" b="18219"/>
          <a:stretch/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1F53E232-EAB1-19E3-AD35-5313F4754AC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4965" r="23944" b="1"/>
          <a:stretch/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89D164-B4C4-3DCA-47B1-66AEA4162007}"/>
              </a:ext>
            </a:extLst>
          </p:cNvPr>
          <p:cNvSpPr txBox="1"/>
          <p:nvPr/>
        </p:nvSpPr>
        <p:spPr>
          <a:xfrm>
            <a:off x="3561973" y="6100750"/>
            <a:ext cx="244009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open-electronics.org/arduino-mkr-wifi-101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6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E" sz="700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52C57-0716-5174-2AB4-458377BD1A74}"/>
              </a:ext>
            </a:extLst>
          </p:cNvPr>
          <p:cNvSpPr txBox="1"/>
          <p:nvPr/>
        </p:nvSpPr>
        <p:spPr>
          <a:xfrm>
            <a:off x="9806441" y="6100750"/>
            <a:ext cx="218681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5" tooltip="https://techin-focus.blogspot.com/2015/10/arduino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7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2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82852-7017-5750-D612-D74F90639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E" sz="5000"/>
              <a:t>What’s an Arduino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C5C30-0AC5-4229-2B80-AE8EA4036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200"/>
              <a:t>Open-source electronics platform.</a:t>
            </a:r>
          </a:p>
          <a:p>
            <a:r>
              <a:rPr lang="en-GB" sz="2200"/>
              <a:t>Based on easy-to-use hardware and software.</a:t>
            </a:r>
          </a:p>
          <a:p>
            <a:r>
              <a:rPr lang="en-GB" sz="2200"/>
              <a:t>Designed for makers, hobbyists, and educators.</a:t>
            </a:r>
            <a:endParaRPr lang="en-IE" sz="2200"/>
          </a:p>
        </p:txBody>
      </p:sp>
      <p:pic>
        <p:nvPicPr>
          <p:cNvPr id="5" name="Picture 4" descr="A collage of different electronic components&#10;&#10;Description automatically generated">
            <a:extLst>
              <a:ext uri="{FF2B5EF4-FFF2-40B4-BE49-F238E27FC236}">
                <a16:creationId xmlns:a16="http://schemas.microsoft.com/office/drawing/2014/main" id="{CA2B5122-61CE-B37C-A78C-B55571806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9048" y="1648012"/>
            <a:ext cx="5458968" cy="3561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51DA9F-CD8A-25E3-7FD5-E7C0FC6E78D6}"/>
              </a:ext>
            </a:extLst>
          </p:cNvPr>
          <p:cNvSpPr txBox="1"/>
          <p:nvPr/>
        </p:nvSpPr>
        <p:spPr>
          <a:xfrm>
            <a:off x="9250974" y="5009933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electronics-lab.com/25-useful-arduino-shields-that-you-might-need-to-ge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597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684A3-BE24-A0F3-A644-1AE58283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Arduino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5D185-0A60-2E02-2E00-731F8D18D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Versatility: </a:t>
            </a:r>
            <a:r>
              <a:rPr lang="en-GB" dirty="0"/>
              <a:t>Suitable for various applications, from simple to complex.</a:t>
            </a:r>
          </a:p>
          <a:p>
            <a:r>
              <a:rPr lang="en-GB" b="1" dirty="0"/>
              <a:t>Community: </a:t>
            </a:r>
            <a:r>
              <a:rPr lang="en-GB" dirty="0"/>
              <a:t>Large supportive community, countless tutorials, and resources.</a:t>
            </a:r>
          </a:p>
          <a:p>
            <a:r>
              <a:rPr lang="en-GB" b="1" dirty="0"/>
              <a:t>Affordability: </a:t>
            </a:r>
            <a:r>
              <a:rPr lang="en-GB" dirty="0"/>
              <a:t>Budget-friendly for both beginners and experts.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08446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59E50-F280-3840-DD0C-B594DF09B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E" sz="4600"/>
              <a:t>Arduino MKR WiFi 1010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9D10F-065F-3B4A-C5E5-F956381F1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2200"/>
              <a:t>Compact form factor designed for IoT projects.</a:t>
            </a:r>
          </a:p>
          <a:p>
            <a:r>
              <a:rPr lang="en-GB" sz="2200"/>
              <a:t>Integrated WiFi &amp; Bluetooth connectivity.</a:t>
            </a:r>
          </a:p>
          <a:p>
            <a:r>
              <a:rPr lang="en-GB" sz="2200"/>
              <a:t>Based on the SAMD21 Cortex-M0+ 32bit low power ARM MCU.</a:t>
            </a:r>
            <a:endParaRPr lang="en-IE" sz="2200"/>
          </a:p>
        </p:txBody>
      </p:sp>
      <p:pic>
        <p:nvPicPr>
          <p:cNvPr id="5" name="Picture 4" descr="A small box next to a small black box&#10;&#10;Description automatically generated">
            <a:extLst>
              <a:ext uri="{FF2B5EF4-FFF2-40B4-BE49-F238E27FC236}">
                <a16:creationId xmlns:a16="http://schemas.microsoft.com/office/drawing/2014/main" id="{D95D3E14-95B6-351D-C3B9-803985060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654296" y="2212219"/>
            <a:ext cx="6903720" cy="24335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E8647C-68D2-6F3C-4EA2-3E3D894E2FBB}"/>
              </a:ext>
            </a:extLst>
          </p:cNvPr>
          <p:cNvSpPr txBox="1"/>
          <p:nvPr/>
        </p:nvSpPr>
        <p:spPr>
          <a:xfrm>
            <a:off x="9117925" y="4445725"/>
            <a:ext cx="244009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mauroalfieri.it/elettronica/mkr-wi-fi-101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08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E3079-DB73-5E6B-C866-9A69A5AA8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E" sz="4200"/>
              <a:t> MKR WiFi 1010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B6B0C-EE51-7EFE-714C-B943093BF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2200"/>
              <a:t>On-board IMU (Inertial Measurement Unit).</a:t>
            </a:r>
          </a:p>
          <a:p>
            <a:r>
              <a:rPr lang="en-GB" sz="2200"/>
              <a:t>Secure ECC508 crypto chip for secure connection to Wi-Fi.</a:t>
            </a:r>
          </a:p>
          <a:p>
            <a:r>
              <a:rPr lang="en-GB" sz="2200"/>
              <a:t>Battery operation with solar panel charging provision.</a:t>
            </a:r>
            <a:endParaRPr lang="en-IE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C34E2E-19BD-52D3-E95C-1777E8CA3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936071"/>
            <a:ext cx="6903720" cy="298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60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F55F-48F4-602C-0F5F-89AAF3A5A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IE" sz="3200"/>
              <a:t>Getting Started with Arduino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0C2D3-EBBF-8590-8D36-E687F554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/>
              <a:t>Download and install the Arduino IDE.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/>
              <a:t>Connect Arduino to PC via USB.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/>
              <a:t>Select the correct board and port in the IDE.</a:t>
            </a:r>
          </a:p>
          <a:p>
            <a:pPr marL="514350" indent="-514350">
              <a:buFont typeface="+mj-lt"/>
              <a:buAutoNum type="arabicPeriod"/>
            </a:pPr>
            <a:endParaRPr lang="en-GB" sz="2000"/>
          </a:p>
          <a:p>
            <a:pPr marL="514350" indent="-514350">
              <a:buFont typeface="+mj-lt"/>
              <a:buAutoNum type="arabicPeriod"/>
            </a:pPr>
            <a:r>
              <a:rPr lang="en-GB" sz="2000"/>
              <a:t>Demo…</a:t>
            </a:r>
            <a:endParaRPr lang="en-IE" sz="2000"/>
          </a:p>
        </p:txBody>
      </p:sp>
      <p:pic>
        <p:nvPicPr>
          <p:cNvPr id="5" name="Picture 4" descr="A black and white image of a plug">
            <a:extLst>
              <a:ext uri="{FF2B5EF4-FFF2-40B4-BE49-F238E27FC236}">
                <a16:creationId xmlns:a16="http://schemas.microsoft.com/office/drawing/2014/main" id="{648C83B4-55D6-66C0-CF2F-D73DF3D35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396811"/>
            <a:ext cx="5319062" cy="398929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8561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2ABA-4687-A80C-ABBE-2E7904134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E" sz="5400"/>
              <a:t>Hello World!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19A3D-5478-CB84-D021-39A357BC9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2200"/>
              <a:t>Create a new sketch in the Arduino IDE.</a:t>
            </a:r>
          </a:p>
          <a:p>
            <a:r>
              <a:rPr lang="en-GB" sz="2200"/>
              <a:t>Write a simple program (e.g., Blink an LED).</a:t>
            </a:r>
          </a:p>
          <a:p>
            <a:r>
              <a:rPr lang="en-GB" sz="2200"/>
              <a:t>Compile and upload to the board.</a:t>
            </a:r>
            <a:endParaRPr lang="en-IE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F71605-DC7D-CC88-70E5-6202C40B4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245698"/>
            <a:ext cx="6903720" cy="436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49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9CEEC-2BE2-FBEC-7B7F-6E7ABF1D3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5295015" cy="2063808"/>
          </a:xfrm>
        </p:spPr>
        <p:txBody>
          <a:bodyPr anchor="b">
            <a:normAutofit/>
          </a:bodyPr>
          <a:lstStyle/>
          <a:p>
            <a:r>
              <a:rPr lang="en-IE" sz="5400"/>
              <a:t>Sensors Actuators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C9643-3C62-5C6E-5E7E-153C9821A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908005"/>
            <a:ext cx="5295015" cy="326895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200" b="0" i="0">
                <a:effectLst/>
                <a:latin typeface="Söhne"/>
              </a:rPr>
              <a:t>Use libraries to enhance functionality.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0" i="0">
                <a:effectLst/>
                <a:latin typeface="Söhne"/>
              </a:rPr>
              <a:t>Connect sensors, actuators, and modules.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0" i="0">
                <a:effectLst/>
                <a:latin typeface="Söhne"/>
              </a:rPr>
              <a:t>Create interactive projects, home automation, and more</a:t>
            </a:r>
          </a:p>
          <a:p>
            <a:pPr marL="0" indent="0">
              <a:buNone/>
            </a:pPr>
            <a:endParaRPr lang="en-IE" sz="2200"/>
          </a:p>
        </p:txBody>
      </p:sp>
      <p:pic>
        <p:nvPicPr>
          <p:cNvPr id="5" name="Picture 4" descr="A close-up of a sensor&#10;&#10;Description automatically generated">
            <a:extLst>
              <a:ext uri="{FF2B5EF4-FFF2-40B4-BE49-F238E27FC236}">
                <a16:creationId xmlns:a16="http://schemas.microsoft.com/office/drawing/2014/main" id="{DD5417D1-E21B-5DE2-2E05-6214909CB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96397" y="502825"/>
            <a:ext cx="2603605" cy="2603605"/>
          </a:xfrm>
          <a:prstGeom prst="rect">
            <a:avLst/>
          </a:prstGeom>
        </p:spPr>
      </p:pic>
      <p:pic>
        <p:nvPicPr>
          <p:cNvPr id="14" name="Picture 13" descr="A black and white device with wires&#10;&#10;Description automatically generated">
            <a:extLst>
              <a:ext uri="{FF2B5EF4-FFF2-40B4-BE49-F238E27FC236}">
                <a16:creationId xmlns:a16="http://schemas.microsoft.com/office/drawing/2014/main" id="{CE9C06D6-BB02-EE8D-F529-5F616A970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224328" y="746913"/>
            <a:ext cx="2603605" cy="2115429"/>
          </a:xfrm>
          <a:prstGeom prst="rect">
            <a:avLst/>
          </a:prstGeom>
        </p:spPr>
      </p:pic>
      <p:pic>
        <p:nvPicPr>
          <p:cNvPr id="8" name="Picture 7" descr="A box with a circular object in it&#10;&#10;Description automatically generated">
            <a:extLst>
              <a:ext uri="{FF2B5EF4-FFF2-40B4-BE49-F238E27FC236}">
                <a16:creationId xmlns:a16="http://schemas.microsoft.com/office/drawing/2014/main" id="{8D3C428B-22E5-7697-DB2F-1EF1D39D62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541413" y="3426258"/>
            <a:ext cx="5141504" cy="27507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D04817-C574-2D92-2E4E-1A7EE8DBA60A}"/>
              </a:ext>
            </a:extLst>
          </p:cNvPr>
          <p:cNvSpPr txBox="1"/>
          <p:nvPr/>
        </p:nvSpPr>
        <p:spPr>
          <a:xfrm>
            <a:off x="9751909" y="6870700"/>
            <a:ext cx="244009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7" tooltip="https://www.filoconnesso.it/arduino-mkr-iot-carrier-da-ora-disponibile-allacquisto-singolarmente-stringendo-un-occhio-ai-possessori-delle-board-della-famiglia-mkr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8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E" sz="700">
              <a:solidFill>
                <a:srgbClr val="FFFF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58F57A-ECE9-D711-85AE-CA70B431BCF5}"/>
              </a:ext>
            </a:extLst>
          </p:cNvPr>
          <p:cNvSpPr txBox="1"/>
          <p:nvPr/>
        </p:nvSpPr>
        <p:spPr>
          <a:xfrm>
            <a:off x="7299118" y="6870700"/>
            <a:ext cx="244009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7" tooltip="https://www.filoconnesso.it/arduino-mkr-iot-carrier-da-ora-disponibile-allacquisto-singolarmente-stringendo-un-occhio-ai-possessori-delle-board-della-famiglia-mkr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8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E" sz="70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3F4C9-A832-805D-4749-BEDA44669D02}"/>
              </a:ext>
            </a:extLst>
          </p:cNvPr>
          <p:cNvSpPr txBox="1"/>
          <p:nvPr/>
        </p:nvSpPr>
        <p:spPr>
          <a:xfrm>
            <a:off x="6692960" y="2906375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antima.it/sensori-arduino-pir-hc-sr501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9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A48C3D-985D-0C86-856A-6F012A324DC2}"/>
              </a:ext>
            </a:extLst>
          </p:cNvPr>
          <p:cNvSpPr txBox="1"/>
          <p:nvPr/>
        </p:nvSpPr>
        <p:spPr>
          <a:xfrm>
            <a:off x="9387842" y="2662287"/>
            <a:ext cx="244009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5" tooltip="https://www.mauroalfieri.it/elettronica/capacitive-soil-moisture-sensor-arduino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8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437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226FF-E4DF-5A20-04B9-D1C3D4EA5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MKR Carrier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14CDC-F4FB-CC64-1A84-CD02D1762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Hardware On Top</a:t>
            </a:r>
          </a:p>
          <a:p>
            <a:r>
              <a:rPr lang="en-GB" dirty="0"/>
              <a:t>“The sensors, circuits and display integrated on the MKR IoT Carrier leave you free to focus on prototyping and programming your next IoT projects.”</a:t>
            </a:r>
            <a:endParaRPr lang="en-IE" dirty="0"/>
          </a:p>
        </p:txBody>
      </p:sp>
      <p:pic>
        <p:nvPicPr>
          <p:cNvPr id="4" name="Picture 3" descr="A close-up of a clock&#10;&#10;Description automatically generated">
            <a:extLst>
              <a:ext uri="{FF2B5EF4-FFF2-40B4-BE49-F238E27FC236}">
                <a16:creationId xmlns:a16="http://schemas.microsoft.com/office/drawing/2014/main" id="{22E909EF-15FB-0A0F-F534-95E29D131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44360" y="3471961"/>
            <a:ext cx="9703280" cy="347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39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C7845-95AD-A8EF-7EA8-24797681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E" sz="3800"/>
              <a:t>What could possibly go wrong?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BE5C2-62C5-14AA-8076-7F4923900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2000"/>
              <a:t>As with any development cycle, there will be bugs</a:t>
            </a:r>
          </a:p>
          <a:p>
            <a:r>
              <a:rPr lang="en-GB" sz="2000"/>
              <a:t>Using the Serial Monitor for debugging.</a:t>
            </a:r>
          </a:p>
          <a:p>
            <a:r>
              <a:rPr lang="en-GB" sz="2000"/>
              <a:t>Common issues: Incorrect connections, wrong board settings, software compatibility.</a:t>
            </a:r>
          </a:p>
          <a:p>
            <a:r>
              <a:rPr lang="en-GB" sz="2000"/>
              <a:t>Community forums and online resources for help.</a:t>
            </a:r>
            <a:endParaRPr lang="en-IE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57761A-9396-A8C4-BF7C-5A46ACCD9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936" y="1261496"/>
            <a:ext cx="5958775" cy="433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300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364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Söhne</vt:lpstr>
      <vt:lpstr>Office Theme</vt:lpstr>
      <vt:lpstr>Introduction to Arduino</vt:lpstr>
      <vt:lpstr>What’s an Arduino</vt:lpstr>
      <vt:lpstr>Why Arduino</vt:lpstr>
      <vt:lpstr>Arduino MKR WiFi 1010</vt:lpstr>
      <vt:lpstr> MKR WiFi 1010 Features</vt:lpstr>
      <vt:lpstr>Getting Started with Arduino</vt:lpstr>
      <vt:lpstr>Hello World!</vt:lpstr>
      <vt:lpstr>Sensors Actuators</vt:lpstr>
      <vt:lpstr>MKR Carrier</vt:lpstr>
      <vt:lpstr>What could possibly go wrong?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 Board Computers vs Microcontrollers</dc:title>
  <dc:creator>Frank X Walsh</dc:creator>
  <cp:lastModifiedBy>Frank X Walsh</cp:lastModifiedBy>
  <cp:revision>3</cp:revision>
  <dcterms:created xsi:type="dcterms:W3CDTF">2023-10-26T08:38:17Z</dcterms:created>
  <dcterms:modified xsi:type="dcterms:W3CDTF">2023-10-31T13:13:23Z</dcterms:modified>
</cp:coreProperties>
</file>