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ink/ink150.xml" ContentType="application/inkml+xml"/>
  <Override PartName="/ppt/ink/ink151.xml" ContentType="application/inkml+xml"/>
  <Override PartName="/ppt/ink/ink152.xml" ContentType="application/inkml+xml"/>
  <Override PartName="/ppt/ink/ink153.xml" ContentType="application/inkml+xml"/>
  <Override PartName="/ppt/ink/ink154.xml" ContentType="application/inkml+xml"/>
  <Override PartName="/ppt/ink/ink155.xml" ContentType="application/inkml+xml"/>
  <Override PartName="/ppt/ink/ink156.xml" ContentType="application/inkml+xml"/>
  <Override PartName="/ppt/ink/ink157.xml" ContentType="application/inkml+xml"/>
  <Override PartName="/ppt/ink/ink158.xml" ContentType="application/inkml+xml"/>
  <Override PartName="/ppt/ink/ink159.xml" ContentType="application/inkml+xml"/>
  <Override PartName="/ppt/ink/ink160.xml" ContentType="application/inkml+xml"/>
  <Override PartName="/ppt/ink/ink161.xml" ContentType="application/inkml+xml"/>
  <Override PartName="/ppt/ink/ink162.xml" ContentType="application/inkml+xml"/>
  <Override PartName="/ppt/ink/ink163.xml" ContentType="application/inkml+xml"/>
  <Override PartName="/ppt/ink/ink164.xml" ContentType="application/inkml+xml"/>
  <Override PartName="/ppt/ink/ink165.xml" ContentType="application/inkml+xml"/>
  <Override PartName="/ppt/ink/ink166.xml" ContentType="application/inkml+xml"/>
  <Override PartName="/ppt/ink/ink167.xml" ContentType="application/inkml+xml"/>
  <Override PartName="/ppt/ink/ink168.xml" ContentType="application/inkml+xml"/>
  <Override PartName="/ppt/ink/ink169.xml" ContentType="application/inkml+xml"/>
  <Override PartName="/ppt/ink/ink170.xml" ContentType="application/inkml+xml"/>
  <Override PartName="/ppt/ink/ink171.xml" ContentType="application/inkml+xml"/>
  <Override PartName="/ppt/ink/ink172.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5"/>
  </p:notesMasterIdLst>
  <p:sldIdLst>
    <p:sldId id="256" r:id="rId2"/>
    <p:sldId id="257" r:id="rId3"/>
    <p:sldId id="259" r:id="rId4"/>
    <p:sldId id="288" r:id="rId5"/>
    <p:sldId id="258" r:id="rId6"/>
    <p:sldId id="264" r:id="rId7"/>
    <p:sldId id="289" r:id="rId8"/>
    <p:sldId id="262" r:id="rId9"/>
    <p:sldId id="290" r:id="rId10"/>
    <p:sldId id="265" r:id="rId11"/>
    <p:sldId id="266" r:id="rId12"/>
    <p:sldId id="267" r:id="rId13"/>
    <p:sldId id="263" r:id="rId14"/>
    <p:sldId id="291" r:id="rId15"/>
    <p:sldId id="268" r:id="rId16"/>
    <p:sldId id="269" r:id="rId17"/>
    <p:sldId id="272" r:id="rId18"/>
    <p:sldId id="273" r:id="rId19"/>
    <p:sldId id="274" r:id="rId20"/>
    <p:sldId id="275" r:id="rId21"/>
    <p:sldId id="276" r:id="rId22"/>
    <p:sldId id="270" r:id="rId23"/>
    <p:sldId id="271" r:id="rId24"/>
    <p:sldId id="284" r:id="rId25"/>
    <p:sldId id="286" r:id="rId26"/>
    <p:sldId id="287" r:id="rId27"/>
    <p:sldId id="277" r:id="rId28"/>
    <p:sldId id="278" r:id="rId29"/>
    <p:sldId id="279" r:id="rId30"/>
    <p:sldId id="280" r:id="rId31"/>
    <p:sldId id="281" r:id="rId32"/>
    <p:sldId id="282" r:id="rId33"/>
    <p:sldId id="283"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8147" autoAdjust="0"/>
  </p:normalViewPr>
  <p:slideViewPr>
    <p:cSldViewPr snapToGrid="0">
      <p:cViewPr varScale="1">
        <p:scale>
          <a:sx n="87" d="100"/>
          <a:sy n="87" d="100"/>
        </p:scale>
        <p:origin x="748" y="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1-28T11:54:07.512"/>
    </inkml:context>
    <inkml:brush xml:id="br0">
      <inkml:brushProperty name="width" value="0.1" units="cm"/>
      <inkml:brushProperty name="height" value="0.6" units="cm"/>
      <inkml:brushProperty name="color" value="#849398"/>
      <inkml:brushProperty name="inkEffects" value="pencil"/>
    </inkml:brush>
  </inkml:definitions>
  <inkml:trace contextRef="#ctx0" brushRef="#br0">1641 87 1840 200589 61182,'3'-1'176'0'0,"-1"-1"-176"0"0,1-2 1152 0 0,-1-3 200 0 0,-1 0 48 0 0,0-2 736 0 0,1 2-976 0 0,-1 1-600 0 0,0 2-48 0 0,-1 1 504 0 0,0 2-96-7-549,1 0-512 7 549,-3 0-8 0 0,0-1 0 0 0,-1 0-48 0 0,0 0 0 0 0,-1 0-8 0 0,-1-2 0 0 0,-1 1 8 0 0,2 0 8 0 0,1 2 0 0 0,0-1 0 0 0,-1 1-1 0 0,2 0 1 0 0,0 0 0 0 0,0 1 0 0 0,-3 0-8 0 0,-1-1-8-4-497,-3 1 0 6-10,1-1 0-2 507,-1 0-48 8-518,-2-1 280-8 518,-2 0-288 0 0,2 0-24-10-556,1 1-8 10 556,-2 1 0 0 0,0 2 0 0 0,-1-1 0 0 0,0 1-8 0 0,0 0 0 0 0,-1 1 0 0 0,0-2-184 0 0,0 0-64 0 0,0 1 0 0 0,-1 1 0 0 0,1 0 88 0 0,-1 1-88 0 0,2 1 96 0 0,-1 0-96 0 0,0 2 96 0 0,0 0-96 0 0,-1 1 96 0 0,-1 0-96 0 0,-1 1 96 0 0,0 1-32 0 0,-1-1 0 0 0,0 1-64 0 0,-1 0 88 0 0,-1 0-88 0 0,0 1 80 0 0,0 0-80 0 0,0 0 64 0 0,1 0-64 0 0,-2 0 0 0 0,-1 0 72 0 0,0 1-72 0 0,-1 3 0 0 0,0 2 0 0 0,1 1 0 0 0,1 1 0 0 0,1-1 0 0 0,0 1-88 0 0,-1 1 88 10-528,1 0 88-10 528,0 0-24 0 0,0 0 0 0 0,-1 2-64 0 0,0-1 80-10-524,1 2-80 21-55,0 0 80-11 579,1 1-16 0 0,1 0-64 0 0,1 1 96 0 0,-1 1-32 0 0,1 1 0 0 0,-1 1 0 0 0,-1 2 0 0 0,0 1 0 0 0,0 0 56 0 0,-1 0 8 0 0,-1 1 0 0 0,0-1 0 0 0,0 0-128 0 0,-1-1 0 0 0,1-1 0 0 0,0-1 0 0 0,1 0 0 0 0,0-1 0 0 0,0 0 0 0 0,0 2 72 0 0,2 0-72 0 0,1 3 96 0 0,2 1-96 0 0,-2 9 272 0 0,-1 3-80 0 0,3 0 8 0 0,-2 5-128 0 0,-1 8-488-1-524,-2 7 200 1 524,2-2 216 0 0,1-5 0-5-502,3-6 64 5 502,1-4-64 0 0,3-2 0 0 0,-1-2 0 0 0,2 1 0 0 0,1 0 176 0 0,1 0 0-569-5,0 0 0-86 11,1 5 0 655-6,1 6-328 0 0,1 1 80 0 0,-1-3 72 680 513,0-4 0-680-513,2-4 64 0 0,-2 8 0 0 0,-1 3-64 0 0,-1 2 80 0 0,1-1-80 0 0,-1-1 72 0 0,0-2-72 0 0,2-2 64-636 2,1-2-64 636-2,2-3 0 0 0,2 0 0 0 0,4-3 64 0 0,2 0-64 0 0,0-1 0 0 0,-3-1 0 0 0,-1 0 0 0 0,0 2 64 0 0,-1 2-64 0 0,1 1 80 0 0,-1 0-80 0 0,1-1 80-569-1,1-1-80-79-1,1-2 64 110 11,1-2-64 538-9,2 4 128-1020-8,2 1-128 1020 8,2 0 96 0 0,1 0-32 0 0,0 1-64 0 0,1 0 0-595 9,1-1 72-71-14,1-1-72 169 6,0-2 88 497-1,2-1-24-562-4,1-1 0-139 3,1-1 0 37 3,1-1 0 21 4,2 3 32 91-13,0 0-32 552 7,1-2-64 0 0,1-3 0 0 0,-1-4 72 0 0,1-1-72 0 0,1-2 0 0 0,1-2 0 0 0,0-1 0 0 0,-1 1 64 0 0,1 0 64 0 0,1 0 24 0 0,-1-1 0 0 0,0 2 0 0 0,0 0-240 0 0,1-1-40 0 0,0 0-16-641 0,2-1 0-29-2,1 0 144-25 9,-1 0 0 169-7,2 1 0 526 0,1-1 0-509-3,1-2 0-45 0,2 0 88 554 3,1-2-88 0 0,2-1 80 0 0,1-2-80 0 0,1 0 0 0 0,1 0 0 0 0,-1-1 64 0 0,0-2-64 0 0,0 0 0 0 0,0-2 72-521 3,-1-2-72 521-3,3-1 0 0 0,2-2 64 0 0,2-1-64 0 0,3-2 0 0 0,3 0 0 0 0,9 0 64 0 0,12-1-64 0 0,3-1 64 0 0,-1-4-64 0 0,-3-2 0 0 0,17-6 0 5 653,15-5 64-5-653,13-6-64 0 0,-3-2 64 0 0,-8-1-64-3 582,-11 1 0 3-582,-11-1 0 0 0,-10-1 0 0 0,-9-1 0 0 0,-5-1 0 0 0,0-2 0 0 0,0-1-64 0 0,1-3 64 0 0,1-4 72 0 0,0-1-8 0 0,0-4-64 0 0,1-2 64 0 0,-1-2-64 0 0,0 0 0 0 0,11-9 80 0 0,15-12-16 0 0,3-4-64 0 0,-3 0 64 674-3,-8 2-64-674 3,-9 2 0 0 0,-7 2 64 0 0,-7 0-64-9 523,-6 2 0 9-523,-3-1 72 0 0,-4 0-72 0 0,-2 0-88 0 0,-2-1-48 0 0,-2 0-16 0 0,2-10 160 0 0,2-13 432 0 0,-1-3-208 0 0,-4 2-120 0 0,-5 6-24 0 0,-5 4-8 0 0,-3 1 0 0 0,-2-1 96 0 0,-4-2 16 0 0,-3 1 8 0 0,-2 0 0 0 0,-3 2-296 0 0,-3-6-240 704-7,-4 0 160-128 5,-3 6 176-576 2,-2 5 0 0 0,-2 4 0 0 0,-2 3 0 0 0,-4 1 0 0 0,-1-1 0 0 0,-2-1 72 0 0,-1-1-8 0 0,-2 0-64 581 5,-1 1 72-52-9,-1 0-72-27 11,-1 1 80-502-7,-1-1-80 0 0,1-2 0 0 0,0-1 0 0 0,1-2 0 0 0,-2 0 0 0 0,1 2 0 0 0,-1 6 0 0 0,-1 4 0 599-4,-2 4 0 70 0,-1 3 0-96 7,-1 1 0-573-3,-1 2 0 0 0,-1-2 64 0 0,-2-2-64 0 0,-3-4 0 0 0,-4-3 64 0 0,-3-1-64 0 0,-2-1 0 0 0,-3 1-96 0 0,-4 2 96 0 0,-1 4-72 0 0,-1 3 72 0 0,-2 3 0-11 537,-1 2 0 11-537,0 2 0 0 0,-1 4 136 0 0,1 2-8 0 0,-1 2-8 0 0,-2 3 24 0 0,-3 2 8 0 0,-3 2 0 0 0,-3 2 0 0 0,-3 2-152 0 0,0 4-72 0 0,-1 3 8 0 0,0 2 0 0 0,1 2 64 0 0,-12 1 0 0 0,-6 2 0 0 0,-3 2 0 0 0,-1 2 0 0 0,1 3 0 0 0,0 2 64 0 0,3 4-64 0 0,3 2 0 0 0,1 1 0 0 0,2 3 0 0 0,1 0 0 0 0,1 1 0 0 0,1-1 0 0 0,-9 2-368 0 0,-9 0-552 0 0,-6-2-1408 0 0,4 0 184 0 0,20-3-22223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1-28T11:54:11.714"/>
    </inkml:context>
    <inkml:brush xml:id="br0">
      <inkml:brushProperty name="width" value="0.1" units="cm"/>
      <inkml:brushProperty name="height" value="0.6" units="cm"/>
      <inkml:brushProperty name="color" value="#849398"/>
      <inkml:brushProperty name="inkEffects" value="pencil"/>
    </inkml:brush>
  </inkml:definitions>
  <inkml:trace contextRef="#ctx0" brushRef="#br0">279 42 1376 187840 52851,'0'0'128'0'0,"0"0"-128"0"0,0 0 0 0 0,0 0 192 0 0,0 0 24 0 0,0 0 0 0 0,0 0 0 0 0,0 0-40 0 0,0 0-8 0 0,0 0 0 0 0,0 0 0 0 0,0 0-168 0 0,0 0 0 0 0,0 0 0 0 0,0 0 0 0 0,0 0 448 0 0,0 0 48 0 0,0 0 16 0 0,0 0 0 0 0,0 0 0 0 0,0 0 0 0 0,0 0 0 0 0,0 0 512 0 0,0 0-512 0 0,0-2 0 0 0,0 1 96 0 0,0-1-608 0 0,0-1 0 0 0,0 0 0 0 0,0 0 0 0 0,0 1 0 0 0,0 0 0 0 0,0 1 432 0 0,0 0 64 0 0,0 1 16 0 0,0 0 0 0 0,0 0-416 0 0,0 0-96 0 0,0 0 0 0 0,0 0 0 0 0,0 1 0 0 0,0-1 0 0 0,0 0 0 0 0,0-2 0 0 0,0 0 432 0 0,0 1 64 0 0,0-1 16 0 0,0 1 0 0 0,0 1-328 0 0,0-1-64 0 0,0 1-16 0 0,0 0 0 0 0,0 0 72 0 0,0 0 16 0 0,0 1 0 0 0,0-1 232 0 0,0 0-176 0 0,0 0 0 0 0,0 0 0 0 0,0 0-8 0 0,0 0 0 0 0,0 0 0 0 0,0 0 0 0 0,0 0-33 0 0,0 0-7 0 0,0 0 0 0 0,0 0 0 0 0,0 0-48 0 0,0 0-16 0 0,0 0 0 0 0,0 0 0 0 0,0 0-24 0 0,0 0-8 0 0,0 0 0 0 0,0 0 0 0 0,0 0 8 0 0,0 0 112 0 0,0 0-112 0 0,0 0 72 0 0,0 0 8 0 0,0 0 8 0 0,0 0 0 0 0,0 0-200 0 0,0 0-96 0 0,0 0 0 0 0,0 0 8 0 0,0 0 176 0 0,0 0 160 0 0,0 0-120 0 0,0 0 16 0 0,0 0 8 0 0,0 0 0 0 0,0 0 0 0 0,0 0 16 0 0,0 0 184 0 0,0 0-176 0 0,0-1 0 0 0,1 0 0 0 0,-1-1 0 0 0,1 0 0 0 0,-1 0 240 0 0,1 0 56 0 0,-1 1 8 0 0,0 0 0 0 0,-1 1-480 0 0,1-1-152 0 0,-1 0 0 0 0,0 1 0 0 0,1-1 232 0 0,0 1 48 0 0,-6 1 272 0 0,-5 1-264 0 0,-1 0 0 0 0,-2 1 0 0 0,0 2-200 0 0,-1 2-48 0 0,0 1-8 0 0,0 2 0 0 0,-1 0 296 0 0,2 2 56 0 0,-1 0 16 0 0,0 0 0 0 0,1 1-248 0 0,1 0 0 0 0,1 0 0 0 0,1 0 0 0 0,1-1 0 0 0,1 2 0 0 0,1-2 0 0 0,0 1-208 0 0,-1 3-240 0 0,2 1 224 0 0,1-3 352 0 0,2 0 64 0 0,1-2 8 0 0,1-3 8 0 0,1 0-208 0 0,2-2 0 0 0,0 1 0 0 0,1 1 0 0 0,1 1 0 0 0,2 0 0 0 0,0 0 0 0 0,1 1 0 0 0,1 0 64 0 0,2 1 32 0 0,1 0 0 0 0,1 0 0 0 0,2 1-16 0 0,1 0 0 0 0,1-1 0 0 0,2-2 0 0 0,-1 0 48 0 0,2-2 16 0 0,0-1 0 0 0,0-3 0 0 0,1 0-240 0 522,-2-3-40 0-522,-1 0-16 0 531,2-4-2896 0-531,-3-2-19079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1-28T11:54:12.855"/>
    </inkml:context>
    <inkml:brush xml:id="br0">
      <inkml:brushProperty name="width" value="0.1" units="cm"/>
      <inkml:brushProperty name="height" value="0.6" units="cm"/>
      <inkml:brushProperty name="color" value="#849398"/>
      <inkml:brushProperty name="inkEffects" value="pencil"/>
    </inkml:brush>
  </inkml:definitions>
  <inkml:trace contextRef="#ctx0" brushRef="#br0">6 123 10224 191584 52211,'0'0'1104'0'0,"0"0"-1104"0"0,0 0 0 0 0,-1 1 952 0 0,0 0 168 0 0,0-1 32 0 0,0 1 967 0 0,0-1-1191 0 0,1 1 0 0 0,0-1-8 0 0,0 0-272 0 0,0 0-48 0 0,0 0-16 0 0,0 0 0 0 0,0 0-72 0 0,0 0-8 0 0,0 0-8 0 0,2 0 0 0 0,4 0-168 0 0,5 0 256 0 0,7 0-104 0 0,2-1-136-4 925,4 0-32 4-925,3 1-176 0 0,-1-1 0 0 0,-1-1 0 0 0,-2 1-32 0 0,-2-1-8 0 0,-1 0 0 0 0,-1 0 0 0 0,0 0-16 0 0,1 0-8 0 0,2 0 0 0 0,1 0 0 0 0,1 0-72 0 0,2 0 64 0 0,-1 1-64 0 0,-1 0 64 0 0,0 1-64 0 0,0 0 80 0 0,-1 0-80 0 0,0 0 80 0 0,-1 0-80 0 0,1 0 0 0 0,-1 1 0 0 0,-1-1 64 0 0,1 1-64 0 0,1 0 0 0 0,0-1 0 0 0,1 0 64 0 0,2 0-64 0 0,1 0 0 0 0,2 0 0 0 0,1 0 64 0 0,-1 0-64 0 0,-1 0 0 0 0,-1 0 0 0 0,-1-1 64 0 0,0 0-64 0 0,1 0 0 0 0,0-1 0 0 0,6 1 64 0 0,3-1-64 0 0,0 1 0 0 0,-1-1 0 0 0,-2 0 0 0 0,-2 0 0 0 0,-2 1 64 0 0,-1-1-64 0 0,1 2 0 0 0,-1-2 0 0 0,1 1 0 0 0,1 0 0 0 0,1 0 0 0 0,2-1 0 0 0,0 1 0 0 0,1-1 0 0 0,1-1 0 0 0,-1 1 0 0 0,1 0 0 0 0,0 0 0 0 0,-2-1 0 0 0,1 1 0 0 0,-1 0 0 0 0,0 1 0 0 0,-1 0 0 0 0,-1 1 0 0 0,-1 0 64 4 533,0 0-64-4-533,-1 0 0 0 0,0 0 0 0 0,1 0 0 0 533,2 0 0 0-533,1 0 0 0 0,1 0 0 0 0,0 0 0 0 0,0 0-88 0 0,0 0 88 6 654,0 0 64-6-654,0 0-64 0 0,0 0 88 0 0,0-1-88 0 0,0-1 0 0 0,-2 1 0 0 0,0-1 64 0 0,0-1-64 0 0,-2 1 0 0 0,-1-1 0 0 0,-1-1 0 0 0,-1 1 0 0 0,0-1-88 0 0,1 1 24 0 0,0 0 0 0 0,0 1 64 0 0,1-1 96 0 0,1 2-16 0 0,1 0-8 0 0,-2 1-72 0 0,0-1 0 0 0,-3 1 0 0 0,0 0 0 0 0,-1 1 0 0 0,1-1 64 0 0,0 0-64 0 0,1 1 0 0 0,0 0 0 0 0,0-1 0 0 0,-1 1 64 0 0,2-1-64 0 0,-2 0 0 0 0,0 0 0 0 0,-1 0 0 0 0,-1-2 0 0 0,0 0 0 0 0,0-1 0 0 0,-2 0 64 0 0,1-1-64 0 0,1 2 0 0 0,0 0 0 0 0,1 1 0 0 0,0 0 0 0 0,1 1 0 0 0,-1-1 64 0 0,0 1-64 0 0,2 0 0 0 0,0 0 0 0 0,-1-1 64 0 0,-2 1-64 0 0,-1 0-104 0 0,-1 0-40 0 0,-2 0-8 0 0,-2 1 0 0 0,0 0 280 0 0,0-1 64 0 0,-1 1 0 0 0,0-1 8 0 0,-1 0-200 0 0,0 0 64 0 0,0 0-64 0 0,0 1 0 0 0,6 0-544 0 0,2 2 328 0 0,-1 0 360 0 0,-2-1 72 0 0,-3-1 8 0 0,-2 0 8 0 0,-1-1-232 0 0,-1-1 64 0 0,-1 0-64 0 0,1 0 0 0 0,0 1 0 0 0,0-1 0 0 0,-1 1 0 0 0,2 0 0 0 0,-1-1 0 0 0,0 0 64 0 0,1 1-64 0 0,0-1 0 0 0,1 1 0 0 0,1 0 0 0 0,0 0 0 0 0,1 0 0 0 0,-3 0 0 0 0,0 0 0 0 0,-1 0 0 0 0,-1 0 0 0 0,0 0 0-2 645,0-1 0-2-100,-1 0 0 4-545,1 0-160 0 0,0 0-344 3 1210,-1 0 240-3-1210,-1 1 448 0 0,-1 0 88 0 0,-3 0 16 0 0,-1 1 8 0 0,-2 0-232 0 0,0 0-64 0 0,1 2 0 0 0,0-1 0 0 0,0 1 0 0 0,-1-1 0 0 0,2 0 0 0 0,-1 0 0 0 0,0 0 0 0 0,0 0 0 0 0,-2-1 64 0 0,0 0-64 0 0,-2 0-64 0 0,0-1 64 0 0,-1 0-992 0 0,-1-1-1168 0 0,0-1-23503 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1-28T11:54:13.302"/>
    </inkml:context>
    <inkml:brush xml:id="br0">
      <inkml:brushProperty name="width" value="0.1" units="cm"/>
      <inkml:brushProperty name="height" value="0.6" units="cm"/>
      <inkml:brushProperty name="color" value="#849398"/>
      <inkml:brushProperty name="inkEffects" value="pencil"/>
    </inkml:brush>
  </inkml:definitions>
  <inkml:trace contextRef="#ctx0" brushRef="#br0">1 0 5064 193040 55484,'0'0'448'0'0,"0"0"-352"0"0,0 0-96 0 0,0 0 0 0 0,0 0 1264 0 0,0 0 1784 0 0,0 0-1488 0 0,0 0-640 0 0,0 0-128 0 0,0 0-24 0 0,0 0-8 0 0,0 0 32 0 0,0 0 8 0 0,2 1-1 0 0,5 1 697 0 0,6 1-152 0 0,3 0-672 0 0,3 0-240 0 0,3 0 320 0 0,3 1-384 0 0,0-1-232 0 0,0 1-40 0 0,-1-1-16 0 0,0 1 0 0 0,-1 0-80 0 0,1 0 0 0 0,-1 0 0 0 0,0 1 64 0 0,-1 1-64 0 0,0-1 0 0 0,-3 2 0 0 0,0 1 0 0 0,-3 1 120 0 0,-2 1-24 0 0,-2 0 0 0 0,-1 4 0 0 0,-3 1 144 0 0,-3 2 24 0 0,-2 1 8 0 0,-3 3 0 0 0,-3 1 168 0 0,-3 2 32 0 0,-3 2 8 0 0,-4 0 0 0 0,-4 1-56 0 0,-3 1-8 0 0,-3-1 0 0 0,-2 0 0 0 0,-1 0-144 0 0,2-2-32 4 535,1-2-8-10 113,2-1 0 6-648,0-3-144 0 0,1-3-88 0 0,1-3 96 0 0,0-6-96 0 0,0-3-96 0 0,1-4-80 0 0,2-4-16 0 0,0-6-1352 0 0,1-8-1680 0 0,2-5 1576 0 0,4 3-20263 0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1-28T11:54:21.785"/>
    </inkml:context>
    <inkml:brush xml:id="br0">
      <inkml:brushProperty name="width" value="0.1" units="cm"/>
      <inkml:brushProperty name="height" value="0.6" units="cm"/>
      <inkml:brushProperty name="color" value="#849398"/>
      <inkml:brushProperty name="inkEffects" value="pencil"/>
    </inkml:brush>
  </inkml:definitions>
  <inkml:trace contextRef="#ctx0" brushRef="#br0">15 4192 8576 186899 53120,'0'0'936'0'0,"-1"0"-936"0"0,0 0 0 0 0,0 0 608 0 0,0 0 112 0 0,0-1 16 0 0,-1-2 728 0 0,0-2-752 0 0,0-2 0 0 0,0-2 0 0 0,1-3-400 0 0,1-3-88 0 0,1-1-8 0 0,0-3-8 0 0,0-3 183 0 0,1-1 41 0 0,1-1 8 0 0,0-2 0 0 0,-1-1 0 0 0,1-1 0 0 0,0-1 0 0 0,-1-2 0 0 0,1-1-136 0 0,0-2-24 0 0,-1-1-8 0 0,0-2 0 0 0,0 0-112 0 0,1 0-16 0 0,0-1-8 0 0,0 0 0 0 0,-1-2-48 0 0,1-1-16 0 0,0-4 0 0 0,0-4 0 0 0,0-3-8 0 0,0-2-64 0 0,1-4 96 0 0,-1-3-32 0 0,1-3-64 0 0,1 0 0 595-6,2 0 72 73 12,1-1-72-152-12,2 0 0-516 6,1 0-144 0 0,2 0 24 0 0,2 1 8 0 0,2 0 264 0 0,2 3 48 0 0,1 2 16 643 1,2 2 0-25-1,0 3-152 31 4,-2 2-64-28-11,0 2 0-9 7,1-9 128-612 0,2-3-128 0 0,1-1 96 0 0,-1 0-32 0 0,0 0-64 0 0,1 1 96 0 0,-1-1-96 0 0,1 1 96 519 7,-1-1-96 239-8,0 0 0-124-1,2 1 0-97-2,1-2 0-7 9,-1 1 0-530-5,1 1 0 499-4,2 0 0-499 4,2 0 0 0 0,1 3 0 0 0,2 2 0 0 0,1 3 0 591 1,2 4 0-70-2,2 2 0-521 1,0 1 0 0 0,1 3 0 0 0,1 2 0 0 0,2 1 0 540 3,0 1 0 2-2,1 2 0-38 3,7-4 0-504-4,2-1 0 0 0,1 1 0 0 0,6-2 0 544-5,2-1 0-544 5,-3 2 0 0 0,-1 3 0 0 0,-1 3 0 552 1,-1 3 0-552-1,-1 2 0 0 0,1 0 0 0 0,-1 2 0 0 0,-1 0 0 507-4,-1 2 0-507 4,0 1 0 529 0,-1 1 0-27 2,0 2 0-502-2,0 3 0 0 0,2 1 0 0 0,0 3 0 0 0,9 0 0 0 0,1 2 0 0 0,-2 2 0 0 0,-4 3 0 0 0,-5 1 0 0 0,-3 1 0 0 0,-3 2 0 0 0,-1 0 0 0 0,-1 0 0 552 1,0 1 0-552-1,2-1 0 0 0,0 2 0 0 0,1-1 0 0 0,2 2 0 0 0,0 0 0 0 0,2 1 0 0 0,-1 1 0 0 0,1 2 0 0 0,2 0 0 539 1,0 2 0-539-1,0 2 0 0 0,0 1 0 0 0,2 1 0 0 0,1 2 0 0 0,-1 0 0 0 0,-4 2 0 0 0,-4 1 0 622 2,1 3 0-622-2,-1 2 0 0 0,-1 1 0 0 0,-2 0 0 0 0,-2-1 0 0 0,-1 1 0 0 0,0-1 0 0 0,0-1 0 0 0,-1 0 0 0 0,9 3 0 0 0,3 1 0 0 0,2 0 0 0 0,2 1 0 0 0,-1 0 0 0 0,0 0 0 0 0,-2 2 0 0 0,-1 3 0 0 0,-1 1 0 0 0,-3 1 0 0 0,-2 1 0 0 0,-2 1 0 0 0,-1 2 0 0 0,-2 1 0 0 0,-1 0 0 0 0,-1 0 0 0 0,-2 1 0 0 0,-1 1 0 0 0,-1-2 80 0 0,2 0-80 0 0,1 0 0-7 781,1-1 0 4-246,-1 1 0 3-535,2 1 0 0 0,-1 0 64 0 0,0 1-64 0 0,-2 1 0 0 0,-1 2 0 0 0,0 2 72 0 0,-2 2-8 0 0,-1 2-64 0 0,-2 2 96 0 0,1 1-96 0 0,0 2 88 0 0,0 2-88 0 0,0 0 80 0 0,0 2 72 0 0,-2 2 8 0 0,-3 3 8 0 0,0 2 0 0 0,-3 6-72 0 0,-2 3-24 0 0,-1 4 0 0 0,-2 3 0 0 0,0 0 24 0 0,-2 1 0 0 0,-1-1 0 0 0,-2 1 0 0 0,-2 0-96 0 0,0-1 64 0 0,0-3-64 0 0,0-2 64 0 0,1-3-64-548 2,-1-5 0 548-2,0-3 0 0 0,0-4 0 0 0,-2-1 0 0 0,-1-3 80 0 0,-1-2-80 0 0,0 0 80 0 0,-2-1 48-582-4,0 0 0-19 10,-1 1 8-48-5,-2 8-504 128-5,-2 10-920 521 4,-1 11-12727 0 0,-1-9 4263 0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1-28T11:54:22.356"/>
    </inkml:context>
    <inkml:brush xml:id="br0">
      <inkml:brushProperty name="width" value="0.1" units="cm"/>
      <inkml:brushProperty name="height" value="0.6" units="cm"/>
      <inkml:brushProperty name="color" value="#849398"/>
      <inkml:brushProperty name="inkEffects" value="pencil"/>
    </inkml:brush>
  </inkml:definitions>
  <inkml:trace contextRef="#ctx0" brushRef="#br0">1 350 5984 191281 56528,'1'0'264'0'0,"1"1"120"0"0,0 0-384 0 0,-1 0 0 0 0,0 1 760 0 0,0 2 1056 0 0,-1 1-888 0 0,0 1-360 0 0,0 2-72 0 0,1 2-16 0 0,2 5 672 0 0,0 4-448 0 0,2 3 0 0 0,1 3 8 0 0,0 2-112 0 0,2 3-24 0 0,0 1-9 0 0,2 1 1 0 0,0 0-120 0 0,2 0-32 0 0,0-2 0 0 0,2-1 0 0 0,2-3-40 0 0,0-2-16 0 0,1-2 0 0 0,4-4 512 0 0,2-4-336 0 0,1-7 8 0 0,0-6 0 0 0,0-6 24 0 0,4-13 584 0 0,3-10-576 0 0,1-6-120 0 0,0-8-16 0 0,1-6-8 0 0,9-19 136 0 0,4-12-488 0 0,2-5-16 0 0,5-12-464 0 0,5-12-768 0 0,2-7-13743 1149 0,-8 15 4503-1149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1-28T11:54:24.718"/>
    </inkml:context>
    <inkml:brush xml:id="br0">
      <inkml:brushProperty name="width" value="0.1" units="cm"/>
      <inkml:brushProperty name="height" value="0.6" units="cm"/>
      <inkml:brushProperty name="color" value="#849398"/>
      <inkml:brushProperty name="inkEffects" value="pencil"/>
    </inkml:brush>
  </inkml:definitions>
  <inkml:trace contextRef="#ctx0" brushRef="#br0">336 45 4608 195692 57248,'1'0'408'0'0,"2"-1"-328"701"0,2-1-80 152-6,2-3 1688 865 6,1-3 2392-297 5,0-1-2000-811-7,-1 2-680-14 0,-2 1-144-60 7,-2 3-25-536-5,-2 0-7 530-6,0 2-232-23 13,-3 1-40-507-7,-2 0-16 0 0,-4 1 0 0 0,-2 1-336 0 0,-2 1-72 0 0,-2 2-16 0 0,-2 1 0 0 0,-2 3-168 0 0,-2 2-40 0 0,-1 2-8 0 0,-3 3 0 0 0,0 3 32 0 0,0 2 8 0 0,0 2 0 0 0,0 4 0 0 0,0 1 40 0 0,0 1 8 0 0,2 3 0 0 0,2 1 0 0 0,3 1-256 5-624,4-1-56-5 624,3-1-8 0 0,3-1 0 0 0,4 0 16 0 0,4-2 0 0 0,3-1 0 0 0,5-2 0 0 0,2-1-80 0-601,4-1 0 0 601,4-4 0 0 0,5-2 64 0 0,3-4-64 0 0,6-3 0 0 0,4-4 0 0 0,14-5-1208 0 0,18-8-1480 0 0,-4-4-22255 0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1-28T11:54:56.321"/>
    </inkml:context>
    <inkml:brush xml:id="br0">
      <inkml:brushProperty name="width" value="0.1" units="cm"/>
      <inkml:brushProperty name="height" value="0.6" units="cm"/>
      <inkml:brushProperty name="inkEffects" value="pencil"/>
    </inkml:brush>
  </inkml:definitions>
  <inkml:trace contextRef="#ctx0" brushRef="#br0">81 15 2760 200726 57787,'0'0'248'0'0,"0"0"-248"0"0,0 0 0 0 0,0 0 1312 0 0,0 0 208 0 0,0 0 48 0 0,0 0 0 0 0,1-1-488 0 0,0 1-104 0 0,0-1-16 0 0,0 1-8 0 0,0-1-152 0 0,-1 1-32 0 0,1-1-8 0 0,0 0 0 0 0,1-1-73 0 0,-1-1 657 0 0,0 2-72 0 0,0-1-696 0 0,0 1 0 0 0,-1 1 0 0 0,0-1-48 0 0,0 1-16 0 0,0 0 0 0 0,0 0 384 0 0,0 0-536 0 0,0 1-8 0 0,0-1 0 0 0,0 0-64 0 0,0 0-24 0 0,0 0 0 0 0,0 2 0 0 0,1 2-24 0 0,0 7 224 0 0,0 4-232 0 0,0 4 16 0 0,-1 2 0 0 0,-1 3 0 0 0,-1 4 0 0 0,1 5-8 0 0,0 3 0 0 0,-2 5 0 0 0,-1 12 176 0 0,-1 8-256 0 0,-1 2 0 0 0,1-1 0 0 0,-1-3-48 0 0,0-4-16 0 0,-2-5 0 0 0,1-5 0 0 0,0-3 32 0 0,0-6 0 0 0,1-2 0 0 0,0 0 0-1030-4,0-2-64 1030 4,1-4-64 0 0,2-7-224-1483 4,0-7-440 843-3,3-11-1184 640-1,3-10 104 0 0,1-4-23951 0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1-28T11:54:57.065"/>
    </inkml:context>
    <inkml:brush xml:id="br0">
      <inkml:brushProperty name="width" value="0.1" units="cm"/>
      <inkml:brushProperty name="height" value="0.6" units="cm"/>
      <inkml:brushProperty name="inkEffects" value="pencil"/>
    </inkml:brush>
  </inkml:definitions>
  <inkml:trace contextRef="#ctx0" brushRef="#br0">11 93 5528 197077 57491,'0'0'488'0'0,"0"0"-392"0"0,0 0-96 0 0,0 0 0 0 0,0 0 1600 0 0,0 0 2240 0 0,0 0-1872 0 0,0 0-544 0 0,0 0-112 0 0,0 0-17 0 0,0 0 921 0 0,0 0-536 0 0,0 0-144 0 0,0 0-856 0 0,0 0-8 0 0,1-1 0 0 0,2-2-264 0 0,1-2-56 0 0,3-2-16 0 0,5-2 200 0 0,3-1-360 0 0,4 0-8 0 0,1 0 0 0 0,2 0-56 0 0,1 2-16 0 0,2 2 0 0 0,2 0 0 0 0,0 1-32 0 0,5 3 0 0 0,2 3 32 0 0,-1 1-16 0 0,1 5 64 0 0,5 8-8 0 0,4 5-72-5 572,3 4 0 17 212,1 1 0-12-784,-7 1 56 0 0,-6 0 8 536-2,-5 1 0 78 6,-3 1 0-614-4,1 2 0 0 0,-3 3 0 0 0,-3 3 0 0 0,-6 4 0 0 0,-4 4 24 0 0,-6 4 8 0 0,-4 3 0 0 0,-5 12 192 0 0,-6 13 64 0 0,-8 11 40 0 0,-4-2-200 0 0,-4-6 0 0 0,-3-8 0 0 0,-2-7-256 0 0,-1-6 0 0 0,-1-6 0 0 0,-6 1 0 0 0,-8 0 0 0 0,-2-7 0 0 0,1-10 136 0 0,2-11 88 0 0,1-10 8 0 0,2-11 8 0 0,-11-18-840-503 1,-1-12 360-72-3,3-21-2640-47 4,9-10-8792 632-514,12 4-5575-10 512</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1-28T11:55:15.714"/>
    </inkml:context>
    <inkml:brush xml:id="br0">
      <inkml:brushProperty name="width" value="0.1" units="cm"/>
      <inkml:brushProperty name="height" value="0.6" units="cm"/>
      <inkml:brushProperty name="inkEffects" value="pencil"/>
    </inkml:brush>
  </inkml:definitions>
  <inkml:trace contextRef="#ctx0" brushRef="#br0">517 39 7856 201991 58610,'0'0'856'0'0,"0"0"-856"0"0,1-1 0 0 0,0-1 1336 0 0,1-1 1880 0 0,0 1-392 0 0,0 0-689 0 0,-1-1-1079 0 0,2 0-240 0 0,-1-1-48 0 0,0 0-16 0 0,-1 1 576 0 0,0 0-264 0 0,-1 2-536 0 0,0-1-72 0 0,-2 0-8 0 0,1 1-8 0 0,0 0 0 0 0,-1 0-120 0 0,-3 2 256 0 0,-2 2-288 0 0,-2 2-64 0 0,-4 6 200 0 0,-6 7-48 0 0,-2 5-216 0 0,-1 2 0 0 0,0 1 0 0 0,0 2-24 593-4,0 2-8-593 4,-1 1 0 0 0,-1 0 0 0 0,0 2-8 0 0,-2 2-8 0 0,-1 1 0 0 0,0 3 0 0 0,-2 0-32 0 0,-2 12 64 0 0,1 4-72 0 0,2 2 16 0 0,5-3 0 0 0,2-1 0 0 0,4-4 0 0 0,3-4-8 0 0,3-3 0 0 0,4-4 0 0 0,3-2 0 0 0,4-3-80 0 0,3-3 96 0 0,1 0-96 0 0,3-4 96 0 0,3-1-96-545-5,3-3 0 48 11,4-1 72 497-6,3-3-72-575-4,4-4 0-47 5,3-2 0 113-1,4-2 0 509 0,8-5 64 0 0,3-3-64 0 0,2-5 0 0 0,9-7-536 0 0,11-10-728 0 0,3-6-10600 0 0,-9 2-5751 0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1-28T11:55:16.297"/>
    </inkml:context>
    <inkml:brush xml:id="br0">
      <inkml:brushProperty name="width" value="0.1" units="cm"/>
      <inkml:brushProperty name="height" value="0.6" units="cm"/>
      <inkml:brushProperty name="inkEffects" value="pencil"/>
    </inkml:brush>
  </inkml:definitions>
  <inkml:trace contextRef="#ctx0" brushRef="#br0">6 42 1376 200373 56406,'0'0'128'0'0,"0"-1"-128"0"0,0 1 2200 0 0,0-1 416 0 0,0 0 80 0 0,0 1 1816 0 0,0 0-2896 0 0,-1-2-41 0 0,0 0-7 0 0,0 1-352 0 0,0-1 1040 0 0,1 1-1136 0 0,-1 1-248 0 0,1 0-48 0 0,0-1-16 0 0,0 1 0 0 0,0 0-168 0 0,0 1-32 0 0,0-1 0 0 0,0 0 376 0 0,0 0-648 0 0,2 1-8 0 0,4 2 200 0 0,4 1-352 0 0,4 0-8 0 0,3 0 0 0 0,2-1-64 0 0,5-1-8 0 0,2-3-8 0 0,3-1 0 0 0,3-2-88 0 0,2 0 64 0 0,1-1-64 0 0,0-1 64 0 0,-1 1-64 0 0,1 0 0 0 0,-2 0 0 3 617,0 1 0 6-94,-3 1-120-9-523,-2 0-40 0 0,-3 1 0-10 506,-3 0-1008 5 692,-5 1-1200 5-1198,-5 4-13743 6 629,-3 1 4959-6-629</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1-28T11:55:16.494"/>
    </inkml:context>
    <inkml:brush xml:id="br0">
      <inkml:brushProperty name="width" value="0.1" units="cm"/>
      <inkml:brushProperty name="height" value="0.6" units="cm"/>
      <inkml:brushProperty name="inkEffects" value="pencil"/>
    </inkml:brush>
  </inkml:definitions>
  <inkml:trace contextRef="#ctx0" brushRef="#br0">10 1 13360 202893 63194,'-1'1'1184'0'0,"0"1"-944"0"0,-1 1-240-661 6,0 1 0 85-7,0-2 1823 29 4,1 2 321 547-3,0-1 64 0 0,2 1 1304 0 0,1 1-2408 0 0,3 1-40 0 0,7 0 640 0 0,9-1-592 0 0,11-1-320 0 0,4-2-608 0 0,2-2-16 0 0,4-1 0 0 0,0-1-168 0 0,-2 0 0-489-9,3-2-912-29 14,6 0-1392 518-5,0-1-8831-498 0,-9 1-5281 498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1-28T11:55:22.264"/>
    </inkml:context>
    <inkml:brush xml:id="br0">
      <inkml:brushProperty name="width" value="0.1" units="cm"/>
      <inkml:brushProperty name="height" value="0.6" units="cm"/>
      <inkml:brushProperty name="inkEffects" value="pencil"/>
    </inkml:brush>
  </inkml:definitions>
  <inkml:trace contextRef="#ctx0" brushRef="#br0">1 344 920 204407 47139,'0'0'80'0'0,"0"0"-80"0"0,0 0 0 0 0,0 0 984 0 0,0 0 1376 0 0,0 0-1152 0 0,0 0-880 0 0,0 0-48 0 0,0 0-168 0 0,0 0-176 0 0,0 0 64 0 0,0 0-104 0 0,0 1 8 0 0,0 1 8 0 0,0-1 0 0 0,0 0 0 0 0,0 0 88 0 0,0-1-104 0 0,0 1 40 0 0,0-1 64 0 0,0 0 0 0 0,0 0 0 0 0,0 0 0 0 0,0 0 0 0 0,0 0 160 0 0,0 0 48 0 0,0 0 8 0 0,0 0 0 0 0,0 0 232 0 0,0 0 40 0 0,0 0 16 0 0,0 0 0 0 0,0 0-96 0 0,0 0-24 0 0,0 0 0 0 0,0 0 0 0 0,0 0-200 0 0,0 0-48 0 0,0 2-8 0 0,0 1 0 0 0,0-1 224 0 0,0 1 48 0 0,0-2 8 0 0,0 0 0 0 0,1 2 120 0 0,0-1 24 0 0,0 1 8 0 0,0-1 0 0 0,-1-1-8 0 0,1 0 0 0 0,-1-1 0 0 0,0 2-1 0 0,0 0-7 0 0,0 1 0 0 0,0-2 0 0 0,0 3 0 0 0,-1 0 64 0 0,0 2 0 0 0,0 0 8 0 0,0-2 0 0 0,0-1 96 0 0,1-1 760 0 0,0-1-736 0 0,0 0-296 0 0,0-1 312 0 0,0 0-384 0 0,0-1 48 0 0,2 0 16 0 0,2-1 0 0 0,2-3 0 0 0,2-2-128 0 0,3-2-24 0 0,3-4-8 0 0,1-1 0 0 0,2-3-112 0 0,0-2-16 0 0,1-2-8 0 0,2-1 0 0 0,3-1-72-2 689,2 0-64 8-11,3 0 72-11-16,1 1-72 5-662,1 2 0 0 0,0 3 0 0 0,-2 2 0 0 0,-1 3 0 0 0,-3 2 0 0 0,-3 4 0 0 0,-2 5 0 0 0,-3 4 0 0 0,-1 5 0 0 0,-1 4 64 0 0,-2 3-64 0 0,-1 4 0 0 0,-2 3 0 0 0,0 2 0 0 0,-1 1 0 0 0,-1 3 0 0 0,1 0 0 0 0,2 2 0 0 0,-1-3 0 0 0,2-1 0 0 0,2-1 0 0 0,2-3 0 0 0,3-2 0 0 0,3-4 0 0 0,3-2 136 0 0,3-3-16 0 0,4-5-8 0 0,4-3 0 0 0,4-5 88 0 0,5-3 24 10 640,2-4 0-18 118,1-5 0 8-758,2-2-56 0 0,0-4-8 0 0,0-3 0 0 0,1-4 0 0 0,2-2-88 0 0,0-4-72 0 0,0-1 96 0 0,1-2-96 0 0,-3 1 0 3 603,-2 0 0-11 45,-4 2 0 15 59,-1-2-736-7-707,-3 0-944 0 0,-9 5 824 0 0,-8 5-3488 0 0,-9 7-19359 0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1-28T11:55:22.741"/>
    </inkml:context>
    <inkml:brush xml:id="br0">
      <inkml:brushProperty name="width" value="0.1" units="cm"/>
      <inkml:brushProperty name="height" value="0.6" units="cm"/>
      <inkml:brushProperty name="inkEffects" value="pencil"/>
    </inkml:brush>
  </inkml:definitions>
  <inkml:trace contextRef="#ctx0" brushRef="#br0">377 1 11400 206835 49624,'0'0'1240'0'0,"2"0"64"0"0,1 1 1823 0 0,3 0-367 0 0,1-1-624 0 0,2 2-1080 0 0,0 1-288 0 0,0 3-56 0 0,-2 3-8 0 0,0 3-8 0 0,-2 2-216 0 0,-1 3-32 0 0,-1 2-16 0 0,-2 4 0 0 0,-2 2-48 0 0,-1 3-16 0 0,-2 2 0 0 0,0 3 0 0 0,-2 2-48 0 0,-3 11 288 0 0,-3 5-304 0 0,-4 2 8 0 0,-2-1 0 0 0,-2-1 0 0 0,-3-2 0 0 0,-1-3-312 0 0,-3-3 0 0 0,-1-3 0 0 0,-1-3-96 0 0,2-3 96 1 729,2-4 64-4-8,0-4-64-565 5,-1-3-152 568-726,-3-5-472-509-3,-2-9-728 509 3,4-12-1040 0 0,5-16-13623 0 0,8-5 4919 0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1-28T11:55:23.044"/>
    </inkml:context>
    <inkml:brush xml:id="br0">
      <inkml:brushProperty name="width" value="0.1" units="cm"/>
      <inkml:brushProperty name="height" value="0.6" units="cm"/>
      <inkml:brushProperty name="inkEffects" value="pencil"/>
    </inkml:brush>
  </inkml:definitions>
  <inkml:trace contextRef="#ctx0" brushRef="#br0">267 7 5064 206683 52992,'-1'0'496'0'0,"0"-1"-496"0"0,0 0 0 0 0,-2-1 3136 0 0,-1 1 568 0 0,-1-1 112 0 0,-1 4 1575 0 0,-2 1-4303 0 0,-3 4-88 0 0,0 1-16 0 0,-3 4-248 0 0,0 3-40 0 0,-1 4-16 0 0,-3 5 0 0 0,-1 2-144 0 0,-1 5-32 0 0,-2 3-8 0 0,0 4 0 0 0,2 3-144 0 0,3 1-24-513-2,2-1-8-131 587,4 1 0 72-580,4-3-128 64-7,5 0-24 508 2,5-4-8 0 0,5-1 0 0 0,4-3-96-3 548,5-3-64 3-548,6-3 64 0 0,3-3-64 0 0,3-5 0 0 0,2-3 0 0 0,1-5 0 0 0,10-4-408 0 0,11-7-600 0 0,13-9-1192 0 0,4-5 288 0 0,-11 0-24191 0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1-28T11:55:24.050"/>
    </inkml:context>
    <inkml:brush xml:id="br0">
      <inkml:brushProperty name="width" value="0.1" units="cm"/>
      <inkml:brushProperty name="height" value="0.6" units="cm"/>
      <inkml:brushProperty name="inkEffects" value="pencil"/>
    </inkml:brush>
  </inkml:definitions>
  <inkml:trace contextRef="#ctx0" brushRef="#br0">267 1 2760 208860 52356,'0'0'272'0'0,"0"0"-272"0"0,0 0 0 0 0,0 2 0 0 0,1 2 2864 0 0,0 2 544 0 0,0 3 112 0 0,0 4 16 0 0,0 3-1913 0 0,-1 4-383 0 0,0 6-80 0 0,0 4-8 0 0,-3 7-272 0 0,-1 6-48 0 0,-1 6-16 0 0,-2 6 0 0 0,-3 6-248 0 0,-1 5-56 0 0,-3 4 0 0 0,-1 4-8 0 0,-2 1-248 0 0,-4 13 136 0 0,0 0-200-636 1,0-3-32-94-2,2-10-16 25 0,2-10 0 58 2,2-8 0 117-1,2-9-80 530 0,2-8-64 0 0,1-6 96-561-5,0-1-568 561 5,0-4-792-497 8,2-6-1008 497-8,3-13-1384-517 0,1-8-17247 517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1-28T11:55:24.526"/>
    </inkml:context>
    <inkml:brush xml:id="br0">
      <inkml:brushProperty name="width" value="0.1" units="cm"/>
      <inkml:brushProperty name="height" value="0.6" units="cm"/>
      <inkml:brushProperty name="inkEffects" value="pencil"/>
    </inkml:brush>
  </inkml:definitions>
  <inkml:trace contextRef="#ctx0" brushRef="#br0">412 100 5528 206231 52159,'0'0'488'0'0,"0"0"-392"0"0,-1-1 2072 0 0,-1-2 408 0 0,0-1 80 0 0,0 0 24 0 0,0 0-1081 0 0,-1-2-223 0 0,1 0-32 0 0,0 1-16 0 0,2-1-488 0 0,1 0-96 0 0,0 0-16 0 0,2 0-8 0 0,1-1-304 0 0,1 0-56 0 0,3 0-8 0 0,2 2-8 0 0,3-1-104 0 0,7 1 200 0 0,4 2-224 0 0,2 0-40 0 0,0 4-8 0 0,1 3 0 0 0,2 4 0 0 0,1 4-8 0 0,1 5-8 0 0,1 3 0-3 600,0 5 0 3-600,-1 4-24 0 0,-1 5-8 0 0,-2 4 0 0 0,-3 4 0 0 0,-3 5 24 0 0,-2 4 8 0 0,-5 2 0 0 0,-3 5 0 0 0,-3 2 40 0 0,-6 1 16 0 0,-3 2 0 0 0,-9 14 216 0 0,-7 8-208 0 0,-6 2 0 0 0,-13 13 200 6 745,-8 4-216-18-171,-20 19 360 12-574,-7 0-400-504 3,1-10-8-22-9,4-14 0-39 7,8-15-112-12-1,6-16-40-62-1,6-13 0-39 4,5-12 0 148-1,2-11 0 530-2,2-10 0-563-6,0-9 0-102 7,1-11 0 50-4,0-12-104 44 11,0-10-24-116-16,3-11 0-94 12,1-19-792 173-2,5-22-960 608-2,11-9-10056 0 0,6 7-5735 0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1-28T11:55:27.319"/>
    </inkml:context>
    <inkml:brush xml:id="br0">
      <inkml:brushProperty name="width" value="0.1" units="cm"/>
      <inkml:brushProperty name="height" value="0.6" units="cm"/>
      <inkml:brushProperty name="inkEffects" value="pencil"/>
    </inkml:brush>
  </inkml:definitions>
  <inkml:trace contextRef="#ctx0" brushRef="#br0">40 114 10592 196806 55400,'0'1'944'1123'-1,"-1"0"-752"770"-5,-3 1 1336-347 11,-1-1 264-882-5,-1 1 63-48-5,1-2 1-43 5,-1 1-576-26 3,1-1-112-547-3,2 0-24 0 0,1 0-8 0 0,1 0-304 562-3,0 0-64-562 3,1 0-16 0 0,0 0 0 0 0,0 0-288 0 0,1 0-56 0 0,-1 0-16 0 0,0 0 0 0 0,1-2-104 0 0,1 0-16 0 0,2 0-8 0 0,2-2 0 0 0,3 0-16 0 0,4 0-8 0 0,2 0 0 0 0,2 0 0 506 6,3 0-48 30-9,3 0-16-536 3,4-1 0 0 0,3 1 0 0 0,4-2-104 0 0,1 1-72 0 0,3-1 96 508 0,1 0-96-508 0,1 1 96 0 0,-2 0-32 0 0,1 0 0 0 0,0 0-64 0 0,-2 1 0 0 0,-2-1 0 0 0,-2 1 0 0 0,-3-1-72 0 0,1 1-872 0 0,-2 0 608 0 0,-4 0-3272 0 0,-6 1-7103 0 0,-6 1-5033 0 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1-28T11:55:27.520"/>
    </inkml:context>
    <inkml:brush xml:id="br0">
      <inkml:brushProperty name="width" value="0.1" units="cm"/>
      <inkml:brushProperty name="height" value="0.6" units="cm"/>
      <inkml:brushProperty name="inkEffects" value="pencil"/>
    </inkml:brush>
  </inkml:definitions>
  <inkml:trace contextRef="#ctx0" brushRef="#br0">10 1 19295 204913 53269,'-3'2'2088'0'0,"-1"4"-2088"0"0,1 4 968 0 0,5 5 1304 0 0,5 3-312 0 0,4 0-1240 0 0,4-3-16 0 0,2-2 0 0 0,2-3-280 0 0,3-2-56 0 0,3-4-16 0 0,4-1 0 0 0,3-4-208 0 0,4-1-48 0 0,6-3 0 0 0,10-3-256 0 0,12-1-472 0 0,3-1 304 0 0,11 0-4096 0 0,-8 0-20575 0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1-28T11:55:28.446"/>
    </inkml:context>
    <inkml:brush xml:id="br0">
      <inkml:brushProperty name="width" value="0.1" units="cm"/>
      <inkml:brushProperty name="height" value="0.6" units="cm"/>
      <inkml:brushProperty name="inkEffects" value="pencil"/>
    </inkml:brush>
  </inkml:definitions>
  <inkml:trace contextRef="#ctx0" brushRef="#br0">208 1158 1376 202248 57185,'0'0'64'0'0,"0"0"8"0"0,0 0-72 0 0,-1 2 0 0 0,0 1 1384 0 0,-1 0 264 0 0,-1 2 48 0 0,-2 1 16 0 0,-1 0-1104 0 0,-1 2 136 0 0,0 2-408 0 0,2 1 240 0 0,-1 0 56 0 0,0 1 8 0 0,0 0 0 0 0,0 0 192 0 0,0 1 48 0 0,-1 1 8 0 0,0-2 0 0 0,0 0 103 0 0,-2 1 1033 0 0,-1-1-1008 0 0,2-2-72 0 0,1-3-16 0 0,1-2 0 0 0,-2-1 0 0 0,1-2-160 0 0,-1-2-40 0 0,-1-3-8 0 0,2-3 0 0 0,-1-2-232 0 0,1-5-40 0 0,1-2-16 0 0,0-4 0 0 0,1-4-168 0 0,1-4-32 0 0,2-4-8 0 0,0-5 0 0 0,1-6-128 0 0,1-5-32 0 0,2-6-64 0 0,2-5 96 0 0,3-6-96 0 0,2-4 0 0 0,3-4 64 0 0,1-2-64 536 2,4 1 0-13 1,2 2 0-523-3,3 5 0 0 0,2 4 0 0 0,4 4 0 0 0,2 6 0 0 0,-1 5 64 0 0,1 4-64 0 0,0 3 0 0 0,2 4 0 0 0,-1 4 0 0 0,2 3 0 0 0,-1 3 0 538-3,1 5 0 10 5,1 4 0 16-5,2 5 0-29 4,-2 3 0 1-4,-2 3 0-536 3,-4 2 64 0 0,-2 5-64 562 0,-2 3 64 79-1,-3 6 0-84 6,-1 5-64-557-5,-1 6 96 0 0,-2 6-32 535-2,-1 5 0-15 0,-1 6-64-520 2,-3 5 96 0 0,-3 4-96 0 0,-2 5 88 0 0,-2 4-88 0 0,-3 4 80 0 0,-3 1-80 0 0,-3 0 80 0 0,-3 1-80 0 0,-3-1 80 0 0,-1-2 16 0 0,-3 1 0 0 0,-2-2 0 0 0,-4 2 0 0 0,-2-1 48 0 0,-5 1 16 0 0,-3-1 0 0 0,-5 0 0 0 0,-4 0 0 0 0,-3-1 8 0 0,0-2 0 0 0,-1-1 0 0 0,1-3-48-520 2,0-5-16 520-2,3-5 0-505-5,2-5 0 505 5,2-6-40-524 8,2-6-64 524-8,2-7 88 0 0,2-6-88-517-6,4-8 0-138 7,1-8 0 41-2,3-9 0 48 7,2-14-328 566-6,1-21-432 0 0,7-23-248 0 0,11-19-352 0 0,16-12-15767 0 0,5 10 5175 0 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1-28T11:55:28.784"/>
    </inkml:context>
    <inkml:brush xml:id="br0">
      <inkml:brushProperty name="width" value="0.1" units="cm"/>
      <inkml:brushProperty name="height" value="0.6" units="cm"/>
      <inkml:brushProperty name="inkEffects" value="pencil"/>
    </inkml:brush>
  </inkml:definitions>
  <inkml:trace contextRef="#ctx0" brushRef="#br0">24 6 20303 204833 56669,'0'0'2200'0'0,"0"0"-2200"0"0,0 0 0 0 0,0 0 1192 0 0,0 0 200 0 0,-3 2 40 0 0,1-1 8 8 511,-3 2-656-8-511,1-1-128 0 0,0-1-24 0 0,2 1-8 0 0,0-2-400 0 0,1 1-72 0 0,1-1-24 0 0,0-1-328 0 0,6-3-672-7 555,3-2-11208 7-555,0-1-5927 0 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1-28T11:55:30.126"/>
    </inkml:context>
    <inkml:brush xml:id="br0">
      <inkml:brushProperty name="width" value="0.1" units="cm"/>
      <inkml:brushProperty name="height" value="0.6" units="cm"/>
      <inkml:brushProperty name="inkEffects" value="pencil"/>
    </inkml:brush>
  </inkml:definitions>
  <inkml:trace contextRef="#ctx0" brushRef="#br0">132 123 1376 205248 57093,'0'0'128'0'0,"0"0"-128"0"0,0 0 2592 0 0,0 0 3672 0 0,0 0-1464 0 0,0 0-3521 0 0,0 0-63 0 0,0 0-8 0 0,0 0-200 0 0,-2 0-40 0 0,-1-1-8 0 0,-2 0 680 0 0,0-1-1016 0 0,-1-2-16 0 0,0-2 0 0 0,1-1-320 0 0,2-1-72 0 0,2-2-16 0 0,1-3 80 0 0,1 0-280 0 0,0 1 96 0 0,2 0-24 0 0,0 3-72 0 0,-1 2 0 0 0,0 2 72 0 0,-1 1 0 0 0,0 3 0 0 0,-1 0 0 0 0,0 1 0 0 0,1-1 8 0 0,1-1 0 0 0,0 1 0 0 0,-1 0 0 0 0,0 0 8 0 0,0 1 0 0 0,-1-1 0 0 0,0 1 0 0 0,2 2 72 0 0,0 4 8 0 0,2 1 8 0 0,-2 2 0 0 0,0-1 32 0 0,-1 1 8 0 0,-3 0 0 0 0,-1 1 0 0 0,-1 2-24 0 0,-3-1-8 0 0,-1 1 0 0 0,-2 0 0 0 0,-2-1-56 0 0,-2 2 96 0 0,-1-2-112 0 0,0-1-112 0 0,0-2 0 0 0,3-2 64-495 0,2-7-512 495 0,7-10-704 0 0,8-10-15727 0 0,5-2 5087 0 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1-28T11:55:30.682"/>
    </inkml:context>
    <inkml:brush xml:id="br0">
      <inkml:brushProperty name="width" value="0.1" units="cm"/>
      <inkml:brushProperty name="height" value="0.6" units="cm"/>
      <inkml:brushProperty name="inkEffects" value="pencil"/>
    </inkml:brush>
  </inkml:definitions>
  <inkml:trace contextRef="#ctx0" brushRef="#br0">339 19 3680 206985 57863,'0'0'160'0'0,"0"0"40"0"0,0-1-200 0 0,2-1 2304 0 0,0-2 3240 0 0,1 0-2720 0 0,-1 0-1384 0 0,0 2-289 0 0,-1 0-47 0 0,0 5-16 0 0,0 3-72 0 0,0 5-24 0 0,-1 5 0 0 0,0 4 0 0 0,-2 5-240 0 0,-1 4-48 0 0,-2 4-16 0 0,0 7 0 0 0,0 4-120 544 1,-1 5-24-544-1,-2 5-8 0 0,-5 6 0 0 0,-3 6-200 0 0,-4 7-40 0 0,-3 5-8 0 0,-4 5 0 0 0,0 5-136-6 553,0 3-32 6-553,0 1-8 0 0,0 1 0 0 0,1-2-48 3 616,2-4-64-500-610,4-5 88 497-6,2-8-88-563-2,6-8 0-15 1,4-8 0-15 0,4-10 0-31 3,4-4-656 624-2,7-5-952-1121 1,4-13-14951 1121-1,1-10 5023 0 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1-28T11:55:34.656"/>
    </inkml:context>
    <inkml:brush xml:id="br0">
      <inkml:brushProperty name="width" value="0.1" units="cm"/>
      <inkml:brushProperty name="height" value="0.6" units="cm"/>
      <inkml:brushProperty name="inkEffects" value="pencil"/>
    </inkml:brush>
  </inkml:definitions>
  <inkml:trace contextRef="#ctx0" brushRef="#br0">45 416 2760 203590 59020,'0'0'248'0'0,"0"0"-248"0"0,0 0 0 0 0,0 0 336 0 0,0 0 16 0 0,0 0 8 0 0,0 0 0 0 0,0 0-216 0 0,0 0-48 0 0,0 0 0 0 0,0 0-8 0 0,0 0 200 0 0,0 0 32 0 0,0 0 16 0 0,0 0 0 0 0,0 0 64 0 0,0 0 16 0 0,0 0 0 0 0,0 0 288 0 0,0 0-432 0 0,0 0-8 0 0,0 0 0 0 0,0 0 80 0 0,0 0 368 0 0,0 0-352 0 0,0 0-200 0 0,0 0-48 0 0,0 0-8 0 0,0 0 0 0 0,0 0 184 0 0,0 0 40 0 0,0 0 8 0 0,0 0 0 0 0,0 0-16 0 0,0 0 0 0 0,0 0 0 0 0,0 0 0 0 0,0 0 0 0 0,0 0 304 0 0,0 0-312 0 0,0 0 64 0 0,0 0 8 0 0,0 0 8 0 0,0 0 0 0 0,0 0-9 0 0,0 0-7 0 0,0 0 0 0 0,0 0 0 0 0,0 0 8 0 0,0 0 384 0 0,0 0-384 0 0,0 0-24 0 0,0 0 360 0 0,-1 0-360 0 0,-1 2 48 0 0,1 0 8 0 0,-1-1 0 0 0,1 1 0 0 0,-1-1-32 0 0,0 2-8 0 0,-1 0 0 507 6,0 1 0-507-6,-2 1-16 0 0,0 0 0 0 0,0-1 0 0 0,1-1 0 0 0,1 0-72 0 0,0-1-8 0 0,2-1-8 0 0,0 0 0 0 0,1-1-48 0 0,0 0-16 0 0,0 1 0 0 0,0 0 0 0 0,0-1 32 0 0,1 1 256 0 0,-1 0-248 0 0,0-1-152 0 0,2-2 40 0 0,3-2-72 0 0,3-2 32 0 0,3-1 8 0 0,3-3 0 0 0,6-4 112 0 0,6-5 8 0 0,8-6 80 0 0,1-2-88 0 0,2 2 0 0 0,-3 1 0 0 0,-2 3-216 5 638,-1 2 0-5-638,-2 4-96 0 0,-1 2 96 0 0,-2 1 0 0 0,-1 2 0 0 0,-4 3 0 0 0,0 2 0 0 0,-2 2 64 535-1,0 3-64-535 1,-1 2 0 0 0,2 6 64 520 1,0 3-64-520-1,-3 3 72 0 0,-2 2-72 0 0,-1 2 64 0 0,-2 3-64 0 0,-1 0 64 0 0,-1 2-64 0 0,-1-1 0 0 0,0-1 72 0 0,-1-1-72 0 0,0-1 0 0 0,-1-2 64 0 0,0-1-64 0 0,2-1 0 0 0,0-1 0 0 0,2-1 120 0 0,3-3-32 0 0,3-1-8 0 0,2-2 0-5 612,3-3 64 0 235,2-3 16 5-847,5-4 0 0 0,3-2 0 0 0,4-4-24 21 515,3-4 0-21-515,-1-4 0 0 0,2-4 0 0 0,2-3-40 0 0,2-3 0 0 0,6-3-8 0 0,3-2 0 0 0,3-1-88 0 0,1-2 0 0 0,2 1 0 0 0,-1 1 0 0 0,-3 1 0 0 0,-3 2-160 0 0,-6 2 24 0 0,-5 4 8 0 0,-5 0-568 557-5,-7 3 320-557 5,-8 2-1120 1243-1,-12 6-1088-65 1,-15 7-13287-1178 0,-6 4 4895 0 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1-28T11:55:35.130"/>
    </inkml:context>
    <inkml:brush xml:id="br0">
      <inkml:brushProperty name="width" value="0.1" units="cm"/>
      <inkml:brushProperty name="height" value="0.6" units="cm"/>
      <inkml:brushProperty name="inkEffects" value="pencil"/>
    </inkml:brush>
  </inkml:definitions>
  <inkml:trace contextRef="#ctx0" brushRef="#br0">404 66 7368 213382 61934,'0'0'656'0'0,"0"0"-528"-1133"3,0 0-128 490-3,0 0 1792 1-3,0-2 2504-773 7,0-2-2097 862-5,0 0-999 553 1,0 1-200 0 0,1-1-40-507-4,4-3 640 507 4,2 0-1016 0 0,0 0-8 0 0,4-1 552 0 0,1 0-568 0 0,-1 2 0 0 0,-1 2 488 0 0,-2 2-568 0 0,0 4-8 0 0,0 2 0 0 0,-1 0-112 0 0,-2 2-16 0 0,0 3-8 0 0,-1 5 0 0 0,0 3-128 0 0,0 4-24 0 0,-1 4-8 0 0,-2 2 0 0 0,0 5 144 0 0,-3 1 24 0 0,-1 1 8 0 0,-4 2 0 0 0,-1 0-88 0 0,-4 8 240 0 0,-3 4-256 0 0,-4 1-80 0 0,-2-1-8 0 0,-2 1-8 0 0,-2-1 0 0 0,-4 0-88 0 0,-7 7 32-1081 1,-4 1-96 570 1,0-2 88 511-2,-1-1-8 0 0,1-5-80 0 0,4-8 0 0 0,4-9 0 0 0,4-9-104 0 0,2-12-792 0 0,2-13-1072 0 0,10-25-2928-557-2,9-15 2832-34 5,6-1-20551 591-3</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1-28T11:55:35.499"/>
    </inkml:context>
    <inkml:brush xml:id="br0">
      <inkml:brushProperty name="width" value="0.1" units="cm"/>
      <inkml:brushProperty name="height" value="0.6" units="cm"/>
      <inkml:brushProperty name="inkEffects" value="pencil"/>
    </inkml:brush>
  </inkml:definitions>
  <inkml:trace contextRef="#ctx0" brushRef="#br0">260 0 18455 201475 62455,'0'0'2024'0'0,"0"0"-2024"0"0,0 0 784 0 0,0 0 136 0 0,0 0 24 0 0,-2 2 8 0 0,-1 2-280 0 0,-3 6 544 0 0,-7 9-56 0 0,-8 11-56-5 554,-3 9-552 530-555,-2 2-152 65-2,0 9 328-590 3,0 5-368 0 0,2-1-96 0 0,4 0-16 0 0,1-5-8 0 0,3-3 0 0 0,3-1-80 0 0,3-2-8 0 0,3 0-8 0 0,4-2 0 0 0,4 0 24 0 0,9 4 184 0 0,13 2-176 0 0,14 0-176 0 0,15-5-64 17 533,6-10 64-17-533,2-9 0 0 0,0-10 0 0 0,21-14-1360 0 0,8-11-7008 0 0,-2-7-1575 0 0,-16 0-2881 0 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1-28T11:55:37.971"/>
    </inkml:context>
    <inkml:brush xml:id="br0">
      <inkml:brushProperty name="width" value="0.1" units="cm"/>
      <inkml:brushProperty name="height" value="0.6" units="cm"/>
      <inkml:brushProperty name="inkEffects" value="pencil"/>
    </inkml:brush>
  </inkml:definitions>
  <inkml:trace contextRef="#ctx0" brushRef="#br0">77 12 5064 199684 65317,'1'-1'448'-18'-695,"1"0"-352"1381"-1516,2-1-96-620 1184,0 0 1672 14 186,1 0 320-206 83,0 0 64-552 80,0 1 16 5 31,-1 1-944 584 23,-1-1-184-588 113,-2 1-40 0 511,0 0-9 0 0,1 1-63 7-573,-1 2-8-7 573,1 2-8 0 0,0 3 0 0 0,0 4-80-5-580,0 1-8 9 71,1 2-8-4 509,-2 4 0 0 0,0 1-144 0 0,-2 3-24 0 0,-2 4-8 0 0,0 3 0 0 0,-1 4-96 0 0,0 2-32 0 0,-2 1 0 0 0,-1 2 0 0 0,-1 1-168 552 0,-1-1-40-552 0,-1 1-8 0 0,0-2 0 0 0,0-2-104 0 0,1-1-32 0 0,-1-2 0-2-591,1-3 0 2 591,2-2-64 0 0,1-4 0 0 0,1-3 72 0 0,1 0-392 0 0,2-1-528 0 0,2-5 408 0 0,2-4-2976 0 0,0-6-20151 0 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1-28T11:55:38.653"/>
    </inkml:context>
    <inkml:brush xml:id="br0">
      <inkml:brushProperty name="width" value="0.1" units="cm"/>
      <inkml:brushProperty name="height" value="0.6" units="cm"/>
      <inkml:brushProperty name="inkEffects" value="pencil"/>
    </inkml:brush>
  </inkml:definitions>
  <inkml:trace contextRef="#ctx0" brushRef="#br0">272 57 8640 207157 51582,'0'0'840'0'0,"0"0"-744"0"0,0 0-96 0 0,0 0 928 0 0,0 0 160 0 0,0 0 40 0 0,0 0 888 0 0,0 0-1184 0 0,0 0-16 0 0,0 0-1 0 0,0-1-31 0 0,0 0-8 0 0,0-1 0 0 0,0-1 0 0 0,0 1-120 0 0,0-1-24 0 0,0 0-8 0 0,0 1 0 0 0,0 1-152 0 0,0-1-32 0 0,1-2-8 0 0,0 0 0 0 0,2 0-112 0 0,-1 0-32 0 0,1 0 0 0 0,2 0 0 0 0,3 1-104 0 0,1 0-24 0 0,2 0-8 0 0,2 0 0 0 0,-1 2-72 0 0,1 3-16 0 0,0 0 0 0 0,2 3 0 0 0,0 1-64 0 0,1 3 96 0 0,0 2-96 0 0,1 3 96 0 0,1 2 8 0 0,0 4 8 0 0,-1 3 0 0 0,0 2 0 0 0,-3 3 64 0 0,-4 3 16 0 0,-5 2 0 0 0,-3 1 0 0 0,-1 2 32 2 599,-1 0 16 1 54,-1 0 0-6 34,-2 2 0 3-687,-2 0-8 0 0,-4 8 232 0 0,-2 2-232 0 0,-3-1-16 0 0,-5 6 200 0 0,-2-1-208 0 0,-1-3-80 0 0,1-4-24 0 0,0-5 0 0 0,1-5 0 0 0,0-3-104 0 0,-1-3 88 0 0,-1-4-88 0 0,0-3 80 0 0,-3-4-80 0 0,-2-4 0-521 1,0-4 0 23 3,-2-4 64 498-4,-1-4-192-519-4,0-6-48 519 4,1-4-8-509 2,-1-7-1016 509-2,1-7-1200 0 0,6-6-8687 0 0,7 3-5233 0 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1-28T11:55:39.189"/>
    </inkml:context>
    <inkml:brush xml:id="br0">
      <inkml:brushProperty name="width" value="0.1" units="cm"/>
      <inkml:brushProperty name="height" value="0.6" units="cm"/>
      <inkml:brushProperty name="inkEffects" value="pencil"/>
    </inkml:brush>
  </inkml:definitions>
  <inkml:trace contextRef="#ctx0" brushRef="#br0">24 45 2304 203847 52594,'-2'0'224'0'0,"-1"1"-224"0"0,0 2 3328 0 0,-1-1 648 0 0,1 0 128 0 0,0 1 1951 0 0,0-2-3167 0 0,2 0-624 0 0,0 0-1480 0 0,1-1-16 0 0,0 0-8 0 0,0 0-312 0 0,3 1-64 0 0,3 0-16 0 0,4 1 0 0 0,3-2-144 0 0,2 0-32 0 0,1-1-8 0 0,2-1 0 0 0,1-1-120 0 0,2-2-64 0 0,-1 0 64 0 0,1-1-64 0 0,0-1 0 0 0,0 1 0 0 0,-2 0 0 0 0,-2 0 0 0 0,-1 1-520 0 0,-1 1-64 0 0,-4 1-16 6 904,-4 1-1376-6-326,-2 1-1112 0-578,-3 1-20079 0 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1-28T11:55:39.367"/>
    </inkml:context>
    <inkml:brush xml:id="br0">
      <inkml:brushProperty name="width" value="0.1" units="cm"/>
      <inkml:brushProperty name="height" value="0.6" units="cm"/>
      <inkml:brushProperty name="inkEffects" value="pencil"/>
    </inkml:brush>
  </inkml:definitions>
  <inkml:trace contextRef="#ctx0" brushRef="#br0">0 1 5528 205512 52627,'0'0'488'0'0,"0"0"-392"0"0,0 2 2872 0 0,1 4 4216 0 0,0 0-3505 0 0,1 2-1895 0 0,1 0-376 0 0,2 0-80 0 0,2 0-16 0 0,2-1-576 0 0,2-1-128 0 0,2-1-16 0 0,2-1-8 0 0,0-1-328 0 0,2-2-72 0 0,1-1-16 0 0,2-1 0 0 0,1-1-168 0 0,2-1 0 0 0,2-2 0 0 0,4 0-1568 0 0,1-1-192 0 0,-6 0-23983 0 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1-28T11:55:40.102"/>
    </inkml:context>
    <inkml:brush xml:id="br0">
      <inkml:brushProperty name="width" value="0.1" units="cm"/>
      <inkml:brushProperty name="height" value="0.6" units="cm"/>
      <inkml:brushProperty name="inkEffects" value="pencil"/>
    </inkml:brush>
  </inkml:definitions>
  <inkml:trace contextRef="#ctx0" brushRef="#br0">130 676 7888 202203 53320,'0'0'856'0'0,"0"0"-856"0"0,0 0 0 0 0,0 0 1152 0 0,0 0 208 0 0,0 0 48 0 0,0 0 0 0 0,-1 0-120 0 0,-1 1-25 0 0,-1 0-7 0 0,-2-1 1128 0 0,1-1-1280 0 0,-2 0-8 0 0,-1-3 752 0 0,0-3-1168 0 0,0-1-8 0 0,1-3-8 0 0,-1-3-296 0 0,2-1-56 0 0,-1-4-16 0 0,1-1 0 0 0,1-2-160 0 0,0-2-32 0 0,0-2-8 0 0,0-2 0 0 0,2-3-96 0 0,0-2 64 0 0,3-1-64 0 0,1 0 0 0 0,0 0 0 0 0,3 0 0 0 0,0 2 0 0 0,2 1 0 0 0,1 1 0 0 0,0 3 0 0 0,1 3 0 0 0,2 1 0 0 0,0 3 0 0 0,-1 2 0 0 0,1 3 0 0 0,-1 1 0 0 0,0 2 0 0 0,0 2 0 0 0,1 2 0 0 0,-1 2 0 0 0,0 1 0 0 0,1 2 0 0 0,1 3 0 0 0,1 4 0 0 0,1 2 0 0 0,0 4 0 0 0,0 3 0 0 0,0 5 0 0 0,0 4 72 0 0,-1 2 24 0 0,-1 3 0 0 0,1 1 0 0 0,-2 2-96 0 0,-1 0 0 0 0,-1 2 0 0 0,-1-1 0 0 0,-2 2 0 0 0,-1 0 0 0 0,-3 1 0 0 0,0 0 0 0 0,-4 0 184 0 0,-2-1-8 0 0,-3 0 0 0 0,-2 0 0 0 0,-2 0 8 0 0,-2-2 0 0 0,-3 0 0 0 0,-5 3 184 0 0,-3-1-184 0 0,0-2 0 0 0,1-5 0 0 0,1-5-88 0 0,2-4-8 0 0,0-6-8 0 0,1-4 0 0 0,1-4-80 0 0,0-5 0 0 0,0-4 0 0 0,-4-8-560 0 0,-1-7-672 0 0,1-10-1104 0 0,4-3 408 0 0,6 5-22999 0 0</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1-28T11:55:40.581"/>
    </inkml:context>
    <inkml:brush xml:id="br0">
      <inkml:brushProperty name="width" value="0.1" units="cm"/>
      <inkml:brushProperty name="height" value="0.6" units="cm"/>
      <inkml:brushProperty name="inkEffects" value="pencil"/>
    </inkml:brush>
  </inkml:definitions>
  <inkml:trace contextRef="#ctx0" brushRef="#br0">68 0 5064 202102 54017,'0'0'448'0'0,"0"0"-352"0"0,0 0-96 0 0,0 0 0 0 0,-1 1 4056 0 0,-3 1 792 0 0,-2 1 159 0 0,-2 1 33 0 0,-1 0-3200 0 0,0-1-640 0 0,0 1-128 0 0,1 0-24 0 0,2-1-640 0 0,2-2-128 0 0,2 0-24 2 832,1 0-8-6-90,1-1-248-3-70,0 0 0 16 8,1 0 0-11 14,0-3-1048 2-694,2-3-1384 0 0,0-2-24999 0 0</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1-28T11:55:40.924"/>
    </inkml:context>
    <inkml:brush xml:id="br0">
      <inkml:brushProperty name="width" value="0.1" units="cm"/>
      <inkml:brushProperty name="height" value="0.6" units="cm"/>
      <inkml:brushProperty name="inkEffects" value="pencil"/>
    </inkml:brush>
  </inkml:definitions>
  <inkml:trace contextRef="#ctx0" brushRef="#br0">74 1 15408 205603 54034,'0'0'1663'0'0,"0"0"-1663"0"0,0 0 0 0 0,0 0 1088 0 0,0 0 176 0 0,1 1 40 0 0,0 5 8 0 0,2 2-416 0 0,0 6 728 0 0,0 6-824 0 0,-1 4-96 0 0,0 2-32 0 0,-1 3 0 0 0,-2 2 0 0 0,-2 3-272 0 0,-1 3-56 0 0,-1 2-16 0 0,-2 3 0 0 0,-1 1-112 0 0,-2 0-24 0 0,0-2-8 0 0,0-1 0 0 0,1-2-184 0 0,0-2 0 0 0,3-3 0 0 0,1 1-864 0 0,3 4-1200 0 0,2-2-5360-516 2,0-5-1279 1-2,1-7-2497 515 0</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1-28T11:55:42.366"/>
    </inkml:context>
    <inkml:brush xml:id="br0">
      <inkml:brushProperty name="width" value="0.1" units="cm"/>
      <inkml:brushProperty name="height" value="0.6" units="cm"/>
      <inkml:brushProperty name="inkEffects" value="pencil"/>
    </inkml:brush>
  </inkml:definitions>
  <inkml:trace contextRef="#ctx0" brushRef="#br0">13 373 2304 198590 53657,'0'0'224'0'0,"0"0"-224"0"0,0 0 1416 0 0,0 0 264 0 0,0 0 48 0 0,0 0 16 0 0,0 0-728 0 0,0 0 688 0 0,0 2-872 0 0,-1 2-24 0 0,1 1-8 0 0,-1-2 0 0 0,0 0 0 0 0,1-1-97 0 0,0-1-31 0 0,-1 0 0 0 0,0 1 0 0 0,0 0-80 0 0,0-1-16 0 0,0 0-8 0 0,1-1 0 0 0,0 1-88 0 0,0-1-8 0 0,0 0-8 0 0,0 0 400 0 0,0 0-480 0 0,0-1 0 0 0,0 1 0 0 0,-1 0-72 0 0,0-2-24 0 0,0-3 0-13 826,0-3 0 13-826,1-2-112 0 0,0-1-24 0 0,2-3-8 0 0,0-2 0 0 0,3-2-144 0 0,0-2 64 0 0,2-1-64 0 0,1-1 0 0 0,1 0 0 0 0,2 1 0 0 0,-1 1 0 0 0,0 1 0 0 0,0 1 0 0 0,-1 1 0 0 0,1 3 0 0 0,-2 3 0 0 0,-1 3 0 0 0,-3 4 0 0 0,-1 1 64 0 0,0 3-64 0 0,0 1 96 0 0,1 4 64 0 0,1 4-80 0 0,-1 3 16 0 0,0 6 112 0 0,-1 4-104 0 0,-1 3-104 0 0,-2 5 72 0 0,0 2-8 0 0,-1 0-64 0 0,0-2 0 0 0,0-2 0 0 0,0-2 0 0 0,0-3 0 0 0,1-4 0 0 0,1-5 0 0 0,-1-4 0 0 0,1-4 0 0 0,0-3 0 0 0,2 0 0 0 0,1-1 0 0 0,1-4 80 0 0,1-4-80 0 0,2-3 96 0 0,1-5-96 0 0,0-3 64 0 0,2-3-64 0 0,0-3 0 0 0,2-3 0 0 0,0-1 0 0 0,2-1 0 0 0,0-2 0 0 0,0 1 0 0 0,1-1 0 0 0,1 2 0 0 0,-1 1 0 0 0,1 2-72 0 0,0 1 72 0 0,0 3 0 0 0,-1 4 0 0 0,-2 2 0 0 0,0 3 0 0 0,0 4 0 0 0,-1 2 64 0 0,-2 4 112 0 0,-3 5 24 0 0,-1 3 8 0 0,-3 4 0 0 0,-1 5-16 0 0,0 3-8 0 0,-2 3 0 0 0,1 2 0 0 0,-1 0-16 0 0,0 2 0 0 0,0 0 0 562 1,0 1 0-562-1,0 0 8 0 0,1 1 0 0 0,-1 0 0 0 0,2 0 0 0 0,0-1-64 0 0,1-2-16 0 0,1-2 0 0 0,0-2 0 0 0,1-3-96 0 0,2-3-64 0 0,1-4 64 3 735,3-2-1568-10-223,1-3-160 3 10,-1-2-25567 4-522</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1-28T11:56:17.078"/>
    </inkml:context>
    <inkml:brush xml:id="br0">
      <inkml:brushProperty name="width" value="0.1" units="cm"/>
      <inkml:brushProperty name="height" value="0.6" units="cm"/>
      <inkml:brushProperty name="inkEffects" value="pencil"/>
    </inkml:brush>
  </inkml:definitions>
  <inkml:trace contextRef="#ctx0" brushRef="#br0">4 0 1376 192903 54167,'0'0'136'0'0,"0"0"-136"0"0,0 0 0 0 0,0 0 1024 0 0,0 0 184 0 0,0 0 40 0 0,0 0 0 0 0,0 0-784 0 0,0 0-160 0 0,0 0-32 0 0,0 0-8 0 0,0 0 64 0 0,0 0 16 0 0,0 0 0 0 0,0 0 0 0 0,0 0-64 0 0,0 0-16 0 0,0 0 0 0 0,0 0 0 0 0,0 0 16 0 0,0 0 0 0 0,0 0 0 0 0,0 0 0 0 0,0 0 64 0 0,0 0 368 0 0,0 0-352 0 0,0 0-48 0 0,0 0-16 0 0,0 0 0 0 0,0 0 0 0 0,0 0-96 0 0,0 0-16 0 0,0 0-8 0 0,0 0 0 0 0,0 0-72 0 0,0 0 80 0 0,0 0-96 0 0,0 0-88 0 0,0 0 0 0 0,0 0 0 0 0,0 0 64 0 0,0 0-64 0 0,0 0 0 0 0,0 0 64 0 0,0 0-64 0 0,0 0 0 0 0,0 0 0 0 0,0 0 0 0 0,0 0 0 0 0,0 0 0 0 0,0 0 0 0 0,0 0 0 0 0,0 0-80 0 0,0 0 80 0 0,0 0-104 0 0,0 0 40 0 0,0 0-88 0 0,0 0-8 0 0,0 0-8 0 0,0 0-280 0 0,0 0-152 0 0,0 0-24 0 0,0 0-32 0 0,0 0 328 0 0,0 0 120 0 0,0 0-152 0 0,0 0 184 0 0,0 0 176 0 0,0 0-88 0 0,0 0 88 0 0,0 2-64 0 0,0 0 64 0 0,0-1 0 0 0,0 1 0 0 0,0-1 0 0 0,0-1 64 0 0,0 1 48 0 0,0-1-16 0 0,0 0 0 0 0,0 0 0 0 0,0 0 16 0 0,0 1 0 0 0,-1 3 0 0 0,0 0 0 0 0,1 0-48 0 0,-1-1-64 0 0,1-1 88 0 0,0-1 40 0 0,-1-1 72 0 0,1 0-104 0 0,0 0 8 0 0,0 0 104 0 0,0 0-104 0 0,0 0-104 0 0,0 0 64 0 0,0-1-136 0 0,0 1-160 0 0,0 0-3072 0 0,0 0-640 0 0,0 0-1144 0 0</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1-28T12:14:04.988"/>
    </inkml:context>
    <inkml:brush xml:id="br0">
      <inkml:brushProperty name="width" value="0.1" units="cm"/>
      <inkml:brushProperty name="height" value="0.6" units="cm"/>
      <inkml:brushProperty name="inkEffects" value="pencil"/>
    </inkml:brush>
  </inkml:definitions>
  <inkml:trace contextRef="#ctx0" brushRef="#br0">216 20 3680 217845 52525,'0'0'328'0'0,"1"-3"-264"0"0,4-2 3104-523-1,1-2 4512 523 1,0 3-2281 0 0,-1 5-3559 0 0,-1 10-320 0 0,-6 11-280 0 0,-3 8-624 0 0,-4 3-160-584 7,-6 7 384-451-8,-7 7-176-283-3,-5 6-256-48 7,-3-3-208 726-6,1-5-200 48 2,1-6-112-570 4,-1-7-1400 650 614,3-8-1952 506-110,5-7-19551 6-507</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1-28T12:14:05.393"/>
    </inkml:context>
    <inkml:brush xml:id="br0">
      <inkml:brushProperty name="width" value="0.1" units="cm"/>
      <inkml:brushProperty name="height" value="0.6" units="cm"/>
      <inkml:brushProperty name="inkEffects" value="pencil"/>
    </inkml:brush>
  </inkml:definitions>
  <inkml:trace contextRef="#ctx0" brushRef="#br0">361 1 10592 206671 56209,'0'0'944'0'0,"0"0"-752"1378"-4,0 0 1408-212 6,0 0 280-658-7,0 1 55-508 5,1 6 1033 3 1505,-4 10-1344 1185-1508,-5 15-272-650 7,-7 19-320-538-4,-6 22-192 0 0,-4 9-552 0 0,-2 4 0 0-604,-5 12 104 8-967,-6 14-240-12 1070,1 0-80 4 501,4-10-136 0 0,1-4-136 0 0,4-4-752 1-565,3-8-1064-1 565,7-11-584 0 0,6-17-760 0 0,5-18-13599 0 0</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1-28T12:14:05.727"/>
    </inkml:context>
    <inkml:brush xml:id="br0">
      <inkml:brushProperty name="width" value="0.1" units="cm"/>
      <inkml:brushProperty name="height" value="0.6" units="cm"/>
      <inkml:brushProperty name="inkEffects" value="pencil"/>
    </inkml:brush>
  </inkml:definitions>
  <inkml:trace contextRef="#ctx0" brushRef="#br0">498 10 8752 215583 54248,'2'-3'952'0'0,"1"-1"-952"0"0,-2 2 0 0 0,-2 2 0 0 0,-3 3 1568 0 0,-7 10 2208 0 0,-9 14-753 0 0,-12 21-1207 0 0,-11 21-96 0 0,-9 23-56 0 0,-2 9-832 0 0,4 1-360 0 0,-3 11 304 0 0,-1 14-256 0 0,4 6-328-543-3,9-2-104-542 1,14-12-88 1085 2,16-21 64 0 0,13-24-64 0 0,10-26 96 0 0,7-22-32 0 0,5-17 8 0 0,3-14 0 0 0,2-10 0 0 0,0-8 0 0 0,2-6-8-594 4,0-2-64 594-4,0-2 96 0 0,2-8-32 0 0,4-6 8 0 0,-3-1-72 0 0,-6 4 64 0 0,-8 0 16 0 0,-8 1 24 0 0,-10 4-24 0 0,-7 5-8 0 0,-6 6 0 0 0,-5 6-8 0 0,-7 4 32 0 0,-2 5-32 0 0,-2 4-64 0 0,-2 5 0 0 0,-4 8-184 0 0,0 7-448 0 0,5 7-15143 0 0,6 1 4711 0 0</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1-28T12:14:06.545"/>
    </inkml:context>
    <inkml:brush xml:id="br0">
      <inkml:brushProperty name="width" value="0.1" units="cm"/>
      <inkml:brushProperty name="height" value="0.6" units="cm"/>
      <inkml:brushProperty name="inkEffects" value="pencil"/>
    </inkml:brush>
  </inkml:definitions>
  <inkml:trace contextRef="#ctx0" brushRef="#br0">490 153 6448 217181 57658,'-1'-10'696'0'0,"-2"-4"-696"0"0,1-3 0 0 0,0-3 2048 0 0,-2-2 2928 0 0,-3 0-1345 0 0,-4 3-2071 0 0,-7 3-232 0 0,-2 7-768 0 0,-2 5-8 0 0,0 6 0 0 0,-1 5 80 0 0,-6 9 656 0 0,-7 12-176-5-503,-5 8-688 5 503,-1 6-8 0 0,-3 11 256 0 0,1 14-224 0 0,3 5-232 0 0,9-3-152 0 0,7 1 0-491 1,11 0-64 491-1,8-1-96-544 4,10-6-144 544-4,9-8-208-595-3,11-12-680-692 4,12-10-976 148-5,8-11-496 1139 4,1-11 984 0 0,-2-6-16 0 0,-2-5-1743 0 0,-1-3-145 0 0,-4-1 776 0 0,-6 5 512 0 0,-9 6 2624 0 0,-9 2 40 0 0,-7 1 8 0 0,-7 1 792 0 0,-4 1 160 0 0,-2-1 32 0 0,-1 1 8 0 0,0-4-112 0 0,-1-1-16 0 0,1-2-9 0 0,-2-2 985 0 0,-1-5-456 0 0,0-5-288 0 0,0-6-960 0 0,1-4-16 0 0,2-5 0 0 0,3-3-320 0 0,3-10 96 0 0,3-5-176 0 0,2-2-160 0 0,5-10 0 0 0,7-10 0 0 0,5-6 0 0 0,2 3 0 0 0,1 7 0 0 0,2 6 0 0 0,0 10 0 0 0,-2 11 0 0 0,-2 8 0 0 0,-2 7 0 0 0,0 8 0 0 0,1 8 160 0 0,-1 11 168 0 0,-4 8-16 0 0,-5 5 8 0 0,-5 10 96 0 0,-5 4-416 0 0,-5 3 80 0 0,-3 0-80 0 0,-2-1 72 9-557,-1-1-72-9 557,-1 1 64 0 0,-1 0-64 0 0,-1-1 0 0 0,1 0 0 0 0,0-1 0 0 0,-1 3-840 0 0,0 1-1080 0 0,3-4-560 0 0,2-8-768 0 0,4-9-14703 0 0</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1-28T12:14:06.830"/>
    </inkml:context>
    <inkml:brush xml:id="br0">
      <inkml:brushProperty name="width" value="0.1" units="cm"/>
      <inkml:brushProperty name="height" value="0.6" units="cm"/>
      <inkml:brushProperty name="inkEffects" value="pencil"/>
    </inkml:brush>
  </inkml:definitions>
  <inkml:trace contextRef="#ctx0" brushRef="#br0">225 0 2304 215504 57602,'0'0'200'0'0,"-1"1"-200"0"0,-2 2 1984 0 0,-3 1 360 0 0,-2 2 72 0 0,-1 2 16 0 0,-1 2-1120 0 0,-5 6 816 0 0,-5 8-177 0 0,-2 10-167 0 0,0 3-896 0 0,2 1-392 0 0,0 5 328 0 0,2-1-424 0 0,3-2-56 0 0,3-3-16 0 0,3-4 0 0 0,2-5 0 0 0,2-3-8 0 0,3-4 0 0 0,1-2 0-524 2,4-2 272 524-2,2-2-336 0 0,1-3 0 0 0,1-4 256 0 0,1-3-256 0 0,2-4 0 0 0,2-5 0-604 1,3-5-64-106-3,1-4-24 170 9,3-3 0 540-7,1-4 0 0 0,1-3-80 0 0,4-7 40 0 0,5-9-504 0 0,4-10-728 0 0,2-6-864 0 0,-2-4-1200 0 0,-5 5-5167 0 0,-7 11-3761 0 0</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1-28T12:14:07.162"/>
    </inkml:context>
    <inkml:brush xml:id="br0">
      <inkml:brushProperty name="width" value="0.1" units="cm"/>
      <inkml:brushProperty name="height" value="0.6" units="cm"/>
      <inkml:brushProperty name="inkEffects" value="pencil"/>
    </inkml:brush>
  </inkml:definitions>
  <inkml:trace contextRef="#ctx0" brushRef="#br0">3 379 6448 216257 55099,'0'2'576'-604'-2,"0"1"-464"50"0,0-1-112 554 2,0 3 1816 0 0,-1 0 2560 0 0,0-1-873 0 0,1-1-1399 0 0,-1-1-312-504 2,3-5-384 504-2,4-6-240 0 0,4-8-328 0 0,5-8-264 0 0,5-10-368 0 0,3-7-112 0 0,1-2-96 0 0,-2 3 0 0 0,0 0 0 0 0,0 4 0 0 0,-3 4 0 0 0,-3 7 0 0 0,-3 6 0 0 0,-2 4-64 0 0,-2 5 64 0 0,-1 6-64 0 0,-2 6 64 0 0,-3 8 0 0 0,-3 7 0 0 0,-2 3 0 0 0,-4 9 0 0 0,-1 4 0 0 0,-2 2 0 0 0,-1 6-176 0 0,-2 8-248 0 0,-1 6-1368 0 0,2 2-1968 0 0,2-8-14983 0 0</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1-28T12:14:07.510"/>
    </inkml:context>
    <inkml:brush xml:id="br0">
      <inkml:brushProperty name="width" value="0.1" units="cm"/>
      <inkml:brushProperty name="height" value="0.6" units="cm"/>
      <inkml:brushProperty name="inkEffects" value="pencil"/>
    </inkml:brush>
  </inkml:definitions>
  <inkml:trace contextRef="#ctx0" brushRef="#br0">621 1 12672 221331 55876,'-6'11'1368'0'0,"-7"16"-1368"0"0,-7 21 664 0 0,-9 24 888 0 0,-5 12-761 0 0,-2 5-247 0 0,-7 15 448 0 0,-12 22-184 0 0,-2 2-520 0 0,2-7 0-553 6,2-3 408-562-12,1-2 192 12 5,3-9 160 1103 1,7-15 224-1207 1,9-20-632 579-2,10-22-232 37 4,9-19 304 591-3,8-16-360-590 0,7-15-32-77 0,11-17 288 667 0,9-22-192 0 0,6-12-344 0 0,5-8-8 0 0,3-6 0 0 0,2-2-168 0 0,11-12-192 0 0,11-14-712 0 0,10-7-1008 0 0,5 4-456 0 0,-4 15-576 0 0,-11 22-2111 0 0,-13 22-729 0 0,-16 18-1648 0 0</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1-28T12:14:07.794"/>
    </inkml:context>
    <inkml:brush xml:id="br0">
      <inkml:brushProperty name="width" value="0.1" units="cm"/>
      <inkml:brushProperty name="height" value="0.6" units="cm"/>
      <inkml:brushProperty name="inkEffects" value="pencil"/>
    </inkml:brush>
  </inkml:definitions>
  <inkml:trace contextRef="#ctx0" brushRef="#br0">504 1 13328 219730 55545,'-3'1'1448'0'0,"-3"2"-1448"0"0,-2 2 1120 0 0,-5 2 1559 0 0,-5 1-1311 0 0,-2 2-656 0 0,-4 1 432 0 0,-6 1-288 0 0,-3 0-360 0 0,-1-2-64 0 0,1 2-80 0 0,3 4-176 0 0,5 4-176 0 0,8 4 0 0 0,7 1 0 0 0,6 0 72 0 0,4 0-72 0 0,6 1 152 0 0,1 0-24 0 0,3-2-8 0 0,2 3 272 0 0,0-1-88 0 0,-2-3 8 0 0,0-2 0 0 0,-2-3 64 0 0,-1-1 8 0 0,-2 0 8 0 0,-1-1 0 0 0,-3 0-24 0 0,-2 0-8 0 0,-2 1 0 0 0,-2 2 0 0 0,-4 2-40 0 0,-2 0 0 0 0,-4 0-8 0 0,-2-1 0 0 0,-4 1-312-535 2,-5 2 0 535-2,-3-1 0 0 0,-1-4 0-649-3,1-3-64 88 8,1-5 64 553 657,2-6-1152-1099 544,4-7-1376 1107-1206,6-3-23887 0 0</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1-28T12:14:08.596"/>
    </inkml:context>
    <inkml:brush xml:id="br0">
      <inkml:brushProperty name="width" value="0.1" units="cm"/>
      <inkml:brushProperty name="height" value="0.6" units="cm"/>
      <inkml:brushProperty name="inkEffects" value="pencil"/>
    </inkml:brush>
  </inkml:definitions>
  <inkml:trace contextRef="#ctx0" brushRef="#br0">51 2147 10592 211428 61784,'-2'2'944'0'0,"-1"3"-752"-12"-568,-2 5-192 25-137,-3 4 1144-16 137,-1 4 1568 2-445,0-2-177 1 1013,2-3-1415 0 0,2-4-16 0 0,3-6 0 0 0,2-5-168 0 0,8-12 864 0 0,5-10-904 0 0,8-9-216 0 0,7-10-40 0 0,7-11-16 0 0,8-9 0 0 0,9-9-184 0 0,21-24 352 0 0,12-14-400 0 0,6-7-152 0 0,3-5-32 0 0,1-3-8 685-2,2-2 0-127-2,-1-3-128-558 4,0-1-72 0 0,-3-1 80 0 0,-4 3-80 725 1,-2 5 0 208-2,-6 8-160-71 3,-6 11 32-68-7,6-6-1712 1552 12,-7 10 896-1721-10,-9 13-15111 735 3,-15 21 4911-1360 0</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1-28T12:14:09.066"/>
    </inkml:context>
    <inkml:brush xml:id="br0">
      <inkml:brushProperty name="width" value="0.1" units="cm"/>
      <inkml:brushProperty name="height" value="0.6" units="cm"/>
      <inkml:brushProperty name="inkEffects" value="pencil"/>
    </inkml:brush>
  </inkml:definitions>
  <inkml:trace contextRef="#ctx0" brushRef="#br0">0 1070 16152 210946 56631,'0'0'1751'0'0,"1"-1"-1751"0"0,5-3 688 0 0,3-3 104 0 0,2-3 16 0 0,3-4 8 0 0,2-2 48 0 0,5-9 896 0 0,2-7-880 0 0,2-5-192 0 0,2-8 600 0 0,1-10-264 0 0,1-10-368 0 0,-1-3-336 0 0,-3 3-128 0 0,0-4 136 0 0,2-6-168 0 0,3-5-96 0 0,1 6-64 0 0,-2 10 0 0 0,2 7 0 0 0,-1 9 0 0 0,-1 7-120 0 0,0 6-8 0 0,-1 7 0 0 0,6 4-328 630-4,5 4-304-92 2,5 10-456-29 5,2 11-640-509-3,-1 13-944 0 0,-6 7 768 0 0,-8 9-40 0 0,-8 6-7 0 0,-9-2-13505 0 0</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1-28T12:14:09.382"/>
    </inkml:context>
    <inkml:brush xml:id="br0">
      <inkml:brushProperty name="width" value="0.1" units="cm"/>
      <inkml:brushProperty name="height" value="0.6" units="cm"/>
      <inkml:brushProperty name="inkEffects" value="pencil"/>
    </inkml:brush>
  </inkml:definitions>
  <inkml:trace contextRef="#ctx0" brushRef="#br0">5 507 10592 218412 56323,'-1'2'944'-611'8,"0"-1"-752"-451"-14,0 1-192 1062 6,0-1 1408 0 0,0 0 1959 0 0,2 1-1023 0 0,4-2-1936 0 0,3-1-48 0 0,3-3-8 0 0,5-5-224 0 0,6-8 8 0 0,5-6-72 0 0,2-4 32 0 0,5-8 96 0 0,4-9 200 0 0,2-6 304 0 0,-2-5-184 0 0,-4 0-280 12 518,-9 6-120-12-518,-9 8-16 0 0,-7 7 0 0 0,-8 8 0 0 0,-6 7 0 0 0,-4 5 168 0 0,-5 5 32 0 0,-1 5 8 0 0,1 5 0 0 0,-2 5-112 0 0,0 4-32 0 0,-1 6 0 0 0,-7 9 320 0 0,-2 7-136 0 0,-2 4 8 0 0,1 3 0 0 0,2 1-128 0 0,-1 8 160 0 0,2 4-192 0 0,5-1-192 0 0,3-1 0 0 0,3-3 0 0 0,4 3-456 0 0,4 2-752 0 0,6-3-840 0 0,7-9-1152 0 0,7-12-4967 0 0,1-12-3673 0 0</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1-28T12:14:09.652"/>
    </inkml:context>
    <inkml:brush xml:id="br0">
      <inkml:brushProperty name="width" value="0.1" units="cm"/>
      <inkml:brushProperty name="height" value="0.6" units="cm"/>
      <inkml:brushProperty name="inkEffects" value="pencil"/>
    </inkml:brush>
  </inkml:definitions>
  <inkml:trace contextRef="#ctx0" brushRef="#br0">288 3 14368 214454 57273,'-4'11'1576'544'5,"-7"13"-1576"-51"-9,-5 14 424-493 4,-8 14 583 0 0,-2 5-495 0 0,0 2 48 0 0,-4 8 592 0 0,0 2-576 0 0,1-1-32 0 0,0 4 528 0 0,4 2 104 0 0,4-7-520 0 0,8-12 8 0 0,9-9 576 0 0,10-11-112 0 0,11-15-128 0 0,13-19-176 9 507,12-23-32-9-507,15-26-40 0 0,14-24-288 0 0,3-11-464 0 0,-1-3 0 0 0,-4 2 0 0 0,-4 4 0 0 0,-5 4 0 0 0,-5 6 0 0 0,3-3-1632-7 1307,-4 4-312 7-1307,-12 15-24967 0 0</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1-26T10:03:16.529"/>
    </inkml:context>
    <inkml:brush xml:id="br0">
      <inkml:brushProperty name="width" value="0.05" units="cm"/>
      <inkml:brushProperty name="height" value="0.05" units="cm"/>
    </inkml:brush>
  </inkml:definitions>
  <inkml:trace contextRef="#ctx0" brushRef="#br0">116 717 5528 0 0,'-17'19'792'0'0,"4"-3"7198"0"0,9-10-7862 0 0,3-5 648 0 0,-22-2 2792 0 0,12 1-2239 0 0,9-1-1185 0 0,0 0-1 0 0,0 0 0 0 0,0 0 1 0 0,0 0-1 0 0,0 0 1 0 0,0-1-1 0 0,1 1 0 0 0,-1-1 1 0 0,0 0-1 0 0,1 1 0 0 0,0-1 1 0 0,-1 0-1 0 0,1 0 1 0 0,0 0-1 0 0,0 0 0 0 0,-1-2 1 0 0,-1-2 51 0 0,0 1 1 0 0,1-1-1 0 0,0 0 0 0 0,-3-10 1 0 0,3-8 231 0 0,1 1 0 0 0,2-36 0 0 0,0 11-181 0 0,2-9-68 0 0,-2-24-2 0 0,-1 54-144 0 0,1 0 0 0 0,1 0 0 0 0,2 1 0 0 0,0-1 0 0 0,2 1 0 0 0,17-50 0 0 0,-16 59-24 0 0,0 1 0 0 0,1 0 0 0 0,13-20 0 0 0,-17 29-5 0 0,1 0 1 0 0,0 1-1 0 0,0-1 0 0 0,1 1 0 0 0,-1 0 0 0 0,2 1 1 0 0,-1-1-1 0 0,0 1 0 0 0,9-4 0 0 0,-9 6-3 0 0,0 1 0 0 0,0 0 0 0 0,0 0 0 0 0,0 1 0 0 0,0 0 0 0 0,1 0 0 0 0,-1 0 0 0 0,0 1 0 0 0,1 0 0 0 0,-1 0 0 0 0,0 1 0 0 0,1-1 0 0 0,11 4 0 0 0,-8-1 2 0 0,-1 1-1 0 0,1 0 0 0 0,-1 1 1 0 0,1 0-1 0 0,-1 1 0 0 0,-1-1 1 0 0,1 2-1 0 0,-1-1 0 0 0,0 1 1 0 0,12 14-1 0 0,-7-5 5 0 0,-1 0 0 0 0,0 0 0 0 0,-2 1 0 0 0,16 32 1 0 0,18 32-10 0 0,10 21-83 0 0,-49-91 118 0 0,-1 0-1 0 0,0 1 1 0 0,-1 0-1 0 0,0-1 1 0 0,-1 1-1 0 0,0 0 1 0 0,0 16 0 0 0,-2-14 65 0 0,1 1 82 0 0,-1 0 0 0 0,-1 0-1 0 0,-1 0 1 0 0,0 0-1 0 0,-7 28 1 0 0,4-30-102 0 0,-1 6-21 0 0,0 0 0 0 0,-2-1-1 0 0,0 1 1 0 0,-1-1 0 0 0,-1-1-1 0 0,-1 0 1 0 0,-16 20-1 0 0,17-26 54 0 0,-1 0 0 0 0,0-1 0 0 0,0-1 0 0 0,-1 0 0 0 0,-19 12-1 0 0,24-17-62 0 0,0-1-1 0 0,0 1 1 0 0,0-1-1 0 0,0-1 0 0 0,0 1 1 0 0,-1-1-1 0 0,1-1 0 0 0,0 1 1 0 0,-1-1-1 0 0,0-1 0 0 0,1 1 1 0 0,-13-2-1 0 0,10 0-43 0 0,-1 0 0 0 0,1-2 0 0 0,-18-4-1 0 0,24 5-35 0 0,1 0 0 0 0,-1 0-1 0 0,0 0 1 0 0,1 0 0 0 0,0 0 0 0 0,-1-1-1 0 0,1 1 1 0 0,0-1 0 0 0,0 0-1 0 0,1 0 1 0 0,-1 0 0 0 0,-3-6-1 0 0,-8-10-272 0 0,10 13 108 0 0,0 1 1 0 0,0-1 0 0 0,1 0-1 0 0,-1 0 1 0 0,-2-8-1 0 0,5 11-59 0 0,1 0-1 0 0,-1 0 0 0 0,1 1 0 0 0,-1-1 0 0 0,1 0 0 0 0,0 0 0 0 0,0 0 0 0 0,0 0 0 0 0,1 0 0 0 0,-1 1 0 0 0,1-1 0 0 0,-1 0 0 0 0,1 0 0 0 0,0 1 1 0 0,0-1-1 0 0,3-4 0 0 0,8-9-5496 0 0,5 4-1487 0 0</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1-26T10:03:16.932"/>
    </inkml:context>
    <inkml:brush xml:id="br0">
      <inkml:brushProperty name="width" value="0.05" units="cm"/>
      <inkml:brushProperty name="height" value="0.05" units="cm"/>
    </inkml:brush>
  </inkml:definitions>
  <inkml:trace contextRef="#ctx0" brushRef="#br0">64 1 10592 0 0,'-4'3'276'0'0,"0"0"0"0"0,-1 0 0 0 0,1 0 1 0 0,0 1-1 0 0,1-1 0 0 0,-1 1 0 0 0,1 0 1 0 0,-5 7-1 0 0,-1 12 5464 0 0,1-8-2770 0 0,1-4-200 0 0,15-22-5545 0 0</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1-26T10:03:17.318"/>
    </inkml:context>
    <inkml:brush xml:id="br0">
      <inkml:brushProperty name="width" value="0.05" units="cm"/>
      <inkml:brushProperty name="height" value="0.05" units="cm"/>
    </inkml:brush>
  </inkml:definitions>
  <inkml:trace contextRef="#ctx0" brushRef="#br0">32 1 17503 0 0,'-2'2'87'0'0,"0"0"-1"0"0,0 0 0 0 0,0 0 0 0 0,0 1 1 0 0,0-1-1 0 0,1 1 0 0 0,-1-1 0 0 0,1 1 0 0 0,0-1 1 0 0,-1 1-1 0 0,1 0 0 0 0,0 0 0 0 0,1 0 0 0 0,-1 0 1 0 0,1 0-1 0 0,-1 0 0 0 0,1 0 0 0 0,0 0 0 0 0,0 3 1 0 0,0 3 89 0 0,0 1 1 0 0,1-1 0 0 0,0 1 0 0 0,0-1 0 0 0,4 11 0 0 0,4 5 856 0 0,-7-20-821 0 0,0 0-1 0 0,0 0 1 0 0,0 0-1 0 0,-1 0 1 0 0,1 0-1 0 0,-1 0 1 0 0,-1 1-1 0 0,1 9 1 0 0,-8 48 902 0 0,-1 36-59 0 0,-5 174-886 0 0,13-268-166 0 0,-11 107-2923 0 0,14-95-5271 0 0</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1-26T10:03:19.080"/>
    </inkml:context>
    <inkml:brush xml:id="br0">
      <inkml:brushProperty name="width" value="0.05" units="cm"/>
      <inkml:brushProperty name="height" value="0.05" units="cm"/>
    </inkml:brush>
  </inkml:definitions>
  <inkml:trace contextRef="#ctx0" brushRef="#br0">16 187 7488 0 0,'0'0'15814'0'0,"-13"28"-13078"0"0,10-26-2722 0 0,6 9 635 0 0,-2-9-425 0 0,0 10 434 0 0,8-5-528 0 0,-2 2 47 0 0,-7-9-167 0 0,0 1-1 0 0,0 0 0 0 0,-1 0 1 0 0,1-1-1 0 0,0 1 1 0 0,-1 0-1 0 0,1-1 0 0 0,0 1 1 0 0,-1 0-1 0 0,1-1 0 0 0,-1 1 1 0 0,1-1-1 0 0,-1 1 1 0 0,0-1-1 0 0,1 1 0 0 0,-1-1 1 0 0,1 1-1 0 0,-2 0 0 0 0,-1 0 63 0 0,2-1 275 0 0,20 7-203 0 0,52 13-21 0 0,-55-12-40 0 0,-15-2-71 0 0,-1-4-1 0 0,1 0-9 0 0,1 1-1 0 0,-1-1 0 0 0,0 0 1 0 0,1 0-1 0 0,0 0 0 0 0,-1 0 1 0 0,1 0-1 0 0,0-1 0 0 0,0 1 1 0 0,0 0-1 0 0,0-1 0 0 0,0 1 1 0 0,0-1-1 0 0,3 2 0 0 0,38 15 52 0 0,-36-16-40 0 0,4 2 1 0 0,0-1 0 0 0,0 0 0 0 0,0-1 0 0 0,1-1 1 0 0,-1 1-1 0 0,0-2 0 0 0,1 0 0 0 0,-1 0 0 0 0,0-1 0 0 0,0 0 1 0 0,1-1-1 0 0,-1 0 0 0 0,0-1 0 0 0,12-4 0 0 0,12-8 37 0 0,0-1 0 0 0,61-38 0 0 0,9-5 50 0 0,-71 40-63 0 0,0-1 0 0 0,39-32 0 0 0,10-6-5 0 0,-47 32-88 0 0,-28 19-277 0 0,1 1-1 0 0,0-1 0 0 0,0 2 0 0 0,18-9 0 0 0,-22 11-922 0 0</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1-26T10:03:19.462"/>
    </inkml:context>
    <inkml:brush xml:id="br0">
      <inkml:brushProperty name="width" value="0.05" units="cm"/>
      <inkml:brushProperty name="height" value="0.05" units="cm"/>
    </inkml:brush>
  </inkml:definitions>
  <inkml:trace contextRef="#ctx0" brushRef="#br0">241 19 10392 0 0,'0'0'941'0'0,"4"-19"7592"0"0,-7 23-8293 0 0,1 0 0 0 0,0 0 0 0 0,0 0 0 0 0,1 0 0 0 0,-1 0 0 0 0,1 0 0 0 0,0 0 0 0 0,0 0 0 0 0,1 1 0 0 0,-1-1 0 0 0,1 8 0 0 0,-3 8 300 0 0,-7 34 108 0 0,-3 1 0 0 0,-3-2 0 0 0,-1 0 0 0 0,-3-1 0 0 0,-53 96 0 0 0,65-134-734 0 0,-1 0 1 0 0,0-1-1 0 0,-1 0 0 0 0,-22 22 1 0 0,31-34-594 0 0,1-1 572 0 0,-1 0-1 0 0,1-1 0 0 0,-1 1 1 0 0,1 0-1 0 0,-1-1 0 0 0,1 1 1 0 0,-1 0-1 0 0,1-1 0 0 0,0 1 1 0 0,-1-1-1 0 0,1 1 0 0 0,0-1 1 0 0,-1 1-1 0 0,1 0 0 0 0,0-1 1 0 0,0 1-1 0 0,-1-1 0 0 0,1 0 1 0 0,0 1-1 0 0,0-1 0 0 0,0 1 1 0 0,0-1-1 0 0,0 1 1 0 0,0-1-1 0 0,0 1 0 0 0,0-1 1 0 0,0 0-1 0 0,0-16-2162 0 0,2 1 206 0 0</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1-26T10:03:19.860"/>
    </inkml:context>
    <inkml:brush xml:id="br0">
      <inkml:brushProperty name="width" value="0.05" units="cm"/>
      <inkml:brushProperty name="height" value="0.05" units="cm"/>
    </inkml:brush>
  </inkml:definitions>
  <inkml:trace contextRef="#ctx0" brushRef="#br0">55 1 2304 0 0,'0'0'101'0'0,"0"12"22"0"0,-2 24 5559 0 0,-2 1 0 0 0,-17 71 0 0 0,0-10-1869 0 0,19-83-3213 0 0,0 1 0 0 0,1-1 0 0 0,0 1 0 0 0,1-1 0 0 0,4 32-1 0 0,-3-42-530 0 0,0 0-1 0 0,1 1 0 0 0,-1-1 1 0 0,1 0-1 0 0,1 0 1 0 0,-1 0-1 0 0,0 0 0 0 0,1 0 1 0 0,0-1-1 0 0,0 1 0 0 0,1-1 1 0 0,-1 0-1 0 0,1 0 0 0 0,0 0 1 0 0,0 0-1 0 0,0-1 0 0 0,1 1 1 0 0,-1-1-1 0 0,1 0 0 0 0,7 3 1 0 0,0-1-32 0 0,1-1 1 0 0,0 0-1 0 0,-1-1 1 0 0,16 1-1 0 0,-7 0-2 0 0,-15-4-24 0 0,0 1-1 0 0,1-1 0 0 0,-1-1 0 0 0,0 1 0 0 0,0-1 0 0 0,0 0 0 0 0,11-3 0 0 0,38-17-132 0 0,-44 15-442 0 0,0 0 0 0 0,17-14 0 0 0,-13 10-1498 0 0,3-2-6971 0 0</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1-26T10:03:20.195"/>
    </inkml:context>
    <inkml:brush xml:id="br0">
      <inkml:brushProperty name="width" value="0.05" units="cm"/>
      <inkml:brushProperty name="height" value="0.05" units="cm"/>
    </inkml:brush>
  </inkml:definitions>
  <inkml:trace contextRef="#ctx0" brushRef="#br0">0 298 12120 0 0,'18'0'1290'0'0,"13"2"-448"0"0,0 2-1 0 0,0 1 1 0 0,52 16-1 0 0,8 2 840 0 0,237 51 2159 0 0,-260-62-3413 0 0,1-3 1 0 0,1-3 0 0 0,-1-3 0 0 0,71-6-1 0 0,-60-5 38 0 0,115-26 0 0 0,-108 16-199 0 0,575-140 1857 0 0,-420 94-1502 0 0,-73 20-260 0 0,244-57-85 0 0,-336 86-365 0 0,-3 3-3 0 0</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1-26T10:03:21.678"/>
    </inkml:context>
    <inkml:brush xml:id="br0">
      <inkml:brushProperty name="width" value="0.05" units="cm"/>
      <inkml:brushProperty name="height" value="0.05" units="cm"/>
    </inkml:brush>
  </inkml:definitions>
  <inkml:trace contextRef="#ctx0" brushRef="#br0">17 7 8288 0 0,'0'0'408'0'0,"5"-3"9"0"0,3-1 3494 0 0,-4 19-2247 0 0,4 12-729 0 0,-2 0 0 0 0,-1 0 0 0 0,2 47 0 0 0,-6 84 668 0 0,-2-77-816 0 0,-33 323 1057 0 0,12-229-1520 0 0,22-168-725 0 0,-2 9 684 0 0,1 29 0 0 0,1-41-1247 0 0,0 1 0 0 0,1 0 0 0 0,0-1 0 0 0,0 1 0 0 0,0-1-1 0 0,3 7 1 0 0,4 2-6086 0 0</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1-26T10:03:22.052"/>
    </inkml:context>
    <inkml:brush xml:id="br0">
      <inkml:brushProperty name="width" value="0.05" units="cm"/>
      <inkml:brushProperty name="height" value="0.05" units="cm"/>
    </inkml:brush>
  </inkml:definitions>
  <inkml:trace contextRef="#ctx0" brushRef="#br0">121 0 10136 0 0,'-4'9'178'0'0,"-1"0"1"0"0,2 1-1 0 0,-1-1 1 0 0,1 0-1 0 0,1 1 1 0 0,0 0-1 0 0,-2 17 1 0 0,-5 27 1325 0 0,-32 170 3357 0 0,32-167-3912 0 0,-6 37 607 0 0,4 0 1 0 0,3 163-1 0 0,10-235-1367 0 0,0 0-1 0 0,7 23 0 0 0,-7-35-141 0 0,1 0 0 0 0,0 0 0 0 0,0 0 1 0 0,2-1-1 0 0,-1 0 0 0 0,10 16 0 0 0,-12-23-29 0 0,0 0 1 0 0,0 0-1 0 0,1-1 0 0 0,-1 1 1 0 0,0-1-1 0 0,0 1 0 0 0,1-1 1 0 0,-1 0-1 0 0,1 0 0 0 0,-1 0 1 0 0,1 0-1 0 0,-1 0 1 0 0,1-1-1 0 0,0 1 0 0 0,-1-1 1 0 0,1 1-1 0 0,0-1 0 0 0,0 0 1 0 0,-1 0-1 0 0,5-1 0 0 0,0 0 62 0 0,-1 1-1 0 0,1-2 0 0 0,0 1 1 0 0,-1-1-1 0 0,1 0 0 0 0,-1 0 1 0 0,8-4-1 0 0,-3-1-104 0 0,0 0-1 0 0,-1 0 1 0 0,0-1 0 0 0,0 0-1 0 0,-1-1 1 0 0,0 0 0 0 0,-1 0-1 0 0,14-19 1 0 0,0-7-155 0 0,25-51 0 0 0,-27 47 145 0 0,-15 28 50 0 0,0 1-1 0 0,0-1 1 0 0,-1-1-1 0 0,0 1 1 0 0,-1-1-1 0 0,-1 1 1 0 0,0-1-1 0 0,1-19 1 0 0,-3 30-4 0 0,0 0-1 0 0,0-1 1 0 0,0 1 0 0 0,0-1 0 0 0,-1 1 0 0 0,1 0-1 0 0,0 0 1 0 0,-1-1 0 0 0,1 1 0 0 0,-1 0-1 0 0,0 0 1 0 0,1-1 0 0 0,-1 1 0 0 0,0 0-1 0 0,0 0 1 0 0,0 0 0 0 0,1 0 0 0 0,-1 0 0 0 0,0 0-1 0 0,-1 0 1 0 0,1 0 0 0 0,0 1 0 0 0,0-1-1 0 0,0 0 1 0 0,0 1 0 0 0,-1-1 0 0 0,1 1-1 0 0,0-1 1 0 0,0 1 0 0 0,-1-1 0 0 0,1 1 0 0 0,0 0-1 0 0,-1 0 1 0 0,1 0 0 0 0,-1 0 0 0 0,1 0-1 0 0,0 0 1 0 0,-3 0 0 0 0,-4 2 94 0 0,0-1 0 0 0,-1 1 1 0 0,1 1-1 0 0,-15 6 0 0 0,18-7-76 0 0,-11 5 65 0 0,0 1 0 0 0,1 0 1 0 0,1 1-1 0 0,-1 1 0 0 0,-18 16 1 0 0,-60 67 369 0 0,69-64-2612 0 0,6-6-3124 0 0</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1-28T11:54:07.512"/>
    </inkml:context>
    <inkml:brush xml:id="br0">
      <inkml:brushProperty name="width" value="0.1" units="cm"/>
      <inkml:brushProperty name="height" value="0.6" units="cm"/>
      <inkml:brushProperty name="color" value="#849398"/>
      <inkml:brushProperty name="inkEffects" value="pencil"/>
    </inkml:brush>
  </inkml:definitions>
  <inkml:trace contextRef="#ctx0" brushRef="#br0">1641 87 1840 200589 61182,'3'-1'176'0'0,"-1"-1"-176"0"0,1-2 1152 0 0,-1-3 200 0 0,-1 0 48 0 0,0-2 736 0 0,1 2-976 0 0,-1 1-600 0 0,0 2-48 0 0,-1 1 504 0 0,0 2-96-7-549,1 0-512 7 549,-3 0-8 0 0,0-1 0 0 0,-1 0-48 0 0,0 0 0 0 0,-1 0-8 0 0,-1-2 0 0 0,-1 1 8 0 0,2 0 8 0 0,1 2 0 0 0,0-1 0 0 0,-1 1-1 0 0,2 0 1 0 0,0 0 0 0 0,0 1 0 0 0,-3 0-8 0 0,-1-1-8-4-497,-3 1 0 6-10,1-1 0-2 507,-1 0-48 8-518,-2-1 280-8 518,-2 0-288 0 0,2 0-24-10-556,1 1-8 10 556,-2 1 0 0 0,0 2 0 0 0,-1-1 0 0 0,0 1-8 0 0,0 0 0 0 0,-1 1 0 0 0,0-2-184 0 0,0 0-64 0 0,0 1 0 0 0,-1 1 0 0 0,1 0 88 0 0,-1 1-88 0 0,2 1 96 0 0,-1 0-96 0 0,0 2 96 0 0,0 0-96 0 0,-1 1 96 0 0,-1 0-96 0 0,-1 1 96 0 0,0 1-32 0 0,-1-1 0 0 0,0 1-64 0 0,-1 0 88 0 0,-1 0-88 0 0,0 1 80 0 0,0 0-80 0 0,0 0 64 0 0,1 0-64 0 0,-2 0 0 0 0,-1 0 72 0 0,0 1-72 0 0,-1 3 0 0 0,0 2 0 0 0,1 1 0 0 0,1 1 0 0 0,1-1 0 0 0,0 1-88 0 0,-1 1 88 10-528,1 0 88-10 528,0 0-24 0 0,0 0 0 0 0,-1 2-64 0 0,0-1 80-10-524,1 2-80 21-55,0 0 80-11 579,1 1-16 0 0,1 0-64 0 0,1 1 96 0 0,-1 1-32 0 0,1 1 0 0 0,-1 1 0 0 0,-1 2 0 0 0,0 1 0 0 0,0 0 56 0 0,-1 0 8 0 0,-1 1 0 0 0,0-1 0 0 0,0 0-128 0 0,-1-1 0 0 0,1-1 0 0 0,0-1 0 0 0,1 0 0 0 0,0-1 0 0 0,0 0 0 0 0,0 2 72 0 0,2 0-72 0 0,1 3 96 0 0,2 1-96 0 0,-2 9 272 0 0,-1 3-80 0 0,3 0 8 0 0,-2 5-128 0 0,-1 8-488-1-524,-2 7 200 1 524,2-2 216 0 0,1-5 0-5-502,3-6 64 5 502,1-4-64 0 0,3-2 0 0 0,-1-2 0 0 0,2 1 0 0 0,1 0 176 0 0,1 0 0-569-5,0 0 0-86 11,1 5 0 655-6,1 6-328 0 0,1 1 80 0 0,-1-3 72 680 513,0-4 0-680-513,2-4 64 0 0,-2 8 0 0 0,-1 3-64 0 0,-1 2 80 0 0,1-1-80 0 0,-1-1 72 0 0,0-2-72 0 0,2-2 64-636 2,1-2-64 636-2,2-3 0 0 0,2 0 0 0 0,4-3 64 0 0,2 0-64 0 0,0-1 0 0 0,-3-1 0 0 0,-1 0 0 0 0,0 2 64 0 0,-1 2-64 0 0,1 1 80 0 0,-1 0-80 0 0,1-1 80-569-1,1-1-80-79-1,1-2 64 110 11,1-2-64 538-9,2 4 128-1020-8,2 1-128 1020 8,2 0 96 0 0,1 0-32 0 0,0 1-64 0 0,1 0 0-595 9,1-1 72-71-14,1-1-72 169 6,0-2 88 497-1,2-1-24-562-4,1-1 0-139 3,1-1 0 37 3,1-1 0 21 4,2 3 32 91-13,0 0-32 552 7,1-2-64 0 0,1-3 0 0 0,-1-4 72 0 0,1-1-72 0 0,1-2 0 0 0,1-2 0 0 0,0-1 0 0 0,-1 1 64 0 0,1 0 64 0 0,1 0 24 0 0,-1-1 0 0 0,0 2 0 0 0,0 0-240 0 0,1-1-40 0 0,0 0-16-641 0,2-1 0-29-2,1 0 144-25 9,-1 0 0 169-7,2 1 0 526 0,1-1 0-509-3,1-2 0-45 0,2 0 88 554 3,1-2-88 0 0,2-1 80 0 0,1-2-80 0 0,1 0 0 0 0,1 0 0 0 0,-1-1 64 0 0,0-2-64 0 0,0 0 0 0 0,0-2 72-521 3,-1-2-72 521-3,3-1 0 0 0,2-2 64 0 0,2-1-64 0 0,3-2 0 0 0,3 0 0 0 0,9 0 64 0 0,12-1-64 0 0,3-1 64 0 0,-1-4-64 0 0,-3-2 0 0 0,17-6 0 5 653,15-5 64-5-653,13-6-64 0 0,-3-2 64 0 0,-8-1-64-3 582,-11 1 0 3-582,-11-1 0 0 0,-10-1 0 0 0,-9-1 0 0 0,-5-1 0 0 0,0-2 0 0 0,0-1-64 0 0,1-3 64 0 0,1-4 72 0 0,0-1-8 0 0,0-4-64 0 0,1-2 64 0 0,-1-2-64 0 0,0 0 0 0 0,11-9 80 0 0,15-12-16 0 0,3-4-64 0 0,-3 0 64 674-3,-8 2-64-674 3,-9 2 0 0 0,-7 2 64 0 0,-7 0-64-9 523,-6 2 0 9-523,-3-1 72 0 0,-4 0-72 0 0,-2 0-88 0 0,-2-1-48 0 0,-2 0-16 0 0,2-10 160 0 0,2-13 432 0 0,-1-3-208 0 0,-4 2-120 0 0,-5 6-24 0 0,-5 4-8 0 0,-3 1 0 0 0,-2-1 96 0 0,-4-2 16 0 0,-3 1 8 0 0,-2 0 0 0 0,-3 2-296 0 0,-3-6-240 704-7,-4 0 160-128 5,-3 6 176-576 2,-2 5 0 0 0,-2 4 0 0 0,-2 3 0 0 0,-4 1 0 0 0,-1-1 0 0 0,-2-1 72 0 0,-1-1-8 0 0,-2 0-64 581 5,-1 1 72-52-9,-1 0-72-27 11,-1 1 80-502-7,-1-1-80 0 0,1-2 0 0 0,0-1 0 0 0,1-2 0 0 0,-2 0 0 0 0,1 2 0 0 0,-1 6 0 0 0,-1 4 0 599-4,-2 4 0 70 0,-1 3 0-96 7,-1 1 0-573-3,-1 2 0 0 0,-1-2 64 0 0,-2-2-64 0 0,-3-4 0 0 0,-4-3 64 0 0,-3-1-64 0 0,-2-1 0 0 0,-3 1-96 0 0,-4 2 96 0 0,-1 4-72 0 0,-1 3 72 0 0,-2 3 0-11 537,-1 2 0 11-537,0 2 0 0 0,-1 4 136 0 0,1 2-8 0 0,-1 2-8 0 0,-2 3 24 0 0,-3 2 8 0 0,-3 2 0 0 0,-3 2 0 0 0,-3 2-152 0 0,0 4-72 0 0,-1 3 8 0 0,0 2 0 0 0,1 2 64 0 0,-12 1 0 0 0,-6 2 0 0 0,-3 2 0 0 0,-1 2 0 0 0,1 3 0 0 0,0 2 64 0 0,3 4-64 0 0,3 2 0 0 0,1 1 0 0 0,2 3 0 0 0,1 0 0 0 0,1 1 0 0 0,1-1 0 0 0,-9 2-368 0 0,-9 0-552 0 0,-6-2-1408 0 0,4 0 184 0 0,20-3-22223 0 0</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1-28T11:54:11.714"/>
    </inkml:context>
    <inkml:brush xml:id="br0">
      <inkml:brushProperty name="width" value="0.1" units="cm"/>
      <inkml:brushProperty name="height" value="0.6" units="cm"/>
      <inkml:brushProperty name="color" value="#849398"/>
      <inkml:brushProperty name="inkEffects" value="pencil"/>
    </inkml:brush>
  </inkml:definitions>
  <inkml:trace contextRef="#ctx0" brushRef="#br0">279 42 1376 187840 52851,'0'0'128'0'0,"0"0"-128"0"0,0 0 0 0 0,0 0 192 0 0,0 0 24 0 0,0 0 0 0 0,0 0 0 0 0,0 0-40 0 0,0 0-8 0 0,0 0 0 0 0,0 0 0 0 0,0 0-168 0 0,0 0 0 0 0,0 0 0 0 0,0 0 0 0 0,0 0 448 0 0,0 0 48 0 0,0 0 16 0 0,0 0 0 0 0,0 0 0 0 0,0 0 0 0 0,0 0 0 0 0,0 0 512 0 0,0 0-512 0 0,0-2 0 0 0,0 1 96 0 0,0-1-608 0 0,0-1 0 0 0,0 0 0 0 0,0 0 0 0 0,0 1 0 0 0,0 0 0 0 0,0 1 432 0 0,0 0 64 0 0,0 1 16 0 0,0 0 0 0 0,0 0-416 0 0,0 0-96 0 0,0 0 0 0 0,0 0 0 0 0,0 1 0 0 0,0-1 0 0 0,0 0 0 0 0,0-2 0 0 0,0 0 432 0 0,0 1 64 0 0,0-1 16 0 0,0 1 0 0 0,0 1-328 0 0,0-1-64 0 0,0 1-16 0 0,0 0 0 0 0,0 0 72 0 0,0 0 16 0 0,0 1 0 0 0,0-1 232 0 0,0 0-176 0 0,0 0 0 0 0,0 0 0 0 0,0 0-8 0 0,0 0 0 0 0,0 0 0 0 0,0 0 0 0 0,0 0-33 0 0,0 0-7 0 0,0 0 0 0 0,0 0 0 0 0,0 0-48 0 0,0 0-16 0 0,0 0 0 0 0,0 0 0 0 0,0 0-24 0 0,0 0-8 0 0,0 0 0 0 0,0 0 0 0 0,0 0 8 0 0,0 0 112 0 0,0 0-112 0 0,0 0 72 0 0,0 0 8 0 0,0 0 8 0 0,0 0 0 0 0,0 0-200 0 0,0 0-96 0 0,0 0 0 0 0,0 0 8 0 0,0 0 176 0 0,0 0 160 0 0,0 0-120 0 0,0 0 16 0 0,0 0 8 0 0,0 0 0 0 0,0 0 0 0 0,0 0 16 0 0,0 0 184 0 0,0 0-176 0 0,0-1 0 0 0,1 0 0 0 0,-1-1 0 0 0,1 0 0 0 0,-1 0 240 0 0,1 0 56 0 0,-1 1 8 0 0,0 0 0 0 0,-1 1-480 0 0,1-1-152 0 0,-1 0 0 0 0,0 1 0 0 0,1-1 232 0 0,0 1 48 0 0,-6 1 272 0 0,-5 1-264 0 0,-1 0 0 0 0,-2 1 0 0 0,0 2-200 0 0,-1 2-48 0 0,0 1-8 0 0,0 2 0 0 0,-1 0 296 0 0,2 2 56 0 0,-1 0 16 0 0,0 0 0 0 0,1 1-248 0 0,1 0 0 0 0,1 0 0 0 0,1 0 0 0 0,1-1 0 0 0,1 2 0 0 0,1-2 0 0 0,0 1-208 0 0,-1 3-240 0 0,2 1 224 0 0,1-3 352 0 0,2 0 64 0 0,1-2 8 0 0,1-3 8 0 0,1 0-208 0 0,2-2 0 0 0,0 1 0 0 0,1 1 0 0 0,1 1 0 0 0,2 0 0 0 0,0 0 0 0 0,1 1 0 0 0,1 0 64 0 0,2 1 32 0 0,1 0 0 0 0,1 0 0 0 0,2 1-16 0 0,1 0 0 0 0,1-1 0 0 0,2-2 0 0 0,-1 0 48 0 0,2-2 16 0 0,0-1 0 0 0,0-3 0 0 0,1 0-240 0 522,-2-3-40 0-522,-1 0-16 0 531,2-4-2896 0-531,-3-2-19079 0 0</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1-28T11:54:12.855"/>
    </inkml:context>
    <inkml:brush xml:id="br0">
      <inkml:brushProperty name="width" value="0.1" units="cm"/>
      <inkml:brushProperty name="height" value="0.6" units="cm"/>
      <inkml:brushProperty name="color" value="#849398"/>
      <inkml:brushProperty name="inkEffects" value="pencil"/>
    </inkml:brush>
  </inkml:definitions>
  <inkml:trace contextRef="#ctx0" brushRef="#br0">6 123 10224 191584 52211,'0'0'1104'0'0,"0"0"-1104"0"0,0 0 0 0 0,-1 1 952 0 0,0 0 168 0 0,0-1 32 0 0,0 1 967 0 0,0-1-1191 0 0,1 1 0 0 0,0-1-8 0 0,0 0-272 0 0,0 0-48 0 0,0 0-16 0 0,0 0 0 0 0,0 0-72 0 0,0 0-8 0 0,0 0-8 0 0,2 0 0 0 0,4 0-168 0 0,5 0 256 0 0,7 0-104 0 0,2-1-136-4 925,4 0-32 4-925,3 1-176 0 0,-1-1 0 0 0,-1-1 0 0 0,-2 1-32 0 0,-2-1-8 0 0,-1 0 0 0 0,-1 0 0 0 0,0 0-16 0 0,1 0-8 0 0,2 0 0 0 0,1 0 0 0 0,1 0-72 0 0,2 0 64 0 0,-1 1-64 0 0,-1 0 64 0 0,0 1-64 0 0,0 0 80 0 0,-1 0-80 0 0,0 0 80 0 0,-1 0-80 0 0,1 0 0 0 0,-1 1 0 0 0,-1-1 64 0 0,1 1-64 0 0,1 0 0 0 0,0-1 0 0 0,1 0 64 0 0,2 0-64 0 0,1 0 0 0 0,2 0 0 0 0,1 0 64 0 0,-1 0-64 0 0,-1 0 0 0 0,-1 0 0 0 0,-1-1 64 0 0,0 0-64 0 0,1 0 0 0 0,0-1 0 0 0,6 1 64 0 0,3-1-64 0 0,0 1 0 0 0,-1-1 0 0 0,-2 0 0 0 0,-2 0 0 0 0,-2 1 64 0 0,-1-1-64 0 0,1 2 0 0 0,-1-2 0 0 0,1 1 0 0 0,1 0 0 0 0,1 0 0 0 0,2-1 0 0 0,0 1 0 0 0,1-1 0 0 0,1-1 0 0 0,-1 1 0 0 0,1 0 0 0 0,0 0 0 0 0,-2-1 0 0 0,1 1 0 0 0,-1 0 0 0 0,0 1 0 0 0,-1 0 0 0 0,-1 1 0 0 0,-1 0 64 4 533,0 0-64-4-533,-1 0 0 0 0,0 0 0 0 0,1 0 0 0 533,2 0 0 0-533,1 0 0 0 0,1 0 0 0 0,0 0 0 0 0,0 0-88 0 0,0 0 88 6 654,0 0 64-6-654,0 0-64 0 0,0 0 88 0 0,0-1-88 0 0,0-1 0 0 0,-2 1 0 0 0,0-1 64 0 0,0-1-64 0 0,-2 1 0 0 0,-1-1 0 0 0,-1-1 0 0 0,-1 1 0 0 0,0-1-88 0 0,1 1 24 0 0,0 0 0 0 0,0 1 64 0 0,1-1 96 0 0,1 2-16 0 0,1 0-8 0 0,-2 1-72 0 0,0-1 0 0 0,-3 1 0 0 0,0 0 0 0 0,-1 1 0 0 0,1-1 64 0 0,0 0-64 0 0,1 1 0 0 0,0 0 0 0 0,0-1 0 0 0,-1 1 64 0 0,2-1-64 0 0,-2 0 0 0 0,0 0 0 0 0,-1 0 0 0 0,-1-2 0 0 0,0 0 0 0 0,0-1 0 0 0,-2 0 64 0 0,1-1-64 0 0,1 2 0 0 0,0 0 0 0 0,1 1 0 0 0,0 0 0 0 0,1 1 0 0 0,-1-1 64 0 0,0 1-64 0 0,2 0 0 0 0,0 0 0 0 0,-1-1 64 0 0,-2 1-64 0 0,-1 0-104 0 0,-1 0-40 0 0,-2 0-8 0 0,-2 1 0 0 0,0 0 280 0 0,0-1 64 0 0,-1 1 0 0 0,0-1 8 0 0,-1 0-200 0 0,0 0 64 0 0,0 0-64 0 0,0 1 0 0 0,6 0-544 0 0,2 2 328 0 0,-1 0 360 0 0,-2-1 72 0 0,-3-1 8 0 0,-2 0 8 0 0,-1-1-232 0 0,-1-1 64 0 0,-1 0-64 0 0,1 0 0 0 0,0 1 0 0 0,0-1 0 0 0,-1 1 0 0 0,2 0 0 0 0,-1-1 0 0 0,0 0 64 0 0,1 1-64 0 0,0-1 0 0 0,1 1 0 0 0,1 0 0 0 0,0 0 0 0 0,1 0 0 0 0,-3 0 0 0 0,0 0 0 0 0,-1 0 0 0 0,-1 0 0 0 0,0 0 0-2 645,0-1 0-2-100,-1 0 0 4-545,1 0-160 0 0,0 0-344 3 1210,-1 0 240-3-1210,-1 1 448 0 0,-1 0 88 0 0,-3 0 16 0 0,-1 1 8 0 0,-2 0-232 0 0,0 0-64 0 0,1 2 0 0 0,0-1 0 0 0,0 1 0 0 0,-1-1 0 0 0,2 0 0 0 0,-1 0 0 0 0,0 0 0 0 0,0 0 0 0 0,-2-1 64 0 0,0 0-64 0 0,-2 0-64 0 0,0-1 64 0 0,-1 0-992 0 0,-1-1-1168 0 0,0-1-23503 0 0</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1-28T11:54:13.302"/>
    </inkml:context>
    <inkml:brush xml:id="br0">
      <inkml:brushProperty name="width" value="0.1" units="cm"/>
      <inkml:brushProperty name="height" value="0.6" units="cm"/>
      <inkml:brushProperty name="color" value="#849398"/>
      <inkml:brushProperty name="inkEffects" value="pencil"/>
    </inkml:brush>
  </inkml:definitions>
  <inkml:trace contextRef="#ctx0" brushRef="#br0">1 0 5064 193040 55484,'0'0'448'0'0,"0"0"-352"0"0,0 0-96 0 0,0 0 0 0 0,0 0 1264 0 0,0 0 1784 0 0,0 0-1488 0 0,0 0-640 0 0,0 0-128 0 0,0 0-24 0 0,0 0-8 0 0,0 0 32 0 0,0 0 8 0 0,2 1-1 0 0,5 1 697 0 0,6 1-152 0 0,3 0-672 0 0,3 0-240 0 0,3 0 320 0 0,3 1-384 0 0,0-1-232 0 0,0 1-40 0 0,-1-1-16 0 0,0 1 0 0 0,-1 0-80 0 0,1 0 0 0 0,-1 0 0 0 0,0 1 64 0 0,-1 1-64 0 0,0-1 0 0 0,-3 2 0 0 0,0 1 0 0 0,-3 1 120 0 0,-2 1-24 0 0,-2 0 0 0 0,-1 4 0 0 0,-3 1 144 0 0,-3 2 24 0 0,-2 1 8 0 0,-3 3 0 0 0,-3 1 168 0 0,-3 2 32 0 0,-3 2 8 0 0,-4 0 0 0 0,-4 1-56 0 0,-3 1-8 0 0,-3-1 0 0 0,-2 0 0 0 0,-1 0-144 0 0,2-2-32 4 535,1-2-8-10 113,2-1 0 6-648,0-3-144 0 0,1-3-88 0 0,1-3 96 0 0,0-6-96 0 0,0-3-96 0 0,1-4-80 0 0,2-4-16 0 0,0-6-1352 0 0,1-8-1680 0 0,2-5 1576 0 0,4 3-20263 0 0</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1-28T11:54:21.785"/>
    </inkml:context>
    <inkml:brush xml:id="br0">
      <inkml:brushProperty name="width" value="0.1" units="cm"/>
      <inkml:brushProperty name="height" value="0.6" units="cm"/>
      <inkml:brushProperty name="color" value="#849398"/>
      <inkml:brushProperty name="inkEffects" value="pencil"/>
    </inkml:brush>
  </inkml:definitions>
  <inkml:trace contextRef="#ctx0" brushRef="#br0">15 4192 8576 186899 53120,'0'0'936'0'0,"-1"0"-936"0"0,0 0 0 0 0,0 0 608 0 0,0 0 112 0 0,0-1 16 0 0,-1-2 728 0 0,0-2-752 0 0,0-2 0 0 0,0-2 0 0 0,1-3-400 0 0,1-3-88 0 0,1-1-8 0 0,0-3-8 0 0,0-3 183 0 0,1-1 41 0 0,1-1 8 0 0,0-2 0 0 0,-1-1 0 0 0,1-1 0 0 0,0-1 0 0 0,-1-2 0 0 0,1-1-136 0 0,0-2-24 0 0,-1-1-8 0 0,0-2 0 0 0,0 0-112 0 0,1 0-16 0 0,0-1-8 0 0,0 0 0 0 0,-1-2-48 0 0,1-1-16 0 0,0-4 0 0 0,0-4 0 0 0,0-3-8 0 0,0-2-64 0 0,1-4 96 0 0,-1-3-32 0 0,1-3-64 0 0,1 0 0 595-6,2 0 72 73 12,1-1-72-152-12,2 0 0-516 6,1 0-144 0 0,2 0 24 0 0,2 1 8 0 0,2 0 264 0 0,2 3 48 0 0,1 2 16 643 1,2 2 0-25-1,0 3-152 31 4,-2 2-64-28-11,0 2 0-9 7,1-9 128-612 0,2-3-128 0 0,1-1 96 0 0,-1 0-32 0 0,0 0-64 0 0,1 1 96 0 0,-1-1-96 0 0,1 1 96 519 7,-1-1-96 239-8,0 0 0-124-1,2 1 0-97-2,1-2 0-7 9,-1 1 0-530-5,1 1 0 499-4,2 0 0-499 4,2 0 0 0 0,1 3 0 0 0,2 2 0 0 0,1 3 0 591 1,2 4 0-70-2,2 2 0-521 1,0 1 0 0 0,1 3 0 0 0,1 2 0 0 0,2 1 0 540 3,0 1 0 2-2,1 2 0-38 3,7-4 0-504-4,2-1 0 0 0,1 1 0 0 0,6-2 0 544-5,2-1 0-544 5,-3 2 0 0 0,-1 3 0 0 0,-1 3 0 552 1,-1 3 0-552-1,-1 2 0 0 0,1 0 0 0 0,-1 2 0 0 0,-1 0 0 507-4,-1 2 0-507 4,0 1 0 529 0,-1 1 0-27 2,0 2 0-502-2,0 3 0 0 0,2 1 0 0 0,0 3 0 0 0,9 0 0 0 0,1 2 0 0 0,-2 2 0 0 0,-4 3 0 0 0,-5 1 0 0 0,-3 1 0 0 0,-3 2 0 0 0,-1 0 0 0 0,-1 0 0 552 1,0 1 0-552-1,2-1 0 0 0,0 2 0 0 0,1-1 0 0 0,2 2 0 0 0,0 0 0 0 0,2 1 0 0 0,-1 1 0 0 0,1 2 0 0 0,2 0 0 539 1,0 2 0-539-1,0 2 0 0 0,0 1 0 0 0,2 1 0 0 0,1 2 0 0 0,-1 0 0 0 0,-4 2 0 0 0,-4 1 0 622 2,1 3 0-622-2,-1 2 0 0 0,-1 1 0 0 0,-2 0 0 0 0,-2-1 0 0 0,-1 1 0 0 0,0-1 0 0 0,0-1 0 0 0,-1 0 0 0 0,9 3 0 0 0,3 1 0 0 0,2 0 0 0 0,2 1 0 0 0,-1 0 0 0 0,0 0 0 0 0,-2 2 0 0 0,-1 3 0 0 0,-1 1 0 0 0,-3 1 0 0 0,-2 1 0 0 0,-2 1 0 0 0,-1 2 0 0 0,-2 1 0 0 0,-1 0 0 0 0,-1 0 0 0 0,-2 1 0 0 0,-1 1 0 0 0,-1-2 80 0 0,2 0-80 0 0,1 0 0-7 781,1-1 0 4-246,-1 1 0 3-535,2 1 0 0 0,-1 0 64 0 0,0 1-64 0 0,-2 1 0 0 0,-1 2 0 0 0,0 2 72 0 0,-2 2-8 0 0,-1 2-64 0 0,-2 2 96 0 0,1 1-96 0 0,0 2 88 0 0,0 2-88 0 0,0 0 80 0 0,0 2 72 0 0,-2 2 8 0 0,-3 3 8 0 0,0 2 0 0 0,-3 6-72 0 0,-2 3-24 0 0,-1 4 0 0 0,-2 3 0 0 0,0 0 24 0 0,-2 1 0 0 0,-1-1 0 0 0,-2 1 0 0 0,-2 0-96 0 0,0-1 64 0 0,0-3-64 0 0,0-2 64 0 0,1-3-64-548 2,-1-5 0 548-2,0-3 0 0 0,0-4 0 0 0,-2-1 0 0 0,-1-3 80 0 0,-1-2-80 0 0,0 0 80 0 0,-2-1 48-582-4,0 0 0-19 10,-1 1 8-48-5,-2 8-504 128-5,-2 10-920 521 4,-1 11-12727 0 0,-1-9 4263 0 0</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1-28T11:54:22.356"/>
    </inkml:context>
    <inkml:brush xml:id="br0">
      <inkml:brushProperty name="width" value="0.1" units="cm"/>
      <inkml:brushProperty name="height" value="0.6" units="cm"/>
      <inkml:brushProperty name="color" value="#849398"/>
      <inkml:brushProperty name="inkEffects" value="pencil"/>
    </inkml:brush>
  </inkml:definitions>
  <inkml:trace contextRef="#ctx0" brushRef="#br0">1 350 5984 191281 56528,'1'0'264'0'0,"1"1"120"0"0,0 0-384 0 0,-1 0 0 0 0,0 1 760 0 0,0 2 1056 0 0,-1 1-888 0 0,0 1-360 0 0,0 2-72 0 0,1 2-16 0 0,2 5 672 0 0,0 4-448 0 0,2 3 0 0 0,1 3 8 0 0,0 2-112 0 0,2 3-24 0 0,0 1-9 0 0,2 1 1 0 0,0 0-120 0 0,2 0-32 0 0,0-2 0 0 0,2-1 0 0 0,2-3-40 0 0,0-2-16 0 0,1-2 0 0 0,4-4 512 0 0,2-4-336 0 0,1-7 8 0 0,0-6 0 0 0,0-6 24 0 0,4-13 584 0 0,3-10-576 0 0,1-6-120 0 0,0-8-16 0 0,1-6-8 0 0,9-19 136 0 0,4-12-488 0 0,2-5-16 0 0,5-12-464 0 0,5-12-768 0 0,2-7-13743 1149 0,-8 15 4503-1149 0</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1-28T11:54:24.718"/>
    </inkml:context>
    <inkml:brush xml:id="br0">
      <inkml:brushProperty name="width" value="0.1" units="cm"/>
      <inkml:brushProperty name="height" value="0.6" units="cm"/>
      <inkml:brushProperty name="color" value="#849398"/>
      <inkml:brushProperty name="inkEffects" value="pencil"/>
    </inkml:brush>
  </inkml:definitions>
  <inkml:trace contextRef="#ctx0" brushRef="#br0">336 45 4608 195692 57248,'1'0'408'0'0,"2"-1"-328"701"0,2-1-80 152-6,2-3 1688 865 6,1-3 2392-297 5,0-1-2000-811-7,-1 2-680-14 0,-2 1-144-60 7,-2 3-25-536-5,-2 0-7 530-6,0 2-232-23 13,-3 1-40-507-7,-2 0-16 0 0,-4 1 0 0 0,-2 1-336 0 0,-2 1-72 0 0,-2 2-16 0 0,-2 1 0 0 0,-2 3-168 0 0,-2 2-40 0 0,-1 2-8 0 0,-3 3 0 0 0,0 3 32 0 0,0 2 8 0 0,0 2 0 0 0,0 4 0 0 0,0 1 40 0 0,0 1 8 0 0,2 3 0 0 0,2 1 0 0 0,3 1-256 5-624,4-1-56-5 624,3-1-8 0 0,3-1 0 0 0,4 0 16 0 0,4-2 0 0 0,3-1 0 0 0,5-2 0 0 0,2-1-80 0-601,4-1 0 0 601,4-4 0 0 0,5-2 64 0 0,3-4-64 0 0,6-3 0 0 0,4-4 0 0 0,14-5-1208 0 0,18-8-1480 0 0,-4-4-22255 0 0</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1-28T11:54:56.321"/>
    </inkml:context>
    <inkml:brush xml:id="br0">
      <inkml:brushProperty name="width" value="0.1" units="cm"/>
      <inkml:brushProperty name="height" value="0.6" units="cm"/>
      <inkml:brushProperty name="inkEffects" value="pencil"/>
    </inkml:brush>
  </inkml:definitions>
  <inkml:trace contextRef="#ctx0" brushRef="#br0">81 15 2760 200726 57787,'0'0'248'0'0,"0"0"-248"0"0,0 0 0 0 0,0 0 1312 0 0,0 0 208 0 0,0 0 48 0 0,0 0 0 0 0,1-1-488 0 0,0 1-104 0 0,0-1-16 0 0,0 1-8 0 0,0-1-152 0 0,-1 1-32 0 0,1-1-8 0 0,0 0 0 0 0,1-1-73 0 0,-1-1 657 0 0,0 2-72 0 0,0-1-696 0 0,0 1 0 0 0,-1 1 0 0 0,0-1-48 0 0,0 1-16 0 0,0 0 0 0 0,0 0 384 0 0,0 0-536 0 0,0 1-8 0 0,0-1 0 0 0,0 0-64 0 0,0 0-24 0 0,0 0 0 0 0,0 2 0 0 0,1 2-24 0 0,0 7 224 0 0,0 4-232 0 0,0 4 16 0 0,-1 2 0 0 0,-1 3 0 0 0,-1 4 0 0 0,1 5-8 0 0,0 3 0 0 0,-2 5 0 0 0,-1 12 176 0 0,-1 8-256 0 0,-1 2 0 0 0,1-1 0 0 0,-1-3-48 0 0,0-4-16 0 0,-2-5 0 0 0,1-5 0 0 0,0-3 32 0 0,0-6 0 0 0,1-2 0 0 0,0 0 0-1030-4,0-2-64 1030 4,1-4-64 0 0,2-7-224-1483 4,0-7-440 843-3,3-11-1184 640-1,3-10 104 0 0,1-4-23951 0 0</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1-28T11:54:57.065"/>
    </inkml:context>
    <inkml:brush xml:id="br0">
      <inkml:brushProperty name="width" value="0.1" units="cm"/>
      <inkml:brushProperty name="height" value="0.6" units="cm"/>
      <inkml:brushProperty name="inkEffects" value="pencil"/>
    </inkml:brush>
  </inkml:definitions>
  <inkml:trace contextRef="#ctx0" brushRef="#br0">11 93 5528 197077 57491,'0'0'488'0'0,"0"0"-392"0"0,0 0-96 0 0,0 0 0 0 0,0 0 1600 0 0,0 0 2240 0 0,0 0-1872 0 0,0 0-544 0 0,0 0-112 0 0,0 0-17 0 0,0 0 921 0 0,0 0-536 0 0,0 0-144 0 0,0 0-856 0 0,0 0-8 0 0,1-1 0 0 0,2-2-264 0 0,1-2-56 0 0,3-2-16 0 0,5-2 200 0 0,3-1-360 0 0,4 0-8 0 0,1 0 0 0 0,2 0-56 0 0,1 2-16 0 0,2 2 0 0 0,2 0 0 0 0,0 1-32 0 0,5 3 0 0 0,2 3 32 0 0,-1 1-16 0 0,1 5 64 0 0,5 8-8 0 0,4 5-72-5 572,3 4 0 17 212,1 1 0-12-784,-7 1 56 0 0,-6 0 8 536-2,-5 1 0 78 6,-3 1 0-614-4,1 2 0 0 0,-3 3 0 0 0,-3 3 0 0 0,-6 4 0 0 0,-4 4 24 0 0,-6 4 8 0 0,-4 3 0 0 0,-5 12 192 0 0,-6 13 64 0 0,-8 11 40 0 0,-4-2-200 0 0,-4-6 0 0 0,-3-8 0 0 0,-2-7-256 0 0,-1-6 0 0 0,-1-6 0 0 0,-6 1 0 0 0,-8 0 0 0 0,-2-7 0 0 0,1-10 136 0 0,2-11 88 0 0,1-10 8 0 0,2-11 8 0 0,-11-18-840-503 1,-1-12 360-72-3,3-21-2640-47 4,9-10-8792 632-514,12 4-5575-10 512</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1-28T11:55:15.714"/>
    </inkml:context>
    <inkml:brush xml:id="br0">
      <inkml:brushProperty name="width" value="0.1" units="cm"/>
      <inkml:brushProperty name="height" value="0.6" units="cm"/>
      <inkml:brushProperty name="inkEffects" value="pencil"/>
    </inkml:brush>
  </inkml:definitions>
  <inkml:trace contextRef="#ctx0" brushRef="#br0">517 39 7856 201991 58610,'0'0'856'0'0,"0"0"-856"0"0,1-1 0 0 0,0-1 1336 0 0,1-1 1880 0 0,0 1-392 0 0,0 0-689 0 0,-1-1-1079 0 0,2 0-240 0 0,-1-1-48 0 0,0 0-16 0 0,-1 1 576 0 0,0 0-264 0 0,-1 2-536 0 0,0-1-72 0 0,-2 0-8 0 0,1 1-8 0 0,0 0 0 0 0,-1 0-120 0 0,-3 2 256 0 0,-2 2-288 0 0,-2 2-64 0 0,-4 6 200 0 0,-6 7-48 0 0,-2 5-216 0 0,-1 2 0 0 0,0 1 0 0 0,0 2-24 593-4,0 2-8-593 4,-1 1 0 0 0,-1 0 0 0 0,0 2-8 0 0,-2 2-8 0 0,-1 1 0 0 0,0 3 0 0 0,-2 0-32 0 0,-2 12 64 0 0,1 4-72 0 0,2 2 16 0 0,5-3 0 0 0,2-1 0 0 0,4-4 0 0 0,3-4-8 0 0,3-3 0 0 0,4-4 0 0 0,3-2 0 0 0,4-3-80 0 0,3-3 96 0 0,1 0-96 0 0,3-4 96 0 0,3-1-96-545-5,3-3 0 48 11,4-1 72 497-6,3-3-72-575-4,4-4 0-47 5,3-2 0 113-1,4-2 0 509 0,8-5 64 0 0,3-3-64 0 0,2-5 0 0 0,9-7-536 0 0,11-10-728 0 0,3-6-10600 0 0,-9 2-5751 0 0</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1-28T11:55:16.297"/>
    </inkml:context>
    <inkml:brush xml:id="br0">
      <inkml:brushProperty name="width" value="0.1" units="cm"/>
      <inkml:brushProperty name="height" value="0.6" units="cm"/>
      <inkml:brushProperty name="inkEffects" value="pencil"/>
    </inkml:brush>
  </inkml:definitions>
  <inkml:trace contextRef="#ctx0" brushRef="#br0">6 42 1376 200373 56406,'0'0'128'0'0,"0"-1"-128"0"0,0 1 2200 0 0,0-1 416 0 0,0 0 80 0 0,0 1 1816 0 0,0 0-2896 0 0,-1-2-41 0 0,0 0-7 0 0,0 1-352 0 0,0-1 1040 0 0,1 1-1136 0 0,-1 1-248 0 0,1 0-48 0 0,0-1-16 0 0,0 1 0 0 0,0 0-168 0 0,0 1-32 0 0,0-1 0 0 0,0 0 376 0 0,0 0-648 0 0,2 1-8 0 0,4 2 200 0 0,4 1-352 0 0,4 0-8 0 0,3 0 0 0 0,2-1-64 0 0,5-1-8 0 0,2-3-8 0 0,3-1 0 0 0,3-2-88 0 0,2 0 64 0 0,1-1-64 0 0,0-1 64 0 0,-1 1-64 0 0,1 0 0 0 0,-2 0 0 3 617,0 1 0 6-94,-3 1-120-9-523,-2 0-40 0 0,-3 1 0-10 506,-3 0-1008 5 692,-5 1-1200 5-1198,-5 4-13743 6 629,-3 1 4959-6-629</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1-28T11:55:16.494"/>
    </inkml:context>
    <inkml:brush xml:id="br0">
      <inkml:brushProperty name="width" value="0.1" units="cm"/>
      <inkml:brushProperty name="height" value="0.6" units="cm"/>
      <inkml:brushProperty name="inkEffects" value="pencil"/>
    </inkml:brush>
  </inkml:definitions>
  <inkml:trace contextRef="#ctx0" brushRef="#br0">10 1 13360 202893 63194,'-1'1'1184'0'0,"0"1"-944"0"0,-1 1-240-661 6,0 1 0 85-7,0-2 1823 29 4,1 2 321 547-3,0-1 64 0 0,2 1 1304 0 0,1 1-2408 0 0,3 1-40 0 0,7 0 640 0 0,9-1-592 0 0,11-1-320 0 0,4-2-608 0 0,2-2-16 0 0,4-1 0 0 0,0-1-168 0 0,-2 0 0-489-9,3-2-912-29 14,6 0-1392 518-5,0-1-8831-498 0,-9 1-5281 498 0</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1-28T11:55:22.264"/>
    </inkml:context>
    <inkml:brush xml:id="br0">
      <inkml:brushProperty name="width" value="0.1" units="cm"/>
      <inkml:brushProperty name="height" value="0.6" units="cm"/>
      <inkml:brushProperty name="inkEffects" value="pencil"/>
    </inkml:brush>
  </inkml:definitions>
  <inkml:trace contextRef="#ctx0" brushRef="#br0">1 344 920 204407 47139,'0'0'80'0'0,"0"0"-80"0"0,0 0 0 0 0,0 0 984 0 0,0 0 1376 0 0,0 0-1152 0 0,0 0-880 0 0,0 0-48 0 0,0 0-168 0 0,0 0-176 0 0,0 0 64 0 0,0 0-104 0 0,0 1 8 0 0,0 1 8 0 0,0-1 0 0 0,0 0 0 0 0,0 0 88 0 0,0-1-104 0 0,0 1 40 0 0,0-1 64 0 0,0 0 0 0 0,0 0 0 0 0,0 0 0 0 0,0 0 0 0 0,0 0 160 0 0,0 0 48 0 0,0 0 8 0 0,0 0 0 0 0,0 0 232 0 0,0 0 40 0 0,0 0 16 0 0,0 0 0 0 0,0 0-96 0 0,0 0-24 0 0,0 0 0 0 0,0 0 0 0 0,0 0-200 0 0,0 0-48 0 0,0 2-8 0 0,0 1 0 0 0,0-1 224 0 0,0 1 48 0 0,0-2 8 0 0,0 0 0 0 0,1 2 120 0 0,0-1 24 0 0,0 1 8 0 0,0-1 0 0 0,-1-1-8 0 0,1 0 0 0 0,-1-1 0 0 0,0 2-1 0 0,0 0-7 0 0,0 1 0 0 0,0-2 0 0 0,0 3 0 0 0,-1 0 64 0 0,0 2 0 0 0,0 0 8 0 0,0-2 0 0 0,0-1 96 0 0,1-1 760 0 0,0-1-736 0 0,0 0-296 0 0,0-1 312 0 0,0 0-384 0 0,0-1 48 0 0,2 0 16 0 0,2-1 0 0 0,2-3 0 0 0,2-2-128 0 0,3-2-24 0 0,3-4-8 0 0,1-1 0 0 0,2-3-112 0 0,0-2-16 0 0,1-2-8 0 0,2-1 0 0 0,3-1-72-2 689,2 0-64 8-11,3 0 72-11-16,1 1-72 5-662,1 2 0 0 0,0 3 0 0 0,-2 2 0 0 0,-1 3 0 0 0,-3 2 0 0 0,-3 4 0 0 0,-2 5 0 0 0,-3 4 0 0 0,-1 5 0 0 0,-1 4 64 0 0,-2 3-64 0 0,-1 4 0 0 0,-2 3 0 0 0,0 2 0 0 0,-1 1 0 0 0,-1 3 0 0 0,1 0 0 0 0,2 2 0 0 0,-1-3 0 0 0,2-1 0 0 0,2-1 0 0 0,2-3 0 0 0,3-2 0 0 0,3-4 0 0 0,3-2 136 0 0,3-3-16 0 0,4-5-8 0 0,4-3 0 0 0,4-5 88 0 0,5-3 24 10 640,2-4 0-18 118,1-5 0 8-758,2-2-56 0 0,0-4-8 0 0,0-3 0 0 0,1-4 0 0 0,2-2-88 0 0,0-4-72 0 0,0-1 96 0 0,1-2-96 0 0,-3 1 0 3 603,-2 0 0-11 45,-4 2 0 15 59,-1-2-736-7-707,-3 0-944 0 0,-9 5 824 0 0,-8 5-3488 0 0,-9 7-19359 0 0</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1-28T11:55:22.741"/>
    </inkml:context>
    <inkml:brush xml:id="br0">
      <inkml:brushProperty name="width" value="0.1" units="cm"/>
      <inkml:brushProperty name="height" value="0.6" units="cm"/>
      <inkml:brushProperty name="inkEffects" value="pencil"/>
    </inkml:brush>
  </inkml:definitions>
  <inkml:trace contextRef="#ctx0" brushRef="#br0">377 1 11400 206835 49624,'0'0'1240'0'0,"2"0"64"0"0,1 1 1823 0 0,3 0-367 0 0,1-1-624 0 0,2 2-1080 0 0,0 1-288 0 0,0 3-56 0 0,-2 3-8 0 0,0 3-8 0 0,-2 2-216 0 0,-1 3-32 0 0,-1 2-16 0 0,-2 4 0 0 0,-2 2-48 0 0,-1 3-16 0 0,-2 2 0 0 0,0 3 0 0 0,-2 2-48 0 0,-3 11 288 0 0,-3 5-304 0 0,-4 2 8 0 0,-2-1 0 0 0,-2-1 0 0 0,-3-2 0 0 0,-1-3-312 0 0,-3-3 0 0 0,-1-3 0 0 0,-1-3-96 0 0,2-3 96 1 729,2-4 64-4-8,0-4-64-565 5,-1-3-152 568-726,-3-5-472-509-3,-2-9-728 509 3,4-12-1040 0 0,5-16-13623 0 0,8-5 4919 0 0</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1-28T11:55:23.044"/>
    </inkml:context>
    <inkml:brush xml:id="br0">
      <inkml:brushProperty name="width" value="0.1" units="cm"/>
      <inkml:brushProperty name="height" value="0.6" units="cm"/>
      <inkml:brushProperty name="inkEffects" value="pencil"/>
    </inkml:brush>
  </inkml:definitions>
  <inkml:trace contextRef="#ctx0" brushRef="#br0">267 7 5064 206683 52992,'-1'0'496'0'0,"0"-1"-496"0"0,0 0 0 0 0,-2-1 3136 0 0,-1 1 568 0 0,-1-1 112 0 0,-1 4 1575 0 0,-2 1-4303 0 0,-3 4-88 0 0,0 1-16 0 0,-3 4-248 0 0,0 3-40 0 0,-1 4-16 0 0,-3 5 0 0 0,-1 2-144 0 0,-1 5-32 0 0,-2 3-8 0 0,0 4 0 0 0,2 3-144 0 0,3 1-24-513-2,2-1-8-131 587,4 1 0 72-580,4-3-128 64-7,5 0-24 508 2,5-4-8 0 0,5-1 0 0 0,4-3-96-3 548,5-3-64 3-548,6-3 64 0 0,3-3-64 0 0,3-5 0 0 0,2-3 0 0 0,1-5 0 0 0,10-4-408 0 0,11-7-600 0 0,13-9-1192 0 0,4-5 288 0 0,-11 0-24191 0 0</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1-28T11:55:24.050"/>
    </inkml:context>
    <inkml:brush xml:id="br0">
      <inkml:brushProperty name="width" value="0.1" units="cm"/>
      <inkml:brushProperty name="height" value="0.6" units="cm"/>
      <inkml:brushProperty name="inkEffects" value="pencil"/>
    </inkml:brush>
  </inkml:definitions>
  <inkml:trace contextRef="#ctx0" brushRef="#br0">267 1 2760 208860 52356,'0'0'272'0'0,"0"0"-272"0"0,0 0 0 0 0,0 2 0 0 0,1 2 2864 0 0,0 2 544 0 0,0 3 112 0 0,0 4 16 0 0,0 3-1913 0 0,-1 4-383 0 0,0 6-80 0 0,0 4-8 0 0,-3 7-272 0 0,-1 6-48 0 0,-1 6-16 0 0,-2 6 0 0 0,-3 6-248 0 0,-1 5-56 0 0,-3 4 0 0 0,-1 4-8 0 0,-2 1-248 0 0,-4 13 136 0 0,0 0-200-636 1,0-3-32-94-2,2-10-16 25 0,2-10 0 58 2,2-8 0 117-1,2-9-80 530 0,2-8-64 0 0,1-6 96-561-5,0-1-568 561 5,0-4-792-497 8,2-6-1008 497-8,3-13-1384-517 0,1-8-17247 517 0</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1-28T11:55:24.526"/>
    </inkml:context>
    <inkml:brush xml:id="br0">
      <inkml:brushProperty name="width" value="0.1" units="cm"/>
      <inkml:brushProperty name="height" value="0.6" units="cm"/>
      <inkml:brushProperty name="inkEffects" value="pencil"/>
    </inkml:brush>
  </inkml:definitions>
  <inkml:trace contextRef="#ctx0" brushRef="#br0">412 100 5528 206231 52159,'0'0'488'0'0,"0"0"-392"0"0,-1-1 2072 0 0,-1-2 408 0 0,0-1 80 0 0,0 0 24 0 0,0 0-1081 0 0,-1-2-223 0 0,1 0-32 0 0,0 1-16 0 0,2-1-488 0 0,1 0-96 0 0,0 0-16 0 0,2 0-8 0 0,1-1-304 0 0,1 0-56 0 0,3 0-8 0 0,2 2-8 0 0,3-1-104 0 0,7 1 200 0 0,4 2-224 0 0,2 0-40 0 0,0 4-8 0 0,1 3 0 0 0,2 4 0 0 0,1 4-8 0 0,1 5-8 0 0,1 3 0-3 600,0 5 0 3-600,-1 4-24 0 0,-1 5-8 0 0,-2 4 0 0 0,-3 4 0 0 0,-3 5 24 0 0,-2 4 8 0 0,-5 2 0 0 0,-3 5 0 0 0,-3 2 40 0 0,-6 1 16 0 0,-3 2 0 0 0,-9 14 216 0 0,-7 8-208 0 0,-6 2 0 0 0,-13 13 200 6 745,-8 4-216-18-171,-20 19 360 12-574,-7 0-400-504 3,1-10-8-22-9,4-14 0-39 7,8-15-112-12-1,6-16-40-62-1,6-13 0-39 4,5-12 0 148-1,2-11 0 530-2,2-10 0-563-6,0-9 0-102 7,1-11 0 50-4,0-12-104 44 11,0-10-24-116-16,3-11 0-94 12,1-19-792 173-2,5-22-960 608-2,11-9-10056 0 0,6 7-5735 0 0</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1-28T11:55:27.319"/>
    </inkml:context>
    <inkml:brush xml:id="br0">
      <inkml:brushProperty name="width" value="0.1" units="cm"/>
      <inkml:brushProperty name="height" value="0.6" units="cm"/>
      <inkml:brushProperty name="inkEffects" value="pencil"/>
    </inkml:brush>
  </inkml:definitions>
  <inkml:trace contextRef="#ctx0" brushRef="#br0">40 114 10592 196806 55400,'0'1'944'1123'-1,"-1"0"-752"770"-5,-3 1 1336-347 11,-1-1 264-882-5,-1 1 63-48-5,1-2 1-43 5,-1 1-576-26 3,1-1-112-547-3,2 0-24 0 0,1 0-8 0 0,1 0-304 562-3,0 0-64-562 3,1 0-16 0 0,0 0 0 0 0,0 0-288 0 0,1 0-56 0 0,-1 0-16 0 0,0 0 0 0 0,1-2-104 0 0,1 0-16 0 0,2 0-8 0 0,2-2 0 0 0,3 0-16 0 0,4 0-8 0 0,2 0 0 0 0,2 0 0 506 6,3 0-48 30-9,3 0-16-536 3,4-1 0 0 0,3 1 0 0 0,4-2-104 0 0,1 1-72 0 0,3-1 96 508 0,1 0-96-508 0,1 1 96 0 0,-2 0-32 0 0,1 0 0 0 0,0 0-64 0 0,-2 1 0 0 0,-2-1 0 0 0,-2 1 0 0 0,-3-1-72 0 0,1 1-872 0 0,-2 0 608 0 0,-4 0-3272 0 0,-6 1-7103 0 0,-6 1-5033 0 0</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1-28T11:55:27.520"/>
    </inkml:context>
    <inkml:brush xml:id="br0">
      <inkml:brushProperty name="width" value="0.1" units="cm"/>
      <inkml:brushProperty name="height" value="0.6" units="cm"/>
      <inkml:brushProperty name="inkEffects" value="pencil"/>
    </inkml:brush>
  </inkml:definitions>
  <inkml:trace contextRef="#ctx0" brushRef="#br0">10 1 19295 204913 53269,'-3'2'2088'0'0,"-1"4"-2088"0"0,1 4 968 0 0,5 5 1304 0 0,5 3-312 0 0,4 0-1240 0 0,4-3-16 0 0,2-2 0 0 0,2-3-280 0 0,3-2-56 0 0,3-4-16 0 0,4-1 0 0 0,3-4-208 0 0,4-1-48 0 0,6-3 0 0 0,10-3-256 0 0,12-1-472 0 0,3-1 304 0 0,11 0-4096 0 0,-8 0-20575 0 0</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1-28T11:55:28.446"/>
    </inkml:context>
    <inkml:brush xml:id="br0">
      <inkml:brushProperty name="width" value="0.1" units="cm"/>
      <inkml:brushProperty name="height" value="0.6" units="cm"/>
      <inkml:brushProperty name="inkEffects" value="pencil"/>
    </inkml:brush>
  </inkml:definitions>
  <inkml:trace contextRef="#ctx0" brushRef="#br0">208 1158 1376 202248 57185,'0'0'64'0'0,"0"0"8"0"0,0 0-72 0 0,-1 2 0 0 0,0 1 1384 0 0,-1 0 264 0 0,-1 2 48 0 0,-2 1 16 0 0,-1 0-1104 0 0,-1 2 136 0 0,0 2-408 0 0,2 1 240 0 0,-1 0 56 0 0,0 1 8 0 0,0 0 0 0 0,0 0 192 0 0,0 1 48 0 0,-1 1 8 0 0,0-2 0 0 0,0 0 103 0 0,-2 1 1033 0 0,-1-1-1008 0 0,2-2-72 0 0,1-3-16 0 0,1-2 0 0 0,-2-1 0 0 0,1-2-160 0 0,-1-2-40 0 0,-1-3-8 0 0,2-3 0 0 0,-1-2-232 0 0,1-5-40 0 0,1-2-16 0 0,0-4 0 0 0,1-4-168 0 0,1-4-32 0 0,2-4-8 0 0,0-5 0 0 0,1-6-128 0 0,1-5-32 0 0,2-6-64 0 0,2-5 96 0 0,3-6-96 0 0,2-4 0 0 0,3-4 64 0 0,1-2-64 536 2,4 1 0-13 1,2 2 0-523-3,3 5 0 0 0,2 4 0 0 0,4 4 0 0 0,2 6 0 0 0,-1 5 64 0 0,1 4-64 0 0,0 3 0 0 0,2 4 0 0 0,-1 4 0 0 0,2 3 0 0 0,-1 3 0 538-3,1 5 0 10 5,1 4 0 16-5,2 5 0-29 4,-2 3 0 1-4,-2 3 0-536 3,-4 2 64 0 0,-2 5-64 562 0,-2 3 64 79-1,-3 6 0-84 6,-1 5-64-557-5,-1 6 96 0 0,-2 6-32 535-2,-1 5 0-15 0,-1 6-64-520 2,-3 5 96 0 0,-3 4-96 0 0,-2 5 88 0 0,-2 4-88 0 0,-3 4 80 0 0,-3 1-80 0 0,-3 0 80 0 0,-3 1-80 0 0,-3-1 80 0 0,-1-2 16 0 0,-3 1 0 0 0,-2-2 0 0 0,-4 2 0 0 0,-2-1 48 0 0,-5 1 16 0 0,-3-1 0 0 0,-5 0 0 0 0,-4 0 0 0 0,-3-1 8 0 0,0-2 0 0 0,-1-1 0 0 0,1-3-48-520 2,0-5-16 520-2,3-5 0-505-5,2-5 0 505 5,2-6-40-524 8,2-6-64 524-8,2-7 88 0 0,2-6-88-517-6,4-8 0-138 7,1-8 0 41-2,3-9 0 48 7,2-14-328 566-6,1-21-432 0 0,7-23-248 0 0,11-19-352 0 0,16-12-15767 0 0,5 10 5175 0 0</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1-28T11:55:28.784"/>
    </inkml:context>
    <inkml:brush xml:id="br0">
      <inkml:brushProperty name="width" value="0.1" units="cm"/>
      <inkml:brushProperty name="height" value="0.6" units="cm"/>
      <inkml:brushProperty name="inkEffects" value="pencil"/>
    </inkml:brush>
  </inkml:definitions>
  <inkml:trace contextRef="#ctx0" brushRef="#br0">24 6 20303 204833 56669,'0'0'2200'0'0,"0"0"-2200"0"0,0 0 0 0 0,0 0 1192 0 0,0 0 200 0 0,-3 2 40 0 0,1-1 8 8 511,-3 2-656-8-511,1-1-128 0 0,0-1-24 0 0,2 1-8 0 0,0-2-400 0 0,1 1-72 0 0,1-1-24 0 0,0-1-328 0 0,6-3-672-7 555,3-2-11208 7-555,0-1-5927 0 0</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1-28T11:55:30.126"/>
    </inkml:context>
    <inkml:brush xml:id="br0">
      <inkml:brushProperty name="width" value="0.1" units="cm"/>
      <inkml:brushProperty name="height" value="0.6" units="cm"/>
      <inkml:brushProperty name="inkEffects" value="pencil"/>
    </inkml:brush>
  </inkml:definitions>
  <inkml:trace contextRef="#ctx0" brushRef="#br0">132 123 1376 205248 57093,'0'0'128'0'0,"0"0"-128"0"0,0 0 2592 0 0,0 0 3672 0 0,0 0-1464 0 0,0 0-3521 0 0,0 0-63 0 0,0 0-8 0 0,0 0-200 0 0,-2 0-40 0 0,-1-1-8 0 0,-2 0 680 0 0,0-1-1016 0 0,-1-2-16 0 0,0-2 0 0 0,1-1-320 0 0,2-1-72 0 0,2-2-16 0 0,1-3 80 0 0,1 0-280 0 0,0 1 96 0 0,2 0-24 0 0,0 3-72 0 0,-1 2 0 0 0,0 2 72 0 0,-1 1 0 0 0,0 3 0 0 0,-1 0 0 0 0,0 1 0 0 0,1-1 8 0 0,1-1 0 0 0,0 1 0 0 0,-1 0 0 0 0,0 0 8 0 0,0 1 0 0 0,-1-1 0 0 0,0 1 0 0 0,2 2 72 0 0,0 4 8 0 0,2 1 8 0 0,-2 2 0 0 0,0-1 32 0 0,-1 1 8 0 0,-3 0 0 0 0,-1 1 0 0 0,-1 2-24 0 0,-3-1-8 0 0,-1 1 0 0 0,-2 0 0 0 0,-2-1-56 0 0,-2 2 96 0 0,-1-2-112 0 0,0-1-112 0 0,0-2 0 0 0,3-2 64-495 0,2-7-512 495 0,7-10-704 0 0,8-10-15727 0 0,5-2 5087 0 0</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1-28T11:55:30.682"/>
    </inkml:context>
    <inkml:brush xml:id="br0">
      <inkml:brushProperty name="width" value="0.1" units="cm"/>
      <inkml:brushProperty name="height" value="0.6" units="cm"/>
      <inkml:brushProperty name="inkEffects" value="pencil"/>
    </inkml:brush>
  </inkml:definitions>
  <inkml:trace contextRef="#ctx0" brushRef="#br0">339 19 3680 206985 57863,'0'0'160'0'0,"0"0"40"0"0,0-1-200 0 0,2-1 2304 0 0,0-2 3240 0 0,1 0-2720 0 0,-1 0-1384 0 0,0 2-289 0 0,-1 0-47 0 0,0 5-16 0 0,0 3-72 0 0,0 5-24 0 0,-1 5 0 0 0,0 4 0 0 0,-2 5-240 0 0,-1 4-48 0 0,-2 4-16 0 0,0 7 0 0 0,0 4-120 544 1,-1 5-24-544-1,-2 5-8 0 0,-5 6 0 0 0,-3 6-200 0 0,-4 7-40 0 0,-3 5-8 0 0,-4 5 0 0 0,0 5-136-6 553,0 3-32 6-553,0 1-8 0 0,0 1 0 0 0,1-2-48 3 616,2-4-64-500-610,4-5 88 497-6,2-8-88-563-2,6-8 0-15 1,4-8 0-15 0,4-10 0-31 3,4-4-656 624-2,7-5-952-1121 1,4-13-14951 1121-1,1-10 5023 0 0</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1-28T11:55:34.656"/>
    </inkml:context>
    <inkml:brush xml:id="br0">
      <inkml:brushProperty name="width" value="0.1" units="cm"/>
      <inkml:brushProperty name="height" value="0.6" units="cm"/>
      <inkml:brushProperty name="inkEffects" value="pencil"/>
    </inkml:brush>
  </inkml:definitions>
  <inkml:trace contextRef="#ctx0" brushRef="#br0">45 416 2760 203590 59020,'0'0'248'0'0,"0"0"-248"0"0,0 0 0 0 0,0 0 336 0 0,0 0 16 0 0,0 0 8 0 0,0 0 0 0 0,0 0-216 0 0,0 0-48 0 0,0 0 0 0 0,0 0-8 0 0,0 0 200 0 0,0 0 32 0 0,0 0 16 0 0,0 0 0 0 0,0 0 64 0 0,0 0 16 0 0,0 0 0 0 0,0 0 288 0 0,0 0-432 0 0,0 0-8 0 0,0 0 0 0 0,0 0 80 0 0,0 0 368 0 0,0 0-352 0 0,0 0-200 0 0,0 0-48 0 0,0 0-8 0 0,0 0 0 0 0,0 0 184 0 0,0 0 40 0 0,0 0 8 0 0,0 0 0 0 0,0 0-16 0 0,0 0 0 0 0,0 0 0 0 0,0 0 0 0 0,0 0 0 0 0,0 0 304 0 0,0 0-312 0 0,0 0 64 0 0,0 0 8 0 0,0 0 8 0 0,0 0 0 0 0,0 0-9 0 0,0 0-7 0 0,0 0 0 0 0,0 0 0 0 0,0 0 8 0 0,0 0 384 0 0,0 0-384 0 0,0 0-24 0 0,0 0 360 0 0,-1 0-360 0 0,-1 2 48 0 0,1 0 8 0 0,-1-1 0 0 0,1 1 0 0 0,-1-1-32 0 0,0 2-8 0 0,-1 0 0 507 6,0 1 0-507-6,-2 1-16 0 0,0 0 0 0 0,0-1 0 0 0,1-1 0 0 0,1 0-72 0 0,0-1-8 0 0,2-1-8 0 0,0 0 0 0 0,1-1-48 0 0,0 0-16 0 0,0 1 0 0 0,0 0 0 0 0,0-1 32 0 0,1 1 256 0 0,-1 0-248 0 0,0-1-152 0 0,2-2 40 0 0,3-2-72 0 0,3-2 32 0 0,3-1 8 0 0,3-3 0 0 0,6-4 112 0 0,6-5 8 0 0,8-6 80 0 0,1-2-88 0 0,2 2 0 0 0,-3 1 0 0 0,-2 3-216 5 638,-1 2 0-5-638,-2 4-96 0 0,-1 2 96 0 0,-2 1 0 0 0,-1 2 0 0 0,-4 3 0 0 0,0 2 0 0 0,-2 2 64 535-1,0 3-64-535 1,-1 2 0 0 0,2 6 64 520 1,0 3-64-520-1,-3 3 72 0 0,-2 2-72 0 0,-1 2 64 0 0,-2 3-64 0 0,-1 0 64 0 0,-1 2-64 0 0,-1-1 0 0 0,0-1 72 0 0,-1-1-72 0 0,0-1 0 0 0,-1-2 64 0 0,0-1-64 0 0,2-1 0 0 0,0-1 0 0 0,2-1 120 0 0,3-3-32 0 0,3-1-8 0 0,2-2 0-5 612,3-3 64 0 235,2-3 16 5-847,5-4 0 0 0,3-2 0 0 0,4-4-24 21 515,3-4 0-21-515,-1-4 0 0 0,2-4 0 0 0,2-3-40 0 0,2-3 0 0 0,6-3-8 0 0,3-2 0 0 0,3-1-88 0 0,1-2 0 0 0,2 1 0 0 0,-1 1 0 0 0,-3 1 0 0 0,-3 2-160 0 0,-6 2 24 0 0,-5 4 8 0 0,-5 0-568 557-5,-7 3 320-557 5,-8 2-1120 1243-1,-12 6-1088-65 1,-15 7-13287-1178 0,-6 4 4895 0 0</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1-28T11:55:35.130"/>
    </inkml:context>
    <inkml:brush xml:id="br0">
      <inkml:brushProperty name="width" value="0.1" units="cm"/>
      <inkml:brushProperty name="height" value="0.6" units="cm"/>
      <inkml:brushProperty name="inkEffects" value="pencil"/>
    </inkml:brush>
  </inkml:definitions>
  <inkml:trace contextRef="#ctx0" brushRef="#br0">404 66 7368 213382 61934,'0'0'656'0'0,"0"0"-528"-1133"3,0 0-128 490-3,0 0 1792 1-3,0-2 2504-773 7,0-2-2097 862-5,0 0-999 553 1,0 1-200 0 0,1-1-40-507-4,4-3 640 507 4,2 0-1016 0 0,0 0-8 0 0,4-1 552 0 0,1 0-568 0 0,-1 2 0 0 0,-1 2 488 0 0,-2 2-568 0 0,0 4-8 0 0,0 2 0 0 0,-1 0-112 0 0,-2 2-16 0 0,0 3-8 0 0,-1 5 0 0 0,0 3-128 0 0,0 4-24 0 0,-1 4-8 0 0,-2 2 0 0 0,0 5 144 0 0,-3 1 24 0 0,-1 1 8 0 0,-4 2 0 0 0,-1 0-88 0 0,-4 8 240 0 0,-3 4-256 0 0,-4 1-80 0 0,-2-1-8 0 0,-2 1-8 0 0,-2-1 0 0 0,-4 0-88 0 0,-7 7 32-1081 1,-4 1-96 570 1,0-2 88 511-2,-1-1-8 0 0,1-5-80 0 0,4-8 0 0 0,4-9 0 0 0,4-9-104 0 0,2-12-792 0 0,2-13-1072 0 0,10-25-2928-557-2,9-15 2832-34 5,6-1-20551 591-3</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1-28T11:55:35.499"/>
    </inkml:context>
    <inkml:brush xml:id="br0">
      <inkml:brushProperty name="width" value="0.1" units="cm"/>
      <inkml:brushProperty name="height" value="0.6" units="cm"/>
      <inkml:brushProperty name="inkEffects" value="pencil"/>
    </inkml:brush>
  </inkml:definitions>
  <inkml:trace contextRef="#ctx0" brushRef="#br0">260 0 18455 201475 62455,'0'0'2024'0'0,"0"0"-2024"0"0,0 0 784 0 0,0 0 136 0 0,0 0 24 0 0,-2 2 8 0 0,-1 2-280 0 0,-3 6 544 0 0,-7 9-56 0 0,-8 11-56-5 554,-3 9-552 530-555,-2 2-152 65-2,0 9 328-590 3,0 5-368 0 0,2-1-96 0 0,4 0-16 0 0,1-5-8 0 0,3-3 0 0 0,3-1-80 0 0,3-2-8 0 0,3 0-8 0 0,4-2 0 0 0,4 0 24 0 0,9 4 184 0 0,13 2-176 0 0,14 0-176 0 0,15-5-64 17 533,6-10 64-17-533,2-9 0 0 0,0-10 0 0 0,21-14-1360 0 0,8-11-7008 0 0,-2-7-1575 0 0,-16 0-2881 0 0</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1-28T11:55:37.971"/>
    </inkml:context>
    <inkml:brush xml:id="br0">
      <inkml:brushProperty name="width" value="0.1" units="cm"/>
      <inkml:brushProperty name="height" value="0.6" units="cm"/>
      <inkml:brushProperty name="inkEffects" value="pencil"/>
    </inkml:brush>
  </inkml:definitions>
  <inkml:trace contextRef="#ctx0" brushRef="#br0">77 12 5064 199684 65317,'1'-1'448'-18'-695,"1"0"-352"1381"-1516,2-1-96-620 1184,0 0 1672 14 186,1 0 320-206 83,0 0 64-552 80,0 1 16 5 31,-1 1-944 584 23,-1-1-184-588 113,-2 1-40 0 511,0 0-9 0 0,1 1-63 7-573,-1 2-8-7 573,1 2-8 0 0,0 3 0 0 0,0 4-80-5-580,0 1-8 9 71,1 2-8-4 509,-2 4 0 0 0,0 1-144 0 0,-2 3-24 0 0,-2 4-8 0 0,0 3 0 0 0,-1 4-96 0 0,0 2-32 0 0,-2 1 0 0 0,-1 2 0 0 0,-1 1-168 552 0,-1-1-40-552 0,-1 1-8 0 0,0-2 0 0 0,0-2-104 0 0,1-1-32 0 0,-1-2 0-2-591,1-3 0 2 591,2-2-64 0 0,1-4 0 0 0,1-3 72 0 0,1 0-392 0 0,2-1-528 0 0,2-5 408 0 0,2-4-2976 0 0,0-6-20151 0 0</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1-28T11:55:38.653"/>
    </inkml:context>
    <inkml:brush xml:id="br0">
      <inkml:brushProperty name="width" value="0.1" units="cm"/>
      <inkml:brushProperty name="height" value="0.6" units="cm"/>
      <inkml:brushProperty name="inkEffects" value="pencil"/>
    </inkml:brush>
  </inkml:definitions>
  <inkml:trace contextRef="#ctx0" brushRef="#br0">272 57 8640 207157 51582,'0'0'840'0'0,"0"0"-744"0"0,0 0-96 0 0,0 0 928 0 0,0 0 160 0 0,0 0 40 0 0,0 0 888 0 0,0 0-1184 0 0,0 0-16 0 0,0 0-1 0 0,0-1-31 0 0,0 0-8 0 0,0-1 0 0 0,0-1 0 0 0,0 1-120 0 0,0-1-24 0 0,0 0-8 0 0,0 1 0 0 0,0 1-152 0 0,0-1-32 0 0,1-2-8 0 0,0 0 0 0 0,2 0-112 0 0,-1 0-32 0 0,1 0 0 0 0,2 0 0 0 0,3 1-104 0 0,1 0-24 0 0,2 0-8 0 0,2 0 0 0 0,-1 2-72 0 0,1 3-16 0 0,0 0 0 0 0,2 3 0 0 0,0 1-64 0 0,1 3 96 0 0,0 2-96 0 0,1 3 96 0 0,1 2 8 0 0,0 4 8 0 0,-1 3 0 0 0,0 2 0 0 0,-3 3 64 0 0,-4 3 16 0 0,-5 2 0 0 0,-3 1 0 0 0,-1 2 32 2 599,-1 0 16 1 54,-1 0 0-6 34,-2 2 0 3-687,-2 0-8 0 0,-4 8 232 0 0,-2 2-232 0 0,-3-1-16 0 0,-5 6 200 0 0,-2-1-208 0 0,-1-3-80 0 0,1-4-24 0 0,0-5 0 0 0,1-5 0 0 0,0-3-104 0 0,-1-3 88 0 0,-1-4-88 0 0,0-3 80 0 0,-3-4-80 0 0,-2-4 0-521 1,0-4 0 23 3,-2-4 64 498-4,-1-4-192-519-4,0-6-48 519 4,1-4-8-509 2,-1-7-1016 509-2,1-7-1200 0 0,6-6-8687 0 0,7 3-5233 0 0</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1-28T11:55:39.189"/>
    </inkml:context>
    <inkml:brush xml:id="br0">
      <inkml:brushProperty name="width" value="0.1" units="cm"/>
      <inkml:brushProperty name="height" value="0.6" units="cm"/>
      <inkml:brushProperty name="inkEffects" value="pencil"/>
    </inkml:brush>
  </inkml:definitions>
  <inkml:trace contextRef="#ctx0" brushRef="#br0">24 45 2304 203847 52594,'-2'0'224'0'0,"-1"1"-224"0"0,0 2 3328 0 0,-1-1 648 0 0,1 0 128 0 0,0 1 1951 0 0,0-2-3167 0 0,2 0-624 0 0,0 0-1480 0 0,1-1-16 0 0,0 0-8 0 0,0 0-312 0 0,3 1-64 0 0,3 0-16 0 0,4 1 0 0 0,3-2-144 0 0,2 0-32 0 0,1-1-8 0 0,2-1 0 0 0,1-1-120 0 0,2-2-64 0 0,-1 0 64 0 0,1-1-64 0 0,0-1 0 0 0,0 1 0 0 0,-2 0 0 0 0,-2 0 0 0 0,-1 1-520 0 0,-1 1-64 0 0,-4 1-16 6 904,-4 1-1376-6-326,-2 1-1112 0-578,-3 1-20079 0 0</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1-28T11:55:39.367"/>
    </inkml:context>
    <inkml:brush xml:id="br0">
      <inkml:brushProperty name="width" value="0.1" units="cm"/>
      <inkml:brushProperty name="height" value="0.6" units="cm"/>
      <inkml:brushProperty name="inkEffects" value="pencil"/>
    </inkml:brush>
  </inkml:definitions>
  <inkml:trace contextRef="#ctx0" brushRef="#br0">0 1 5528 205512 52627,'0'0'488'0'0,"0"0"-392"0"0,0 2 2872 0 0,1 4 4216 0 0,0 0-3505 0 0,1 2-1895 0 0,1 0-376 0 0,2 0-80 0 0,2 0-16 0 0,2-1-576 0 0,2-1-128 0 0,2-1-16 0 0,2-1-8 0 0,0-1-328 0 0,2-2-72 0 0,1-1-16 0 0,2-1 0 0 0,1-1-168 0 0,2-1 0 0 0,2-2 0 0 0,4 0-1568 0 0,1-1-192 0 0,-6 0-23983 0 0</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1-28T11:55:40.102"/>
    </inkml:context>
    <inkml:brush xml:id="br0">
      <inkml:brushProperty name="width" value="0.1" units="cm"/>
      <inkml:brushProperty name="height" value="0.6" units="cm"/>
      <inkml:brushProperty name="inkEffects" value="pencil"/>
    </inkml:brush>
  </inkml:definitions>
  <inkml:trace contextRef="#ctx0" brushRef="#br0">130 676 7888 202203 53320,'0'0'856'0'0,"0"0"-856"0"0,0 0 0 0 0,0 0 1152 0 0,0 0 208 0 0,0 0 48 0 0,0 0 0 0 0,-1 0-120 0 0,-1 1-25 0 0,-1 0-7 0 0,-2-1 1128 0 0,1-1-1280 0 0,-2 0-8 0 0,-1-3 752 0 0,0-3-1168 0 0,0-1-8 0 0,1-3-8 0 0,-1-3-296 0 0,2-1-56 0 0,-1-4-16 0 0,1-1 0 0 0,1-2-160 0 0,0-2-32 0 0,0-2-8 0 0,0-2 0 0 0,2-3-96 0 0,0-2 64 0 0,3-1-64 0 0,1 0 0 0 0,0 0 0 0 0,3 0 0 0 0,0 2 0 0 0,2 1 0 0 0,1 1 0 0 0,0 3 0 0 0,1 3 0 0 0,2 1 0 0 0,0 3 0 0 0,-1 2 0 0 0,1 3 0 0 0,-1 1 0 0 0,0 2 0 0 0,0 2 0 0 0,1 2 0 0 0,-1 2 0 0 0,0 1 0 0 0,1 2 0 0 0,1 3 0 0 0,1 4 0 0 0,1 2 0 0 0,0 4 0 0 0,0 3 0 0 0,0 5 0 0 0,0 4 72 0 0,-1 2 24 0 0,-1 3 0 0 0,1 1 0 0 0,-2 2-96 0 0,-1 0 0 0 0,-1 2 0 0 0,-1-1 0 0 0,-2 2 0 0 0,-1 0 0 0 0,-3 1 0 0 0,0 0 0 0 0,-4 0 184 0 0,-2-1-8 0 0,-3 0 0 0 0,-2 0 0 0 0,-2 0 8 0 0,-2-2 0 0 0,-3 0 0 0 0,-5 3 184 0 0,-3-1-184 0 0,0-2 0 0 0,1-5 0 0 0,1-5-88 0 0,2-4-8 0 0,0-6-8 0 0,1-4 0 0 0,1-4-80 0 0,0-5 0 0 0,0-4 0 0 0,-4-8-560 0 0,-1-7-672 0 0,1-10-1104 0 0,4-3 408 0 0,6 5-22999 0 0</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1-28T11:55:40.581"/>
    </inkml:context>
    <inkml:brush xml:id="br0">
      <inkml:brushProperty name="width" value="0.1" units="cm"/>
      <inkml:brushProperty name="height" value="0.6" units="cm"/>
      <inkml:brushProperty name="inkEffects" value="pencil"/>
    </inkml:brush>
  </inkml:definitions>
  <inkml:trace contextRef="#ctx0" brushRef="#br0">68 0 5064 202102 54017,'0'0'448'0'0,"0"0"-352"0"0,0 0-96 0 0,0 0 0 0 0,-1 1 4056 0 0,-3 1 792 0 0,-2 1 159 0 0,-2 1 33 0 0,-1 0-3200 0 0,0-1-640 0 0,0 1-128 0 0,1 0-24 0 0,2-1-640 0 0,2-2-128 0 0,2 0-24 2 832,1 0-8-6-90,1-1-248-3-70,0 0 0 16 8,1 0 0-11 14,0-3-1048 2-694,2-3-1384 0 0,0-2-24999 0 0</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1-28T11:55:40.924"/>
    </inkml:context>
    <inkml:brush xml:id="br0">
      <inkml:brushProperty name="width" value="0.1" units="cm"/>
      <inkml:brushProperty name="height" value="0.6" units="cm"/>
      <inkml:brushProperty name="inkEffects" value="pencil"/>
    </inkml:brush>
  </inkml:definitions>
  <inkml:trace contextRef="#ctx0" brushRef="#br0">74 1 15408 205603 54034,'0'0'1663'0'0,"0"0"-1663"0"0,0 0 0 0 0,0 0 1088 0 0,0 0 176 0 0,1 1 40 0 0,0 5 8 0 0,2 2-416 0 0,0 6 728 0 0,0 6-824 0 0,-1 4-96 0 0,0 2-32 0 0,-1 3 0 0 0,-2 2 0 0 0,-2 3-272 0 0,-1 3-56 0 0,-1 2-16 0 0,-2 3 0 0 0,-1 1-112 0 0,-2 0-24 0 0,0-2-8 0 0,0-1 0 0 0,1-2-184 0 0,0-2 0 0 0,3-3 0 0 0,1 1-864 0 0,3 4-1200 0 0,2-2-5360-516 2,0-5-1279 1-2,1-7-2497 515 0</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1-28T11:55:42.366"/>
    </inkml:context>
    <inkml:brush xml:id="br0">
      <inkml:brushProperty name="width" value="0.1" units="cm"/>
      <inkml:brushProperty name="height" value="0.6" units="cm"/>
      <inkml:brushProperty name="inkEffects" value="pencil"/>
    </inkml:brush>
  </inkml:definitions>
  <inkml:trace contextRef="#ctx0" brushRef="#br0">13 373 2304 198590 53657,'0'0'224'0'0,"0"0"-224"0"0,0 0 1416 0 0,0 0 264 0 0,0 0 48 0 0,0 0 16 0 0,0 0-728 0 0,0 0 688 0 0,0 2-872 0 0,-1 2-24 0 0,1 1-8 0 0,-1-2 0 0 0,0 0 0 0 0,1-1-97 0 0,0-1-31 0 0,-1 0 0 0 0,0 1 0 0 0,0 0-80 0 0,0-1-16 0 0,0 0-8 0 0,1-1 0 0 0,0 1-88 0 0,0-1-8 0 0,0 0-8 0 0,0 0 400 0 0,0 0-480 0 0,0-1 0 0 0,0 1 0 0 0,-1 0-72 0 0,0-2-24 0 0,0-3 0-13 826,0-3 0 13-826,1-2-112 0 0,0-1-24 0 0,2-3-8 0 0,0-2 0 0 0,3-2-144 0 0,0-2 64 0 0,2-1-64 0 0,1-1 0 0 0,1 0 0 0 0,2 1 0 0 0,-1 1 0 0 0,0 1 0 0 0,0 1 0 0 0,-1 1 0 0 0,1 3 0 0 0,-2 3 0 0 0,-1 3 0 0 0,-3 4 0 0 0,-1 1 64 0 0,0 3-64 0 0,0 1 96 0 0,1 4 64 0 0,1 4-80 0 0,-1 3 16 0 0,0 6 112 0 0,-1 4-104 0 0,-1 3-104 0 0,-2 5 72 0 0,0 2-8 0 0,-1 0-64 0 0,0-2 0 0 0,0-2 0 0 0,0-2 0 0 0,0-3 0 0 0,1-4 0 0 0,1-5 0 0 0,-1-4 0 0 0,1-4 0 0 0,0-3 0 0 0,2 0 0 0 0,1-1 0 0 0,1-4 80 0 0,1-4-80 0 0,2-3 96 0 0,1-5-96 0 0,0-3 64 0 0,2-3-64 0 0,0-3 0 0 0,2-3 0 0 0,0-1 0 0 0,2-1 0 0 0,0-2 0 0 0,0 1 0 0 0,1-1 0 0 0,1 2 0 0 0,-1 1 0 0 0,1 2-72 0 0,0 1 72 0 0,0 3 0 0 0,-1 4 0 0 0,-2 2 0 0 0,0 3 0 0 0,0 4 0 0 0,-1 2 64 0 0,-2 4 112 0 0,-3 5 24 0 0,-1 3 8 0 0,-3 4 0 0 0,-1 5-16 0 0,0 3-8 0 0,-2 3 0 0 0,1 2 0 0 0,-1 0-16 0 0,0 2 0 0 0,0 0 0 562 1,0 1 0-562-1,0 0 8 0 0,1 1 0 0 0,-1 0 0 0 0,2 0 0 0 0,0-1-64 0 0,1-2-16 0 0,1-2 0 0 0,0-2 0 0 0,1-3-96 0 0,2-3-64 0 0,1-4 64 3 735,3-2-1568-10-223,1-3-160 3 10,-1-2-25567 4-522</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1-28T11:56:17.078"/>
    </inkml:context>
    <inkml:brush xml:id="br0">
      <inkml:brushProperty name="width" value="0.1" units="cm"/>
      <inkml:brushProperty name="height" value="0.6" units="cm"/>
      <inkml:brushProperty name="inkEffects" value="pencil"/>
    </inkml:brush>
  </inkml:definitions>
  <inkml:trace contextRef="#ctx0" brushRef="#br0">4 0 1376 192903 54167,'0'0'136'0'0,"0"0"-136"0"0,0 0 0 0 0,0 0 1024 0 0,0 0 184 0 0,0 0 40 0 0,0 0 0 0 0,0 0-784 0 0,0 0-160 0 0,0 0-32 0 0,0 0-8 0 0,0 0 64 0 0,0 0 16 0 0,0 0 0 0 0,0 0 0 0 0,0 0-64 0 0,0 0-16 0 0,0 0 0 0 0,0 0 0 0 0,0 0 16 0 0,0 0 0 0 0,0 0 0 0 0,0 0 0 0 0,0 0 64 0 0,0 0 368 0 0,0 0-352 0 0,0 0-48 0 0,0 0-16 0 0,0 0 0 0 0,0 0 0 0 0,0 0-96 0 0,0 0-16 0 0,0 0-8 0 0,0 0 0 0 0,0 0-72 0 0,0 0 80 0 0,0 0-96 0 0,0 0-88 0 0,0 0 0 0 0,0 0 0 0 0,0 0 64 0 0,0 0-64 0 0,0 0 0 0 0,0 0 64 0 0,0 0-64 0 0,0 0 0 0 0,0 0 0 0 0,0 0 0 0 0,0 0 0 0 0,0 0 0 0 0,0 0 0 0 0,0 0 0 0 0,0 0-80 0 0,0 0 80 0 0,0 0-104 0 0,0 0 40 0 0,0 0-88 0 0,0 0-8 0 0,0 0-8 0 0,0 0-280 0 0,0 0-152 0 0,0 0-24 0 0,0 0-32 0 0,0 0 328 0 0,0 0 120 0 0,0 0-152 0 0,0 0 184 0 0,0 0 176 0 0,0 0-88 0 0,0 0 88 0 0,0 2-64 0 0,0 0 64 0 0,0-1 0 0 0,0 1 0 0 0,0-1 0 0 0,0-1 64 0 0,0 1 48 0 0,0-1-16 0 0,0 0 0 0 0,0 0 0 0 0,0 0 16 0 0,0 1 0 0 0,-1 3 0 0 0,0 0 0 0 0,1 0-48 0 0,-1-1-64 0 0,1-1 88 0 0,0-1 40 0 0,-1-1 72 0 0,1 0-104 0 0,0 0 8 0 0,0 0 104 0 0,0 0-104 0 0,0 0-104 0 0,0 0 64 0 0,0-1-136 0 0,0 1-160 0 0,0 0-3072 0 0,0 0-640 0 0,0 0-1144 0 0</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1-28T12:13:45.105"/>
    </inkml:context>
    <inkml:brush xml:id="br0">
      <inkml:brushProperty name="width" value="0.1" units="cm"/>
      <inkml:brushProperty name="height" value="0.6" units="cm"/>
      <inkml:brushProperty name="inkEffects" value="pencil"/>
    </inkml:brush>
  </inkml:definitions>
  <inkml:trace contextRef="#ctx0" brushRef="#br0">136 1 2760 196126 50627,'0'0'248'0'0,"0"0"-248"0"0,0 0 0 0 0,0 0 0 0 0,0 0 1208 0 0,0 0 1632 0 0,0 0-1400 0 0,0 0-376 0 0,0 0-72 0 0,0 0-24 0 0,0 0 0 0 0,0 0-120 0 0,0 0 792 0 0,0 0-216 0 0,0 0-289 0 0,0 0-575 0 0,0 0-40 0 0,0 0 504 0 0,0 0-512 0 0,0 0 48 0 0,1 0 576 0 0,3 1-568 0 0,0-1 80 0 0,-1 1 24 0 0,0-1 0 0 0,-2 1 0 0 0,2 0-64 0 0,-1 1 576 0 0,1 1-592 0 0,-1 3-144 0 0,1 2 376 0 0,-2 4-56 0 0,-1 4-416 0 0,-1 0 0 0 0,-3 5 288 0 0,-3 4-88 0 0,-3 2-280 0 0,-2 0-104 0 0,0-1-16 0 0,-1-2-8 0 0,-3 2 64 0 0,-1 1-112 0 0,-2-3-192 0 0,-1-6-272 0 0,1-11-18415 0 0,4-6 5591 0 0</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1-28T12:13:46.220"/>
    </inkml:context>
    <inkml:brush xml:id="br0">
      <inkml:brushProperty name="width" value="0.1" units="cm"/>
      <inkml:brushProperty name="height" value="0.6" units="cm"/>
      <inkml:brushProperty name="inkEffects" value="pencil"/>
    </inkml:brush>
  </inkml:definitions>
  <inkml:trace contextRef="#ctx0" brushRef="#br0">111 96 9528 207300 52084,'0'0'1032'0'0,"2"-2"-1032"0"0,4-5 1144 0 0,1-2 200 0 0,1 0 48 0 0,1-3 1079-10 1780,1-2-471 22-1261,1 0-8-12-519,-1 2 8 0 0,-3 3-328 0 0,-2 4-488 0 0,-2 3-88 0 0,-1 4-608 0 0,-1 5 0 0 0,1 3 0 0 0,-2 3-80 0 0,0 2-24 0 0,0 3 0 0 0,-1 5 320 0 0,0 3-392 0 0,-1 2-8 0 0,-1 1 0 0 0,-2 0-80 0 0,0 0-8 0 0,-3 1-8 0 0,-3 0 0 0 0,-2 0-104 0 0,-2 0-16 0 0,-1-1-8 0 0,0-3 0-1 544,0-3-80 1 285,0-5 0-4-324,1-3 0 4-505,-1-6-376 0 0,1-8-568 0 0,3-11-17295 0 0,4-3 5471 0 0</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1-28T12:13:51.963"/>
    </inkml:context>
    <inkml:brush xml:id="br0">
      <inkml:brushProperty name="width" value="0.1" units="cm"/>
      <inkml:brushProperty name="height" value="0.6" units="cm"/>
      <inkml:brushProperty name="inkEffects" value="pencil"/>
    </inkml:brush>
  </inkml:definitions>
  <inkml:trace contextRef="#ctx0" brushRef="#br0">306 0 11000 205386 45438,'0'0'1192'0'0,"0"0"-1192"0"0,0 4 696 0 0,-1 4 112 0 0,-1 4 24 0 0,-2 4 8 0 0,-1 3-80-8 880,-2 5-25 8-880,-2 4 1 0 0,-1 4 0 0 0,-1 5-152-5 597,-3 14 512 5-597,-6 20-160 0 0,-1 8-576 0 0,-2 2-8 0 0,2-2 0 0 0,1-4-224 0 0,-1 6 8 0 0,1-1-72 0 0,1-3-64 0 0,1 1 0-519 0,0 6-760-488 5,1 0-1064 501-6,3-11-6175 506 1,3-16-3761 0 0</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1-28T12:13:52.341"/>
    </inkml:context>
    <inkml:brush xml:id="br0">
      <inkml:brushProperty name="width" value="0.1" units="cm"/>
      <inkml:brushProperty name="height" value="0.6" units="cm"/>
      <inkml:brushProperty name="inkEffects" value="pencil"/>
    </inkml:brush>
  </inkml:definitions>
  <inkml:trace contextRef="#ctx0" brushRef="#br0">277 0 11976 206659 48952,'0'0'1064'0'0,"-3"3"-848"0"0,-3 5 864 0 0,-3 8 1455 0 0,-2 5-1239 0 0,0 5-392 0 0,-3 10 736 0 0,-2 7-832 0 0,-1 4-296 0 0,-3 15 392 0 0,-1 9-464 0 0,-1 5-200 0 0,-1 13 152 0 0,-1 5-200 0 0,3-4-192 0 0,3-7 0 0 0,3-9 64 0 0,4-4-64-1079 7,5-8 0 514-8,3-10 72 34 0,5-7 120 531 1,3-9 8 0 0,3-8 0 0 0,1-9 0-510 2,3-6 32 510-2,1-6 8 0 0,0-6 0 0 0,2-4 0 0 0,0-5-144 0 0,5-8 40 0 0,5-9-72 0 0,3-5 32 0 0,-1-2-96 0 0,-3 1 96 0 0,-3 1-96 0 0,-2-1 0 0 0,-2 3 64 0 0,-5 4 0 0 0,-4 2 32 0 0,-6 3-32 0 0,-5 4 80 0 0,-8 2 176 0 0,-8 4-24 0 0,-10 1-24 0 0,-4 4-136 0 0,0 2-136 0 0,-2 3 0 0 0,1 0 0 0 0,2 2 0 0 0,3 2-328 0 0,4 3-15943 0 0,7 0 4847 0 0</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1-28T12:13:52.957"/>
    </inkml:context>
    <inkml:brush xml:id="br0">
      <inkml:brushProperty name="width" value="0.1" units="cm"/>
      <inkml:brushProperty name="height" value="0.6" units="cm"/>
      <inkml:brushProperty name="inkEffects" value="pencil"/>
    </inkml:brush>
  </inkml:definitions>
  <inkml:trace contextRef="#ctx0" brushRef="#br0">406 4 7832 212599 51107,'0'0'344'0'0,"0"0"160"0"0,0 0-504 0 0,-2-1 1736 0 0,-4-1 2472 0 0,-3 1-2065 0 0,-2 2-1127 0 0,-5 4 504 0 0,-3 5-784 0 0,-2 3-128 0 0,-6 9 568 0 0,-7 12-128 0 0,0 7-608 0 0,0 4-8 0 0,2 2 0 0 0,2 0-152 0 0,1 1-32 0 0,3-1-8 0 0,4-1 0 0 0,3-1-160 0 0,2 6 0 0 0,5 5-80-1149-5,6-1 0 587 4,8-4 0 66 9,5-7 0 496-8,11-2-2128 0 0,11-5 56 0 0,11-12-728 0 0,9-13-8103 0 0,-3-9 3463 0 0</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1-28T12:13:53.310"/>
    </inkml:context>
    <inkml:brush xml:id="br0">
      <inkml:brushProperty name="width" value="0.1" units="cm"/>
      <inkml:brushProperty name="height" value="0.6" units="cm"/>
      <inkml:brushProperty name="inkEffects" value="pencil"/>
    </inkml:brush>
  </inkml:definitions>
  <inkml:trace contextRef="#ctx0" brushRef="#br0">163 652 1376 209395 52379,'-3'6'136'0'0,"-2"5"-136"0"0,-2 5 2736 0 0,0 1 528 0 0,-2-1 112 0 0,-1-1 1504 0 0,-2-2-2753 0 0,-2-3-391 0 0,0-6-424 0 0,1-7-224 0 0,1-10-312 0 0,3-12-136 0 0,5-13-200 0 0,5-14-160 0 0,6-14-216 0 0,3-3-64 0 0,1 3 0 0 0,2-1 0 0 0,2 0 0 0 0,2 1-72 0 0,2 5 72 0 0,0 10 0 0 0,-3 11-64 0 0,-1 10 64 530 0,-2 8 0-530 0,-3 9 0 0 0,-4 5 0 0 0,-2 6 0 0 0,-1 4 0 0 0,1 4 0 0 0,0 4 0 0 0,0 4 0 0 0,0 3 128 0 0,-1 5-32 545-6,-2 10 112-545 6,-2 5-96 0 0,-4 1 0 0 0,-2 9 72 0 0,-2 4-120 0 0,-2-2 0 0 0,-3 6 0 0 0,-3 6 8 0 0,-1 1-72 0 0,0-7 0 0 0,0-6 72 0 0,1-7-72 0 0,-2-2 0 0 0,1-6 0 0 0,1-6 0 0 0,-1-5-1640 0 0,3-6 768 0 0,3-8-8319 0 0,3-5-4377 0 0</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1-28T12:13:53.642"/>
    </inkml:context>
    <inkml:brush xml:id="br0">
      <inkml:brushProperty name="width" value="0.1" units="cm"/>
      <inkml:brushProperty name="height" value="0.6" units="cm"/>
      <inkml:brushProperty name="inkEffects" value="pencil"/>
    </inkml:brush>
  </inkml:definitions>
  <inkml:trace contextRef="#ctx0" brushRef="#br0">145 0 11456 212486 51195,'0'0'512'0'0,"0"0"96"0"0,0 0-480 0 0,0 0-128 0 0,0 0 0 0 0,-1 2 0 0 0,-2 2 744 0 0,0 1 128 0 0,-2 2 24 0 0,-2 3 575 0 0,-2 5-495 0 0,-2 7-160 0 0,-1 3-512 0 0,0 2-8 0 0,-1 5 304 0 0,0 3-296 0 0,2 0 0 0 0,-1 5 224 0 0,3-1-328 0 0,1-2 0 0 0,2-4 0 0 0,2-4 16 0 0,1-4 0 0 0,1-4 0 0 0,2-3 0 0 0,0-3 176 0 0,0-5 480 0 0,3-4-80 0 0,2-4-464 0 0,4-4 0 0 0,4-5 288 0 0,7-8-72 0 0,6-7-128 0 0,2-4-296 0 0,1-3-8-576-1,0-6 0 576 1,-2-2-112 0 0,-1-1 64 0 0,-1-3-552 0 0,2-5-760 0 0,-2-2-1272 0 0,-3 3 392 0 0,-6 8-18463 0 0</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1-28T12:13:53.975"/>
    </inkml:context>
    <inkml:brush xml:id="br0">
      <inkml:brushProperty name="width" value="0.1" units="cm"/>
      <inkml:brushProperty name="height" value="0.6" units="cm"/>
      <inkml:brushProperty name="inkEffects" value="pencil"/>
    </inkml:brush>
  </inkml:definitions>
  <inkml:trace contextRef="#ctx0" brushRef="#br0">0 449 6912 207829 57306,'1'2'736'0'0,"1"2"704"0"0,0 3 2016 0 0,1 0-1696 0 0,0 1-544 0 0,-1-2-105 0 0,1 0-23 0 0,-2-3 592 0 0,0-2-1176 0 0,2-4-24 0 0,4-7 368 0 0,4-7-504 0 0,1-3-8 0 0,4-3 0 0 0,0-5-240 0 0,4-7-8-4-645,6-11-88 9-421,0-1 0-5 1066,0 1 0 0 0,-2 5 0 0 0,-3 4 0 0 0,-2 6 0 535 4,-2 5 0-23-7,-1 2 0-512 3,0 3 0 0 0,-2 5 0 0 0,-3 5 0 0 0,-5 4 0 498-3,-2 4 0 49 7,-2 2 0-547-4,-1 4 192 0 0,-1 8 184 0 0,0 5-192 0 0,-2 6-24 0 0,-1 4-8 0 0,-2 2 0 0 0,-1 3 0 0 0,-2 4-64 0 0,-1 3-16 0 0,0 4 0 0 0,-2 8-104 0 0,-4 8-264 0 0,0 5-1184 0 0,-2-1-1696 0 0,3-12-15871 0 0</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1-28T12:13:54.729"/>
    </inkml:context>
    <inkml:brush xml:id="br0">
      <inkml:brushProperty name="width" value="0.1" units="cm"/>
      <inkml:brushProperty name="height" value="0.6" units="cm"/>
      <inkml:brushProperty name="inkEffects" value="pencil"/>
    </inkml:brush>
  </inkml:definitions>
  <inkml:trace contextRef="#ctx0" brushRef="#br0">471 1 12672 211189 54768,'0'0'968'562'-3,"0"0"-552"536"8,-1 2-416-1098-5,-3 8 760 1063-7,-4 12 1055-1063 7,-4 14-127 0 0,-7 16-240 0 0,-5 18-216 0 0,-5 15-312 0 0,-6 17-248 0 0,-6 14-352 0 0,-1-1-168 0 0,3-8-88 0 0,4-12-64 0 0,4-10 72 0 0,4-9-72 0 0,4-9-96 0 0,-1 2-232 0 0,1 2-816 0 0,2-3-1144 0 0,2-10-9167 0 0,6-16 3567 0 0</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1-28T12:13:54.847"/>
    </inkml:context>
    <inkml:brush xml:id="br0">
      <inkml:brushProperty name="width" value="0.1" units="cm"/>
      <inkml:brushProperty name="height" value="0.6" units="cm"/>
      <inkml:brushProperty name="inkEffects" value="pencil"/>
    </inkml:brush>
  </inkml:definitions>
  <inkml:trace contextRef="#ctx0" brushRef="#br0">1 180 14368 214794 54186,'5'-9'1560'0'0,"7"-7"-1560"0"0,7-7 895 0 0,4-2 161 0 0,0 2 24 0 0,0 2 8 0 0,-1 3-712 0 0,4 2 64 0 0,13 2-2512 0 0,5 5 760 0 0,-5 3-16167 0 0</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1-28T12:13:55.176"/>
    </inkml:context>
    <inkml:brush xml:id="br0">
      <inkml:brushProperty name="width" value="0.1" units="cm"/>
      <inkml:brushProperty name="height" value="0.6" units="cm"/>
      <inkml:brushProperty name="inkEffects" value="pencil"/>
    </inkml:brush>
  </inkml:definitions>
  <inkml:trace contextRef="#ctx0" brushRef="#br0">450 1 11976 219212 54163,'0'0'1064'0'0,"-4"1"-848"0"0,-5 2 1224 0 0,-8 1 1967 0 0,-7 0-895 0 0,-7 0-1416 0 0,1-2-576 0 0,1-1-352 0 0,1-1 16 0 0,1-1-40 0 0,3 1-48 0 0,5 1-32 0 0,5 4-64 0 0,9 5 96 0 0,6 6 56 0 0,8 4 16 0 0,4 3 40 0 0,3 1-24 0 0,2 2-40 0 0,-2-3-72 0 0,-1-3 64 0 0,-4-3 16 0 0,-3-1 0 0 0,-2 1 336 0 0,-2-1-112 0 0,-3 2 8 0 0,-3 4 392 0 0,-3 2-376 0 0,-2 0 0 0 0,-3 0 0 0 0,-1-1-112 0 0,-6 5 224 0 0,-4 2-256 0 0,-1 0-152 0 0,-3 2 32 15 564,-2-3-72-20-47,1-3-64 5-517,-3-3 0 0 0,-1-6-416-530-1,0-8-800-532 2,5-8-9767 1062-1,6-3-5337 0 0</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1-28T12:13:55.939"/>
    </inkml:context>
    <inkml:brush xml:id="br0">
      <inkml:brushProperty name="width" value="0.1" units="cm"/>
      <inkml:brushProperty name="height" value="0.6" units="cm"/>
      <inkml:brushProperty name="inkEffects" value="pencil"/>
    </inkml:brush>
  </inkml:definitions>
  <inkml:trace contextRef="#ctx0" brushRef="#br0">166 2022 2760 209010 50944,'-9'12'272'0'0,"-5"7"-272"0"0,-2 4 1856 0 0,-3 3 2600 0 0,-2 3-1112 0 0,-2 2-1736 0 0,1-1-112 0 0,5-3-73-3 1144,4-7 1 3-1144,5-7-712 0 0,4-5 0 0 0,6-5 728 0 0,9-8 16 0 0,15-14-152 0 0,16-22-224 0 0,11-15-544 0 0,4-11-152 0 0,17-24 312 0 0,22-32-120 0 0,23-30-152 0 0,19-30-120 0 0,17-22-152 1455-6,-5 3-80-776 9,-14 16-72-116-2,-5 6 0 576-1,-4 5-616-33-4,-9 12-816 340 10,-18 28 704-749-13,-15 23-2992 457 11,-19 29-2319-576-2,-20 29-945 37-7,-17 24-1984-615 5</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1-28T12:13:56.602"/>
    </inkml:context>
    <inkml:brush xml:id="br0">
      <inkml:brushProperty name="width" value="0.1" units="cm"/>
      <inkml:brushProperty name="height" value="0.6" units="cm"/>
      <inkml:brushProperty name="inkEffects" value="pencil"/>
    </inkml:brush>
  </inkml:definitions>
  <inkml:trace contextRef="#ctx0" brushRef="#br0">1 766 1376 207618 50845,'0'0'128'0'0,"0"0"616"0"0,0 3 1024 0 0,0-1-864 0 0,0 1 24 0 0,0 0 928 0 0,0 3-128 0 0,0-1-192 0 0,0 2-232 0 0,0 1-344 0 0,0-2-48 0 0,0-1-480 0 0,0-1 0 0 0,0-1 648 0 0,0-1-385 0 0,0-1 9 0 0,0-1 0 0 0,0 1-128 0 0,0-2 536 0 0,0 1-560 0 0,0 0-80 0 0,0-3 424 0 0,2-4-448 0 0,0-4 0 0 0,2-6 432 0 0,-1-5-440 0 0,2-4-152 0 0,-1-3-24 0 0,1-3-8 0 0,-1-3 0 0 0,1-3-72 0 0,2-11 136 0 0,3-14-16 0 0,5-11-32 0 0,7-4-136 0 0,1 4-72 0 0,1 12-64 0 0,0 11 0 0 0,-2 11 0 0 0,3 7 0 1057 2,1 7 0-1057-2,-1 7 0 0 0,0 5 0 535 1,-1 4-64-11-1,5 3-608-524 0,7 3-872 0 0,6 4-848 0 0,1 6-1192 513 0,-7 1-14519-513 0</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1-28T12:13:56.950"/>
    </inkml:context>
    <inkml:brush xml:id="br0">
      <inkml:brushProperty name="width" value="0.1" units="cm"/>
      <inkml:brushProperty name="height" value="0.6" units="cm"/>
      <inkml:brushProperty name="inkEffects" value="pencil"/>
    </inkml:brush>
  </inkml:definitions>
  <inkml:trace contextRef="#ctx0" brushRef="#br0">1 489 9216 210957 53297,'0'0'992'0'0,"0"0"-992"0"0,2 0 1400 0 0,6-1 1960 0 0,6-3-1001 0 0,6-6-1559 0 0,6-7-240 0 0,5-10-240 0 0,4-9 160 0 0,3-10 264 0 0,3-6-16 0 0,-1-5-24 0 0,-6 4-352 0 0,-6 7-208 0 0,-8 9-48 0 0,-6 8 0 0 0,-6 8-8 0 0,-5 5 40 0 0,-6 3 136 0 0,-6 2 128 0 0,-6 3-104 0 0,-2 4 0 0 0,-1 3 0 0 0,-2 4-184 0 0,1 5-32 0 0,-1 3-8 0 0,-5 8 128 0 0,-2 7-48 0 0,-1 3 0 0 0,-1 9 96 0 0,1 6-160 0 0,3 1 0 0 0,4 1 0 0 0,5-1-80 0 0,3 7 0 0 0,4 6-72 0 0,5 0 72 0 0,4-5-96 0 0,11 0-952 0 0,6-6 488 0 0,4-10 0 0 0,8-11-4200 0 0,3-10 3080 0 0,-4-9-14831 0 0</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1-28T12:13:57.254"/>
    </inkml:context>
    <inkml:brush xml:id="br0">
      <inkml:brushProperty name="width" value="0.1" units="cm"/>
      <inkml:brushProperty name="height" value="0.6" units="cm"/>
      <inkml:brushProperty name="inkEffects" value="pencil"/>
    </inkml:brush>
  </inkml:definitions>
  <inkml:trace contextRef="#ctx0" brushRef="#br0">152 232 3224 210796 53977,'0'0'312'0'0,"-1"2"-312"0"0,-1 2 2400 0 0,-1 6 3392 0 0,-4 11-1864 0 0,-1 6-3352 0 0,-2 4-73 0 0,-2 11 601 0 0,-4 12 200 0 0,-2 13 48 0 0,-1 3-648 0 0,2-5 0 0 0,2-2 560 0 0,2-8-728 0 0,5-10-8 0 0,5-10 0 0 0,5-8-72 0 0,3-8-8 0 0,3-7-8 0 0,7-7 360 0 0,11-13-104 0 0,14-18 0 0 0,20-25 24 0 0,9-17-360 0 0,6-8-184 0 0,13-17 88 0 0,12-19-584 0 0,-2-2-256 0 0,-8 8-16 528-3,-11 12-7040-13 1,-12 15-1407-3 9,-17 21-2617-512-7</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1-26T10:04:18.284"/>
    </inkml:context>
    <inkml:brush xml:id="br0">
      <inkml:brushProperty name="width" value="0.05" units="cm"/>
      <inkml:brushProperty name="height" value="0.05" units="cm"/>
    </inkml:brush>
  </inkml:definitions>
  <inkml:trace contextRef="#ctx0" brushRef="#br0">0 1485 1840 0 0,'0'0'83'0'0,"1"1"-6"0"0,4 10-1260 0 0,7 8 16989 0 0,-9-42-14615 0 0,21-388 1619 0 0,-4 140-2148 0 0,-13 166-433 0 0,3-53 55 0 0,-15 111 1414 0 0,6 13-1900 0 0,16-36 434 0 0,-10 45-280 0 0,2 2 0 0 0,0-1 0 0 0,2 1 0 0 0,25-40 0 0 0,-26 46 40 0 0,28-57 8 0 0,-31 63 7 0 0,-2 1 7 0 0,0 1 1 0 0,1 0 0 0 0,0 1 0 0 0,0-1 0 0 0,1 1 0 0 0,0 0 0 0 0,0 1-1 0 0,11-9 1 0 0,-15 14-20 0 0,10-7-42 0 0,-1 0 0 0 0,26-13-1 0 0,-34 20 42 0 0,1 0 1 0 0,-1 1-1 0 0,0 0 0 0 0,1-1 0 0 0,-1 1 0 0 0,0 1 0 0 0,1-1 0 0 0,-1 1 0 0 0,1 0 0 0 0,0 0 0 0 0,-1 0 0 0 0,1 0 0 0 0,-1 1 0 0 0,5 1 0 0 0,-2 0 13 0 0,-1 0 0 0 0,1 0 0 0 0,-1 1 0 0 0,0 0 0 0 0,0 0 0 0 0,0 1 0 0 0,0 0 0 0 0,-1 0 0 0 0,0 0 0 0 0,9 9 0 0 0,-6-4 22 0 0,-1 0 0 0 0,0 0 0 0 0,0 1 0 0 0,-1 0-1 0 0,8 17 1 0 0,-1 7 45 0 0,-2-1-1 0 0,-1 1 1 0 0,6 38-1 0 0,12 84 383 0 0,12 291 0 0 0,-39-98 614 0 0,-2-188-9056 0 0</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1-26T10:04:20.054"/>
    </inkml:context>
    <inkml:brush xml:id="br0">
      <inkml:brushProperty name="width" value="0.05" units="cm"/>
      <inkml:brushProperty name="height" value="0.05" units="cm"/>
    </inkml:brush>
  </inkml:definitions>
  <inkml:trace contextRef="#ctx0" brushRef="#br0">1 84 6360 0 0,'9'-20'633'0'0,"-6"12"-571"0"0,-2 5 62 0 0,1 1 0 0 0,-1-1 0 0 0,0 1 0 0 0,0-1 0 0 0,-1 0 0 0 0,1 1 0 0 0,0-1 0 0 0,-1 0 0 0 0,0 0 1 0 0,1 0-1 0 0,-2-5 0 0 0,7-9 9346 0 0,-2 27-9345 0 0,-1 0-1 0 0,0 1 0 0 0,-1-1 1 0 0,0 1-1 0 0,0 0 1 0 0,-1-1-1 0 0,-1 1 1 0 0,0 12-1 0 0,10 220 840 0 0,-4-123-503 0 0,8 424 1939 0 0,-23-361-1508 0 0,-7-99-1210 0 0,17-115-948 0 0,7-37 1 0 0,1-12-1042 0 0,-7 49 691 0 0</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1-26T10:04:20.435"/>
    </inkml:context>
    <inkml:brush xml:id="br0">
      <inkml:brushProperty name="width" value="0.05" units="cm"/>
      <inkml:brushProperty name="height" value="0.05" units="cm"/>
    </inkml:brush>
  </inkml:definitions>
  <inkml:trace contextRef="#ctx0" brushRef="#br0">53 1 2760 0 0,'0'12'248'0'0,"-9"99"5778"0"0,9 17-2036 0 0,-6 413 2153 0 0,-7-362-4529 0 0,10-130-1194 0 0,-14 59 0 0 0,16-104-452 0 0,-2 12-258 0 0,3-15 54 0 0</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1-26T10:04:24.228"/>
    </inkml:context>
    <inkml:brush xml:id="br0">
      <inkml:brushProperty name="width" value="0.05" units="cm"/>
      <inkml:brushProperty name="height" value="0.05" units="cm"/>
    </inkml:brush>
  </inkml:definitions>
  <inkml:trace contextRef="#ctx0" brushRef="#br0">138 3 2760 0 0,'4'-3'19169'0'0,"-5"4"-19103"0"0,1 0 0 0 0,0 0 0 0 0,0-1 0 0 0,-1 1 0 0 0,1 0 0 0 0,0-1-1 0 0,0 1 1 0 0,0 0 0 0 0,0 0 0 0 0,0-1 0 0 0,0 1 0 0 0,0 0 0 0 0,0 0 0 0 0,0-1 0 0 0,0 1 0 0 0,0 1 0 0 0,3 21 395 0 0,-4-17-293 0 0,0-1-1 0 0,-1 1 0 0 0,1-1 0 0 0,-1 0 0 0 0,0 0 1 0 0,0 0-1 0 0,-5 9 0 0 0,-6 12 498 0 0,0 12-553 0 0,8-21-103 0 0,0-1 0 0 0,-2 1 0 0 0,0-1 0 0 0,-18 28 0 0 0,3-24 266 0 0,19-19-223 0 0,1 1 0 0 0,-1 0 1 0 0,1 0-1 0 0,-1-1 0 0 0,1 2 0 0 0,0-1 1 0 0,0 0-1 0 0,0 0 0 0 0,0 1 0 0 0,-2 3 1 0 0,4-5 239 0 0,0 0-289 0 0,0 0 1 0 0,1 1 0 0 0,-1-1 0 0 0,1 0 0 0 0,-1 0 0 0 0,1 0 0 0 0,-1 0 0 0 0,1 0 0 0 0,-1 0 0 0 0,1 0 0 0 0,0 0-1 0 0,0 0 1 0 0,0 0 0 0 0,-1 0 0 0 0,1-1 0 0 0,0 1 0 0 0,0 0 0 0 0,0 0 0 0 0,0-1 0 0 0,0 1 0 0 0,0-1-1 0 0,0 1 1 0 0,1-1 0 0 0,-1 1 0 0 0,0-1 0 0 0,0 0 0 0 0,0 0 0 0 0,2 1 0 0 0,36 3 5 0 0,14-10-2113 0 0,-4-7-3838 0 0,-22 2-2179 0 0</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1-26T10:04:25.544"/>
    </inkml:context>
    <inkml:brush xml:id="br0">
      <inkml:brushProperty name="width" value="0.05" units="cm"/>
      <inkml:brushProperty name="height" value="0.05" units="cm"/>
    </inkml:brush>
  </inkml:definitions>
  <inkml:trace contextRef="#ctx0" brushRef="#br0">88 85 6448 0 0,'0'0'585'0'0,"0"-2"-485"0"0,0-5-15 0 0,1 5 298 0 0,-1 0-1 0 0,1 0 1 0 0,0 1-1 0 0,0-1 0 0 0,0 0 1 0 0,0 1-1 0 0,0-1 0 0 0,1 1 1 0 0,-1-1-1 0 0,0 1 1 0 0,3-3-1 0 0,5-5 3307 0 0,-5 3-3665 0 0,-3 5 258 0 0,1-1-1 0 0,0 0 0 0 0,-1 0 1 0 0,0-1-1 0 0,0 1 0 0 0,1 0 0 0 0,-1 0 1 0 0,0-1-1 0 0,-1 1 0 0 0,1 0 0 0 0,0-1 1 0 0,-1 1-1 0 0,1-1 0 0 0,-1-4 4080 0 0,-1 7-4248 0 0,-1 0 1 0 0,1 0-1 0 0,0 0 0 0 0,-1 0 0 0 0,1 1 1 0 0,0-1-1 0 0,-1 0 0 0 0,1 1 0 0 0,0-1 0 0 0,-1 1 1 0 0,-1 1-1 0 0,2 2-50 0 0,-1-1 1 0 0,0 1-1 0 0,0-1 0 0 0,0 0 1 0 0,-1 0-1 0 0,1 0 0 0 0,-1 0 1 0 0,-4 5-1 0 0,-14 18 228 0 0,-5 31 93 0 0,25-54-370 0 0,0 0-1 0 0,0 0 1 0 0,1 0-1 0 0,-1 0 0 0 0,1 0 1 0 0,0 0-1 0 0,0 0 1 0 0,0 0-1 0 0,0 0 1 0 0,1 4-1 0 0,-1-5-3 0 0,0 1 1 0 0,1 0-1 0 0,-1 0 1 0 0,0-1-1 0 0,0 1 1 0 0,-1 0-1 0 0,1-1 1 0 0,-1 1-1 0 0,1 0 1 0 0,-1-1-1 0 0,-1 5 1 0 0,-12 16 97 0 0,11-21-95 0 0,1 1 1 0 0,1-1 0 0 0,-1 1 0 0 0,0-1 0 0 0,0 1 0 0 0,1 0-1 0 0,0 0 1 0 0,-1 0 0 0 0,1 0 0 0 0,0 0 0 0 0,1 0 0 0 0,-1 0-1 0 0,0 0 1 0 0,1 0 0 0 0,0 0 0 0 0,0 1 0 0 0,0-1 0 0 0,0 0-1 0 0,0 0 1 0 0,1 4 0 0 0,5 29 112 0 0,1 2 115 0 0,-6-36-233 0 0,0 0 0 0 0,0 0-1 0 0,0 0 1 0 0,0 0 0 0 0,1 0 0 0 0,-1 0 0 0 0,1 0 0 0 0,-1-1-1 0 0,1 1 1 0 0,-1 0 0 0 0,1-1 0 0 0,0 1 0 0 0,0-1-1 0 0,0 0 1 0 0,2 2 0 0 0,1-1 9 0 0,0 0 0 0 0,-1-1 0 0 0,1 0-1 0 0,0 1 1 0 0,0-2 0 0 0,0 1 0 0 0,1 0 0 0 0,-1-1-1 0 0,9-1 1 0 0,0 0 17 0 0,0-1 1 0 0,19-4-1 0 0,-13 0-8 0 0,27-11 1 0 0,-29 6 4 0 0,-17 4-168 0 0,-1 6-44 0 0,1-5-339 0 0,0 0 0 0 0,1 1 0 0 0,0-1 0 0 0,1 1 0 0 0,-1-1 0 0 0,1 1-1 0 0,5-8 1 0 0,5-7-1048 0 0</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1-26T10:04:26.660"/>
    </inkml:context>
    <inkml:brush xml:id="br0">
      <inkml:brushProperty name="width" value="0.05" units="cm"/>
      <inkml:brushProperty name="height" value="0.05" units="cm"/>
    </inkml:brush>
  </inkml:definitions>
  <inkml:trace contextRef="#ctx0" brushRef="#br0">1 50 2760 0 0,'8'0'19967'0'0,"25"1"-18452"0"0,-5 2 1023 0 0,13-9-1798 0 0,-14 2-816 0 0,-8 2 359 0 0,-2 1-174 0 0,0 0 0 0 0,25-7-1 0 0,24-1 58 0 0,26-2-7 0 0,-57 6-216 0 0,49-1 0 0 0,-86 7-237 0 0,0-1 69 0 0,0 0 1 0 0,1 1 0 0 0,-1 0 0 0 0,0-1-1 0 0,1 1 1 0 0,-1 0 0 0 0,1 0-1 0 0,-1 0 1 0 0,1 0 0 0 0,0 0-1 0 0,-2 1 1 0 0,-5 6-1391 0 0</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1-26T10:04:27.097"/>
    </inkml:context>
    <inkml:brush xml:id="br0">
      <inkml:brushProperty name="width" value="0.05" units="cm"/>
      <inkml:brushProperty name="height" value="0.05" units="cm"/>
    </inkml:brush>
  </inkml:definitions>
  <inkml:trace contextRef="#ctx0" brushRef="#br0">9 12 6448 0 0,'-9'7'1152'0'0,"16"-8"3879"0"0,6 2-2525 0 0,-7 0-985 0 0,54 10 6416 0 0,41-3-4973 0 0,-18-10-2425 0 0,1-4 0 0 0,115-23 0 0 0,-184 27-2085 0 0,-13 2 243 0 0</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1-26T10:04:33.027"/>
    </inkml:context>
    <inkml:brush xml:id="br0">
      <inkml:brushProperty name="width" value="0.05" units="cm"/>
      <inkml:brushProperty name="height" value="0.05" units="cm"/>
    </inkml:brush>
  </inkml:definitions>
  <inkml:trace contextRef="#ctx0" brushRef="#br0">91 26 2760 0 0,'0'0'4537'0'0,"10"-26"8378"0"0,-10 27-12809 0 0,10 8 1129 0 0,13 15-1141 0 0,-21-23-40 0 0,0 1-1 0 0,0 0 0 0 0,0 0 1 0 0,0 1-1 0 0,0-1 0 0 0,-1 0 1 0 0,1 0-1 0 0,-1 1 0 0 0,0-1 1 0 0,0 1-1 0 0,0-1 0 0 0,0 1 1 0 0,0 0-1 0 0,-1-1 0 0 0,1 1 1 0 0,-1 0-1 0 0,1-1 0 0 0,-1 1 1 0 0,0 0-1 0 0,0 0 0 0 0,0-1 1 0 0,-1 1-1 0 0,0 4 0 0 0,-1-2 57 0 0,0-1-1 0 0,1 0 0 0 0,-1 1 0 0 0,1-1 1 0 0,0 1-1 0 0,0 0 0 0 0,1-1 0 0 0,-1 1 1 0 0,1 0-1 0 0,0 0 0 0 0,1-1 0 0 0,-1 1 1 0 0,1 0-1 0 0,-1-1 0 0 0,2 1 0 0 0,1 6 1 0 0,5 31 237 0 0,-2 1 0 0 0,-3-1 0 0 0,-1 75 1 0 0,-3-77-84 0 0,1 39 259 0 0,-5 0 0 0 0,-19 110 0 0 0,14-119-230 0 0,8-47-216 0 0,-2 0 0 0 0,-7 30 0 0 0,10-51-98 0 0,0 0 0 0 0,0 1 0 0 0,0-1 0 0 0,0 0 1 0 0,0 0-1 0 0,-1 0 0 0 0,1 0 0 0 0,-1 0 0 0 0,1-1 0 0 0,-1 1 0 0 0,0 0 0 0 0,0-1 0 0 0,1 1 0 0 0,-1-1 0 0 0,0 1 1 0 0,0-1-1 0 0,0 0 0 0 0,-1 0 0 0 0,-1 1 0 0 0,-5 1-612 0 0,0-1 0 0 0,0 1-1 0 0,-15 1 1 0 0,6-2-2060 0 0,9-1 717 0 0</inkml:trace>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1-26T10:04:33.711"/>
    </inkml:context>
    <inkml:brush xml:id="br0">
      <inkml:brushProperty name="width" value="0.05" units="cm"/>
      <inkml:brushProperty name="height" value="0.05" units="cm"/>
    </inkml:brush>
  </inkml:definitions>
  <inkml:trace contextRef="#ctx0" brushRef="#br0">6 832 13216 0 0,'-5'8'8995'0'0,"32"4"-7744"0"0,-12-8-784 0 0,0-1 0 0 0,21 2 0 0 0,-31-4-331 0 0,0-1 0 0 0,-1 1 0 0 0,1-1 0 0 0,0 0 0 0 0,0-1 0 0 0,-1 1 0 0 0,1-1 0 0 0,0 0 0 0 0,-1 0 0 0 0,1-1 0 0 0,8-3 0 0 0,5-13 856 0 0,30-9-305 0 0,73-30 1 0 0,-51 26-383 0 0,23-13 40 0 0,158-70 78 0 0,-23 8-501 0 0,34-14 816 0 0,100-21 67 0 0,-219 87-631 0 0,-39 10 53 0 0,132-38 0 0 0,-222 78-314 0 0,0 0 0 0 0,1 1 0 0 0,-1 1-1 0 0,1 0 1 0 0,-1 1 0 0 0,1 0 0 0 0,0 1 0 0 0,-1 1-1 0 0,1 0 1 0 0,-1 1 0 0 0,29 8 0 0 0,-41-9-323 0 0,7 2 284 0 0,-5 2-3122 0 0</inkml:trace>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1-26T10:04:35.628"/>
    </inkml:context>
    <inkml:brush xml:id="br0">
      <inkml:brushProperty name="width" value="0.05" units="cm"/>
      <inkml:brushProperty name="height" value="0.05" units="cm"/>
    </inkml:brush>
  </inkml:definitions>
  <inkml:trace contextRef="#ctx0" brushRef="#br0">72 898 9216 0 0,'0'0'706'0'0,"-21"14"6923"0"0,16-21-6475 0 0,4 6-1027 0 0,0 0 1 0 0,0 0-1 0 0,0 0 1 0 0,0 0-1 0 0,0 0 1 0 0,0 0-1 0 0,0-1 1 0 0,1 1-1 0 0,-1 0 1 0 0,1 0-1 0 0,-1-1 1 0 0,1 1 0 0 0,-1 0-1 0 0,1-1 1 0 0,0 1-1 0 0,-1-1 1 0 0,1 1-1 0 0,0 0 1 0 0,0-1-1 0 0,0 1 1 0 0,0-1-1 0 0,0 1 1 0 0,1-1-1 0 0,-1 1 1 0 0,0 0-1 0 0,1-1 1 0 0,-1 1-1 0 0,1 0 1 0 0,-1-1-1 0 0,2-1 1 0 0,3-8 100 0 0,-1-1 1 0 0,-1 1-1 0 0,0-1 1 0 0,-1 1-1 0 0,0-1 1 0 0,-1 0-1 0 0,0 0 1 0 0,0 0-1 0 0,-3-12 1 0 0,2 21-214 0 0,1-10 75 0 0,-2 0 0 0 0,0 0 0 0 0,-1 0 0 0 0,0 0-1 0 0,-1 0 1 0 0,-5-14 0 0 0,-3-9 21 0 0,2 0-1 0 0,2 0 1 0 0,0 0-1 0 0,3-1 1 0 0,1 0-1 0 0,2 0 1 0 0,5-56-1 0 0,7 20 103 0 0,-1 23 176 0 0,-9 39-404 0 0,1-1 0 0 0,1 0 0 0 0,0 1 1 0 0,8-20-1 0 0,-9 26 1 0 0,1 1-1 0 0,-1-1 1 0 0,1 1 0 0 0,0 0 0 0 0,0 0-1 0 0,0 0 1 0 0,0 0 0 0 0,1 1-1 0 0,0-1 1 0 0,0 1 0 0 0,0 0 0 0 0,0 0-1 0 0,8-4 1 0 0,-6 3 14 0 0,0 1 0 0 0,1 1-1 0 0,-1-1 1 0 0,1 1 0 0 0,0 0-1 0 0,0 1 1 0 0,0-1 0 0 0,0 2-1 0 0,11-1 1 0 0,-12 1 1 0 0,-1 1 0 0 0,1 0 1 0 0,0 0-1 0 0,-1 0 0 0 0,1 1 0 0 0,-1 0 0 0 0,1 0 0 0 0,-1 1 1 0 0,0-1-1 0 0,0 1 0 0 0,0 0 0 0 0,6 5 0 0 0,6 6 27 0 0,-1 1-1 0 0,0 0 1 0 0,-1 1-1 0 0,21 30 1 0 0,-15-16 17 0 0,-1 1-1 0 0,15 34 1 0 0,-25-42 41 0 0,0 1 0 0 0,-2 0 0 0 0,-1 0 0 0 0,0 1 1 0 0,-2 0-1 0 0,-1 0 0 0 0,-1 1 0 0 0,-1 46 0 0 0,-1-34 116 0 0,0-8 26 0 0,-4 33 1 0 0,2-55-183 0 0,0 0 1 0 0,0 0-1 0 0,-1 0 1 0 0,0 0-1 0 0,-1 0 1 0 0,0 0-1 0 0,0-1 1 0 0,-7 14-1 0 0,-17 13 146 0 0,19-24-130 0 0,1-1 0 0 0,0 2 1 0 0,-7 11-1 0 0,12-18-47 0 0,1-1 1 0 0,-1 1-1 0 0,1 0 0 0 0,0 0 1 0 0,0-1-1 0 0,0 1 0 0 0,0 0 1 0 0,1 0-1 0 0,0 0 1 0 0,-1 0-1 0 0,2 0 0 0 0,-1 0 1 0 0,1 8-1 0 0,0-10-12 0 0,-1 0 0 0 0,0 0-1 0 0,0 0 1 0 0,0 0 0 0 0,0 0 0 0 0,0 0-1 0 0,0 0 1 0 0,0 0 0 0 0,-1 0 0 0 0,1 0-1 0 0,-1 0 1 0 0,0 0 0 0 0,1 0-1 0 0,-1 0 1 0 0,0 0 0 0 0,0 0 0 0 0,0 0-1 0 0,0-1 1 0 0,-1 1 0 0 0,1 0 0 0 0,0-1-1 0 0,-1 1 1 0 0,1-1 0 0 0,-1 0 0 0 0,0 1-1 0 0,1-1 1 0 0,-1 0 0 0 0,0 0 0 0 0,0 0-1 0 0,0 0 1 0 0,1 0 0 0 0,-1-1 0 0 0,0 1-1 0 0,-2 0 1 0 0,-4 2 4 0 0,-1-1 0 0 0,1 0 0 0 0,0-1 0 0 0,-1 0 0 0 0,1 0 0 0 0,0-1 0 0 0,-14-1 0 0 0,19 1-195 0 0,0 0 0 0 0,0-1 0 0 0,0 0-1 0 0,0 1 1 0 0,-1-1 0 0 0,1-1 0 0 0,1 1 0 0 0,-1 0-1 0 0,0-1 1 0 0,0 1 0 0 0,-3-3 0 0 0,4 2-280 0 0,0 0 0 0 0,-1-1 0 0 0,1 1 0 0 0,0-1 0 0 0,0 1 0 0 0,0-1 0 0 0,1 1 0 0 0,-1-1 0 0 0,1 0 1 0 0,-1 0-1 0 0,1 0 0 0 0,0 0 0 0 0,0 0 0 0 0,0 0 0 0 0,1 0 0 0 0,-1 0 0 0 0,0-5 0 0 0,-1-14-7754 0 0</inkml:trace>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1-26T10:04:36.021"/>
    </inkml:context>
    <inkml:brush xml:id="br0">
      <inkml:brushProperty name="width" value="0.05" units="cm"/>
      <inkml:brushProperty name="height" value="0.05" units="cm"/>
    </inkml:brush>
  </inkml:definitions>
  <inkml:trace contextRef="#ctx0" brushRef="#br0">49 1 13360 0 0,'-22'67'2933'0'0,"1"-26"5099"0"0,28-36-6245 0 0,-6-2 503 0 0,-12-2-2161 0 0,9-6-314 0 0,10-16-2232 0 0,-6 18 1678 0 0,6-12-8395 0 0</inkml:trace>
</inkml:ink>
</file>

<file path=ppt/ink/ink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1-26T10:04:36.349"/>
    </inkml:context>
    <inkml:brush xml:id="br0">
      <inkml:brushProperty name="width" value="0.05" units="cm"/>
      <inkml:brushProperty name="height" value="0.05" units="cm"/>
    </inkml:brush>
  </inkml:definitions>
  <inkml:trace contextRef="#ctx0" brushRef="#br0">13 44 11456 0 0,'0'0'528'0'0,"-4"-9"170"0"0,-5-25 7495 0 0,10 36-7379 0 0,2 6-291 0 0,-1 0 1 0 0,0 0-1 0 0,0 0 0 0 0,0 16 1 0 0,-1-13-88 0 0,1 0 1 0 0,4 21-1 0 0,4-4-64 0 0,-2 0 0 0 0,-1 1 0 0 0,-2 0 0 0 0,0 0 0 0 0,0 39 0 0 0,-5 205 588 0 0,0-262-953 0 0,-1 0 1 0 0,-1-1-1 0 0,1 1 0 0 0,-2 0 0 0 0,1-1 1 0 0,-2 1-1 0 0,1-1 0 0 0,-1 0 1 0 0,-1 0-1 0 0,-9 16 0 0 0,11-19-263 0 0,-1 1 0 0 0,1 0-1 0 0,1 0 1 0 0,-2 8 0 0 0,3-13-1071 0 0</inkml:trace>
</inkml:ink>
</file>

<file path=ppt/ink/ink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1-26T10:04:36.725"/>
    </inkml:context>
    <inkml:brush xml:id="br0">
      <inkml:brushProperty name="width" value="0.05" units="cm"/>
      <inkml:brushProperty name="height" value="0.05" units="cm"/>
    </inkml:brush>
  </inkml:definitions>
  <inkml:trace contextRef="#ctx0" brushRef="#br0">1 586 17103 0 0,'17'-9'2905'0'0,"28"-21"-1"0"0,13-7-1306 0 0,-38 26-1246 0 0,-1-1-1 0 0,0-1 1 0 0,0 0-1 0 0,-2-1 1 0 0,0-1 0 0 0,28-32-1 0 0,4-16 172 0 0,30-35 113 0 0,-56 71-501 0 0,2-2-1 0 0,0 2-1 0 0,43-35 1 0 0,-49 47-304 0 0,0 2 1 0 0,0 1 0 0 0,1 0-1 0 0,36-14 1 0 0,-54 25-663 0 0</inkml:trace>
</inkml:ink>
</file>

<file path=ppt/ink/ink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1-26T10:04:37.207"/>
    </inkml:context>
    <inkml:brush xml:id="br0">
      <inkml:brushProperty name="width" value="0.05" units="cm"/>
      <inkml:brushProperty name="height" value="0.05" units="cm"/>
    </inkml:brush>
  </inkml:definitions>
  <inkml:trace contextRef="#ctx0" brushRef="#br0">86 120 5064 0 0,'11'-4'13803'0'0,"-8"7"-13514"0"0,1-1-1 0 0,-1 1 0 0 0,0 0 1 0 0,0-1-1 0 0,0 2 0 0 0,0-1 0 0 0,-1 0 1 0 0,1 0-1 0 0,-1 1 0 0 0,0-1 1 0 0,0 1-1 0 0,0 0 0 0 0,-1 0 1 0 0,3 7-1 0 0,1 6 402 0 0,-2 0-1 0 0,3 24 1 0 0,-4-26-192 0 0,0 0 0 0 0,8 28 0 0 0,-8-36-409 0 0,4 5 106 0 0,-2 0-1 0 0,0 1 0 0 0,0 0 1 0 0,-1 0-1 0 0,-1 0 1 0 0,0 0-1 0 0,-1 0 0 0 0,-1 24 1 0 0,0-29-139 0 0,-1 4 42 0 0,0 0 0 0 0,0 0 0 0 0,-1 0 0 0 0,-1 0 0 0 0,-6 18 0 0 0,-18 30 36 0 0,-2-1-1 0 0,-39 58 1 0 0,67-116-174 0 0,1 0 0 0 0,-1 0-1 0 0,0 0 1 0 0,1 0 0 0 0,-1 0 0 0 0,0 0-1 0 0,0 0 1 0 0,0 0 0 0 0,0-1 0 0 0,1 1-1 0 0,-1 0 1 0 0,0-1 0 0 0,0 1 0 0 0,0-1-1 0 0,-1 1 1 0 0,1-1 0 0 0,0 1 0 0 0,0-1-1 0 0,0 0 1 0 0,0 0 0 0 0,0 1 0 0 0,0-1-1 0 0,-1 0 1 0 0,1 0 0 0 0,0 0 0 0 0,0 0-1 0 0,0 0 1 0 0,0-1 0 0 0,-2 1 0 0 0,2-1-85 0 0,-1 1 1 0 0,1-1 0 0 0,0 0 0 0 0,-1 0-1 0 0,1 0 1 0 0,0 0 0 0 0,0 0 0 0 0,0 0-1 0 0,0 0 1 0 0,0 0 0 0 0,0 0 0 0 0,0 0 0 0 0,1-1-1 0 0,-1 1 1 0 0,0 0 0 0 0,1-1 0 0 0,-1 1-1 0 0,1 0 1 0 0,-1-1 0 0 0,1 1 0 0 0,-1-1-1 0 0,1 1 1 0 0,0-2 0 0 0,-1-46-8105 0 0,1 19 784 0 0</inkml:trace>
  <inkml:trace contextRef="#ctx0" brushRef="#br0" timeOffset="1">268 1 5528 0 0,'0'0'984'0'0,"-1"8"4096"0"0,-8 30 2846 0 0,1 0-4708 0 0,-8 40-859 0 0,15-73-2233 0 0,0 0-1 0 0,1 0 1 0 0,0 0-1 0 0,0 0 0 0 0,1-1 1 0 0,-1 1-1 0 0,1 0 1 0 0,0 0-1 0 0,0 0 1 0 0,1-1-1 0 0,-1 1 0 0 0,1 0 1 0 0,0-1-1 0 0,4 7 1 0 0,-4-7-36 0 0,1 1 1 0 0,-1 0 0 0 0,0 1 0 0 0,0-1 0 0 0,-1 0-1 0 0,1 0 1 0 0,-1 1 0 0 0,-1-1 0 0 0,1 7-1 0 0,-1-2 48 0 0,-1-5-70 0 0,1 0 0 0 0,-1 0 0 0 0,1-1 0 0 0,1 1 0 0 0,-1 0 1 0 0,0-1-1 0 0,1 1 0 0 0,0 0 0 0 0,0-1 0 0 0,1 1 0 0 0,-1-1 0 0 0,1 1 0 0 0,4 7 0 0 0,58 104 556 0 0,-60-108-576 0 0,2-1-1 0 0,-1 1 0 0 0,1-1 1 0 0,0-1-1 0 0,1 1 1 0 0,-1-1-1 0 0,1 0 1 0 0,0-1-1 0 0,1 0 0 0 0,-1 0 1 0 0,1 0-1 0 0,0-1 1 0 0,14 5-1 0 0,-4-6-138 0 0,-12-3-254 0 0,0 0 0 0 0,0 0 0 0 0,0-1-1 0 0,1 0 1 0 0,-2-1 0 0 0,1 1 0 0 0,0-1-1 0 0,7-4 1 0 0,-11 6-67 0 0,21-8-9242 0 0</inkml:trace>
</inkml:ink>
</file>

<file path=ppt/ink/ink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1-26T10:04:38.775"/>
    </inkml:context>
    <inkml:brush xml:id="br0">
      <inkml:brushProperty name="width" value="0.05" units="cm"/>
      <inkml:brushProperty name="height" value="0.05" units="cm"/>
    </inkml:brush>
  </inkml:definitions>
  <inkml:trace contextRef="#ctx0" brushRef="#br0">1 18 920 0 0,'0'-2'3502'0'0,"2"-13"9251"0"0,9 22-12381 0 0,-1 1 0 0 0,0 1-1 0 0,-1 0 1 0 0,0 0-1 0 0,-1 1 1 0 0,1 0 0 0 0,9 16-1 0 0,1 5 399 0 0,22 48-1 0 0,6 33 279 0 0,-26-58-716 0 0,37 66 0 0 0,-40-86-259 0 0,-13-23-144 0 0,0-1 0 0 0,1 1 0 0 0,0-1-1 0 0,1-1 1 0 0,0 0 0 0 0,10 11 0 0 0,-2-10-2398 0 0,-7-2 1003 0 0</inkml:trace>
</inkml:ink>
</file>

<file path=ppt/ink/ink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1-26T10:04:39.133"/>
    </inkml:context>
    <inkml:brush xml:id="br0">
      <inkml:brushProperty name="width" value="0.05" units="cm"/>
      <inkml:brushProperty name="height" value="0.05" units="cm"/>
    </inkml:brush>
  </inkml:definitions>
  <inkml:trace contextRef="#ctx0" brushRef="#br0">374 1 11520 0 0,'-13'16'1224'0'0,"-14"30"293"0"0,-14 29 2049 0 0,-24 53-33 0 0,-3 8-1142 0 0,51-97-2009 0 0,-65 137 918 0 0,67-147-1219 0 0,2 1 1 0 0,-19 63 0 0 0,32-92-163 0 0,0 0 0 0 0,0 0 0 0 0,0 0 0 0 0,-1 0 0 0 0,1 0 0 0 0,0 0 0 0 0,1 0 0 0 0,-1 0 0 0 0,0 0 0 0 0,0 0 0 0 0,0 0 0 0 0,1 0 0 0 0,-1 0 1 0 0,0 0-1 0 0,1 0 0 0 0,-1 0 0 0 0,1-1 0 0 0,-1 1 0 0 0,1 0 0 0 0,0 1 0 0 0,0 0-219 0 0,5 6-1843 0 0</inkml:trace>
</inkml:ink>
</file>

<file path=ppt/ink/ink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1-26T10:04:39.523"/>
    </inkml:context>
    <inkml:brush xml:id="br0">
      <inkml:brushProperty name="width" value="0.05" units="cm"/>
      <inkml:brushProperty name="height" value="0.05" units="cm"/>
    </inkml:brush>
  </inkml:definitions>
  <inkml:trace contextRef="#ctx0" brushRef="#br0">171 1 10136 0 0,'0'0'777'0'0,"-1"2"-505"0"0,-3 12 589 0 0,0 0 0 0 0,1 0 0 0 0,-2 19 0 0 0,-1 9 1397 0 0,-46 272 4375 0 0,18-92-4918 0 0,-15 142-853 0 0,43-316-884 0 0,-1 58-1141 0 0,10-63-5858 0 0,1-22-678 0 0</inkml:trace>
</inkml:ink>
</file>

<file path=ppt/ink/ink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1-26T10:04:39.866"/>
    </inkml:context>
    <inkml:brush xml:id="br0">
      <inkml:brushProperty name="width" value="0.05" units="cm"/>
      <inkml:brushProperty name="height" value="0.05" units="cm"/>
    </inkml:brush>
  </inkml:definitions>
  <inkml:trace contextRef="#ctx0" brushRef="#br0">240 1 9672 0 0,'-11'20'967'0'0,"1"1"0"0"0,1 0 0 0 0,0 1 0 0 0,2 0 0 0 0,1 0 1 0 0,-5 32-1 0 0,-4 11 1094 0 0,-126 689 4730 0 0,131-677-6504 0 0,-1 91 0 0 0,11-134-270 0 0,2 0 0 0 0,1 1 0 0 0,1-1 0 0 0,2 0 0 0 0,12 39 0 0 0,-6-33-125 0 0,-6-16 97 0 0,1 0 0 0 0,12 25 0 0 0,-16-43 119 0 0,-1-1 0 0 0,1 0 0 0 0,0 0 0 0 0,0 0 0 0 0,1-1 0 0 0,-1 1 0 0 0,1-1 0 0 0,0 0 0 0 0,0 0 0 0 0,0 0 1 0 0,1 0-1 0 0,0-1 0 0 0,-1 1 0 0 0,9 3 0 0 0,-10-6-100 0 0,0-1 1 0 0,-1 1-1 0 0,1-1 1 0 0,0 0 0 0 0,0 0-1 0 0,-1 0 1 0 0,1 0-1 0 0,0 0 1 0 0,0-1-1 0 0,-1 1 1 0 0,1-1-1 0 0,0 0 1 0 0,-1 0 0 0 0,1 0-1 0 0,-1 0 1 0 0,1 0-1 0 0,-1 0 1 0 0,1-1-1 0 0,-1 1 1 0 0,3-3-1 0 0,4-2-11 0 0,0-2-1 0 0,0 1 1 0 0,10-12-1 0 0,4-7 4 0 0,-2-1 0 0 0,0-2 0 0 0,17-30 0 0 0,43-97 0 0 0,-30 56 0 0 0,30-45 0 0 0,-78 141 0 0 0,-1 0 0 0 0,0 0 0 0 0,0 0 0 0 0,-1-1 0 0 0,1 1 0 0 0,-1 0 0 0 0,0-1 0 0 0,0 1 0 0 0,0-1 0 0 0,0 1 0 0 0,-1-1 0 0 0,0 1 0 0 0,0-1 0 0 0,0 0 0 0 0,-1 1 0 0 0,1-1 0 0 0,-1 1 0 0 0,0-1 0 0 0,-3-7 0 0 0,3 10 5 0 0,-1 1-1 0 0,1-1 1 0 0,-1 1-1 0 0,1-1 1 0 0,-1 1-1 0 0,1-1 1 0 0,-1 1 0 0 0,0 0-1 0 0,1 0 1 0 0,-1 0-1 0 0,0 0 1 0 0,0 0-1 0 0,0 1 1 0 0,0-1-1 0 0,0 0 1 0 0,0 1-1 0 0,0-1 1 0 0,0 1-1 0 0,0 0 1 0 0,0 0 0 0 0,0 0-1 0 0,0 0 1 0 0,0 0-1 0 0,0 0 1 0 0,-2 1-1 0 0,-7 0 199 0 0,1 0 1 0 0,-1 1-1 0 0,-14 5 0 0 0,1 2 169 0 0,0 0 1 0 0,1 2-1 0 0,-37 22 0 0 0,-58 49-29 0 0,103-71-303 0 0,3-4-273 0 0,0 0 1 0 0,-1-1-1 0 0,1 0 1 0 0,-23 6-1 0 0,31-11 140 0 0,-15 4-646 0 0</inkml:trace>
</inkml:ink>
</file>

<file path=ppt/ink/ink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1-28T11:54:07.512"/>
    </inkml:context>
    <inkml:brush xml:id="br0">
      <inkml:brushProperty name="width" value="0.1" units="cm"/>
      <inkml:brushProperty name="height" value="0.6" units="cm"/>
      <inkml:brushProperty name="color" value="#849398"/>
      <inkml:brushProperty name="inkEffects" value="pencil"/>
    </inkml:brush>
  </inkml:definitions>
  <inkml:trace contextRef="#ctx0" brushRef="#br0">1641 87 1840 200589 61182,'3'-1'176'0'0,"-1"-1"-176"0"0,1-2 1152 0 0,-1-3 200 0 0,-1 0 48 0 0,0-2 736 0 0,1 2-976 0 0,-1 1-600 0 0,0 2-48 0 0,-1 1 504 0 0,0 2-96-7-549,1 0-512 7 549,-3 0-8 0 0,0-1 0 0 0,-1 0-48 0 0,0 0 0 0 0,-1 0-8 0 0,-1-2 0 0 0,-1 1 8 0 0,2 0 8 0 0,1 2 0 0 0,0-1 0 0 0,-1 1-1 0 0,2 0 1 0 0,0 0 0 0 0,0 1 0 0 0,-3 0-8 0 0,-1-1-8-4-497,-3 1 0 6-10,1-1 0-2 507,-1 0-48 8-518,-2-1 280-8 518,-2 0-288 0 0,2 0-24-10-556,1 1-8 10 556,-2 1 0 0 0,0 2 0 0 0,-1-1 0 0 0,0 1-8 0 0,0 0 0 0 0,-1 1 0 0 0,0-2-184 0 0,0 0-64 0 0,0 1 0 0 0,-1 1 0 0 0,1 0 88 0 0,-1 1-88 0 0,2 1 96 0 0,-1 0-96 0 0,0 2 96 0 0,0 0-96 0 0,-1 1 96 0 0,-1 0-96 0 0,-1 1 96 0 0,0 1-32 0 0,-1-1 0 0 0,0 1-64 0 0,-1 0 88 0 0,-1 0-88 0 0,0 1 80 0 0,0 0-80 0 0,0 0 64 0 0,1 0-64 0 0,-2 0 0 0 0,-1 0 72 0 0,0 1-72 0 0,-1 3 0 0 0,0 2 0 0 0,1 1 0 0 0,1 1 0 0 0,1-1 0 0 0,0 1-88 0 0,-1 1 88 10-528,1 0 88-10 528,0 0-24 0 0,0 0 0 0 0,-1 2-64 0 0,0-1 80-10-524,1 2-80 21-55,0 0 80-11 579,1 1-16 0 0,1 0-64 0 0,1 1 96 0 0,-1 1-32 0 0,1 1 0 0 0,-1 1 0 0 0,-1 2 0 0 0,0 1 0 0 0,0 0 56 0 0,-1 0 8 0 0,-1 1 0 0 0,0-1 0 0 0,0 0-128 0 0,-1-1 0 0 0,1-1 0 0 0,0-1 0 0 0,1 0 0 0 0,0-1 0 0 0,0 0 0 0 0,0 2 72 0 0,2 0-72 0 0,1 3 96 0 0,2 1-96 0 0,-2 9 272 0 0,-1 3-80 0 0,3 0 8 0 0,-2 5-128 0 0,-1 8-488-1-524,-2 7 200 1 524,2-2 216 0 0,1-5 0-5-502,3-6 64 5 502,1-4-64 0 0,3-2 0 0 0,-1-2 0 0 0,2 1 0 0 0,1 0 176 0 0,1 0 0-569-5,0 0 0-86 11,1 5 0 655-6,1 6-328 0 0,1 1 80 0 0,-1-3 72 680 513,0-4 0-680-513,2-4 64 0 0,-2 8 0 0 0,-1 3-64 0 0,-1 2 80 0 0,1-1-80 0 0,-1-1 72 0 0,0-2-72 0 0,2-2 64-636 2,1-2-64 636-2,2-3 0 0 0,2 0 0 0 0,4-3 64 0 0,2 0-64 0 0,0-1 0 0 0,-3-1 0 0 0,-1 0 0 0 0,0 2 64 0 0,-1 2-64 0 0,1 1 80 0 0,-1 0-80 0 0,1-1 80-569-1,1-1-80-79-1,1-2 64 110 11,1-2-64 538-9,2 4 128-1020-8,2 1-128 1020 8,2 0 96 0 0,1 0-32 0 0,0 1-64 0 0,1 0 0-595 9,1-1 72-71-14,1-1-72 169 6,0-2 88 497-1,2-1-24-562-4,1-1 0-139 3,1-1 0 37 3,1-1 0 21 4,2 3 32 91-13,0 0-32 552 7,1-2-64 0 0,1-3 0 0 0,-1-4 72 0 0,1-1-72 0 0,1-2 0 0 0,1-2 0 0 0,0-1 0 0 0,-1 1 64 0 0,1 0 64 0 0,1 0 24 0 0,-1-1 0 0 0,0 2 0 0 0,0 0-240 0 0,1-1-40 0 0,0 0-16-641 0,2-1 0-29-2,1 0 144-25 9,-1 0 0 169-7,2 1 0 526 0,1-1 0-509-3,1-2 0-45 0,2 0 88 554 3,1-2-88 0 0,2-1 80 0 0,1-2-80 0 0,1 0 0 0 0,1 0 0 0 0,-1-1 64 0 0,0-2-64 0 0,0 0 0 0 0,0-2 72-521 3,-1-2-72 521-3,3-1 0 0 0,2-2 64 0 0,2-1-64 0 0,3-2 0 0 0,3 0 0 0 0,9 0 64 0 0,12-1-64 0 0,3-1 64 0 0,-1-4-64 0 0,-3-2 0 0 0,17-6 0 5 653,15-5 64-5-653,13-6-64 0 0,-3-2 64 0 0,-8-1-64-3 582,-11 1 0 3-582,-11-1 0 0 0,-10-1 0 0 0,-9-1 0 0 0,-5-1 0 0 0,0-2 0 0 0,0-1-64 0 0,1-3 64 0 0,1-4 72 0 0,0-1-8 0 0,0-4-64 0 0,1-2 64 0 0,-1-2-64 0 0,0 0 0 0 0,11-9 80 0 0,15-12-16 0 0,3-4-64 0 0,-3 0 64 674-3,-8 2-64-674 3,-9 2 0 0 0,-7 2 64 0 0,-7 0-64-9 523,-6 2 0 9-523,-3-1 72 0 0,-4 0-72 0 0,-2 0-88 0 0,-2-1-48 0 0,-2 0-16 0 0,2-10 160 0 0,2-13 432 0 0,-1-3-208 0 0,-4 2-120 0 0,-5 6-24 0 0,-5 4-8 0 0,-3 1 0 0 0,-2-1 96 0 0,-4-2 16 0 0,-3 1 8 0 0,-2 0 0 0 0,-3 2-296 0 0,-3-6-240 704-7,-4 0 160-128 5,-3 6 176-576 2,-2 5 0 0 0,-2 4 0 0 0,-2 3 0 0 0,-4 1 0 0 0,-1-1 0 0 0,-2-1 72 0 0,-1-1-8 0 0,-2 0-64 581 5,-1 1 72-52-9,-1 0-72-27 11,-1 1 80-502-7,-1-1-80 0 0,1-2 0 0 0,0-1 0 0 0,1-2 0 0 0,-2 0 0 0 0,1 2 0 0 0,-1 6 0 0 0,-1 4 0 599-4,-2 4 0 70 0,-1 3 0-96 7,-1 1 0-573-3,-1 2 0 0 0,-1-2 64 0 0,-2-2-64 0 0,-3-4 0 0 0,-4-3 64 0 0,-3-1-64 0 0,-2-1 0 0 0,-3 1-96 0 0,-4 2 96 0 0,-1 4-72 0 0,-1 3 72 0 0,-2 3 0-11 537,-1 2 0 11-537,0 2 0 0 0,-1 4 136 0 0,1 2-8 0 0,-1 2-8 0 0,-2 3 24 0 0,-3 2 8 0 0,-3 2 0 0 0,-3 2 0 0 0,-3 2-152 0 0,0 4-72 0 0,-1 3 8 0 0,0 2 0 0 0,1 2 64 0 0,-12 1 0 0 0,-6 2 0 0 0,-3 2 0 0 0,-1 2 0 0 0,1 3 0 0 0,0 2 64 0 0,3 4-64 0 0,3 2 0 0 0,1 1 0 0 0,2 3 0 0 0,1 0 0 0 0,1 1 0 0 0,1-1 0 0 0,-9 2-368 0 0,-9 0-552 0 0,-6-2-1408 0 0,4 0 184 0 0,20-3-22223 0 0</inkml:trace>
</inkml:ink>
</file>

<file path=ppt/ink/ink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1-28T11:54:11.714"/>
    </inkml:context>
    <inkml:brush xml:id="br0">
      <inkml:brushProperty name="width" value="0.1" units="cm"/>
      <inkml:brushProperty name="height" value="0.6" units="cm"/>
      <inkml:brushProperty name="color" value="#849398"/>
      <inkml:brushProperty name="inkEffects" value="pencil"/>
    </inkml:brush>
  </inkml:definitions>
  <inkml:trace contextRef="#ctx0" brushRef="#br0">279 42 1376 187840 52851,'0'0'128'0'0,"0"0"-128"0"0,0 0 0 0 0,0 0 192 0 0,0 0 24 0 0,0 0 0 0 0,0 0 0 0 0,0 0-40 0 0,0 0-8 0 0,0 0 0 0 0,0 0 0 0 0,0 0-168 0 0,0 0 0 0 0,0 0 0 0 0,0 0 0 0 0,0 0 448 0 0,0 0 48 0 0,0 0 16 0 0,0 0 0 0 0,0 0 0 0 0,0 0 0 0 0,0 0 0 0 0,0 0 512 0 0,0 0-512 0 0,0-2 0 0 0,0 1 96 0 0,0-1-608 0 0,0-1 0 0 0,0 0 0 0 0,0 0 0 0 0,0 1 0 0 0,0 0 0 0 0,0 1 432 0 0,0 0 64 0 0,0 1 16 0 0,0 0 0 0 0,0 0-416 0 0,0 0-96 0 0,0 0 0 0 0,0 0 0 0 0,0 1 0 0 0,0-1 0 0 0,0 0 0 0 0,0-2 0 0 0,0 0 432 0 0,0 1 64 0 0,0-1 16 0 0,0 1 0 0 0,0 1-328 0 0,0-1-64 0 0,0 1-16 0 0,0 0 0 0 0,0 0 72 0 0,0 0 16 0 0,0 1 0 0 0,0-1 232 0 0,0 0-176 0 0,0 0 0 0 0,0 0 0 0 0,0 0-8 0 0,0 0 0 0 0,0 0 0 0 0,0 0 0 0 0,0 0-33 0 0,0 0-7 0 0,0 0 0 0 0,0 0 0 0 0,0 0-48 0 0,0 0-16 0 0,0 0 0 0 0,0 0 0 0 0,0 0-24 0 0,0 0-8 0 0,0 0 0 0 0,0 0 0 0 0,0 0 8 0 0,0 0 112 0 0,0 0-112 0 0,0 0 72 0 0,0 0 8 0 0,0 0 8 0 0,0 0 0 0 0,0 0-200 0 0,0 0-96 0 0,0 0 0 0 0,0 0 8 0 0,0 0 176 0 0,0 0 160 0 0,0 0-120 0 0,0 0 16 0 0,0 0 8 0 0,0 0 0 0 0,0 0 0 0 0,0 0 16 0 0,0 0 184 0 0,0 0-176 0 0,0-1 0 0 0,1 0 0 0 0,-1-1 0 0 0,1 0 0 0 0,-1 0 240 0 0,1 0 56 0 0,-1 1 8 0 0,0 0 0 0 0,-1 1-480 0 0,1-1-152 0 0,-1 0 0 0 0,0 1 0 0 0,1-1 232 0 0,0 1 48 0 0,-6 1 272 0 0,-5 1-264 0 0,-1 0 0 0 0,-2 1 0 0 0,0 2-200 0 0,-1 2-48 0 0,0 1-8 0 0,0 2 0 0 0,-1 0 296 0 0,2 2 56 0 0,-1 0 16 0 0,0 0 0 0 0,1 1-248 0 0,1 0 0 0 0,1 0 0 0 0,1 0 0 0 0,1-1 0 0 0,1 2 0 0 0,1-2 0 0 0,0 1-208 0 0,-1 3-240 0 0,2 1 224 0 0,1-3 352 0 0,2 0 64 0 0,1-2 8 0 0,1-3 8 0 0,1 0-208 0 0,2-2 0 0 0,0 1 0 0 0,1 1 0 0 0,1 1 0 0 0,2 0 0 0 0,0 0 0 0 0,1 1 0 0 0,1 0 64 0 0,2 1 32 0 0,1 0 0 0 0,1 0 0 0 0,2 1-16 0 0,1 0 0 0 0,1-1 0 0 0,2-2 0 0 0,-1 0 48 0 0,2-2 16 0 0,0-1 0 0 0,0-3 0 0 0,1 0-240 0 522,-2-3-40 0-522,-1 0-16 0 531,2-4-2896 0-531,-3-2-19079 0 0</inkml:trace>
</inkml:ink>
</file>

<file path=ppt/ink/ink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1-28T11:54:12.855"/>
    </inkml:context>
    <inkml:brush xml:id="br0">
      <inkml:brushProperty name="width" value="0.1" units="cm"/>
      <inkml:brushProperty name="height" value="0.6" units="cm"/>
      <inkml:brushProperty name="color" value="#849398"/>
      <inkml:brushProperty name="inkEffects" value="pencil"/>
    </inkml:brush>
  </inkml:definitions>
  <inkml:trace contextRef="#ctx0" brushRef="#br0">6 123 10224 191584 52211,'0'0'1104'0'0,"0"0"-1104"0"0,0 0 0 0 0,-1 1 952 0 0,0 0 168 0 0,0-1 32 0 0,0 1 967 0 0,0-1-1191 0 0,1 1 0 0 0,0-1-8 0 0,0 0-272 0 0,0 0-48 0 0,0 0-16 0 0,0 0 0 0 0,0 0-72 0 0,0 0-8 0 0,0 0-8 0 0,2 0 0 0 0,4 0-168 0 0,5 0 256 0 0,7 0-104 0 0,2-1-136-4 925,4 0-32 4-925,3 1-176 0 0,-1-1 0 0 0,-1-1 0 0 0,-2 1-32 0 0,-2-1-8 0 0,-1 0 0 0 0,-1 0 0 0 0,0 0-16 0 0,1 0-8 0 0,2 0 0 0 0,1 0 0 0 0,1 0-72 0 0,2 0 64 0 0,-1 1-64 0 0,-1 0 64 0 0,0 1-64 0 0,0 0 80 0 0,-1 0-80 0 0,0 0 80 0 0,-1 0-80 0 0,1 0 0 0 0,-1 1 0 0 0,-1-1 64 0 0,1 1-64 0 0,1 0 0 0 0,0-1 0 0 0,1 0 64 0 0,2 0-64 0 0,1 0 0 0 0,2 0 0 0 0,1 0 64 0 0,-1 0-64 0 0,-1 0 0 0 0,-1 0 0 0 0,-1-1 64 0 0,0 0-64 0 0,1 0 0 0 0,0-1 0 0 0,6 1 64 0 0,3-1-64 0 0,0 1 0 0 0,-1-1 0 0 0,-2 0 0 0 0,-2 0 0 0 0,-2 1 64 0 0,-1-1-64 0 0,1 2 0 0 0,-1-2 0 0 0,1 1 0 0 0,1 0 0 0 0,1 0 0 0 0,2-1 0 0 0,0 1 0 0 0,1-1 0 0 0,1-1 0 0 0,-1 1 0 0 0,1 0 0 0 0,0 0 0 0 0,-2-1 0 0 0,1 1 0 0 0,-1 0 0 0 0,0 1 0 0 0,-1 0 0 0 0,-1 1 0 0 0,-1 0 64 4 533,0 0-64-4-533,-1 0 0 0 0,0 0 0 0 0,1 0 0 0 533,2 0 0 0-533,1 0 0 0 0,1 0 0 0 0,0 0 0 0 0,0 0-88 0 0,0 0 88 6 654,0 0 64-6-654,0 0-64 0 0,0 0 88 0 0,0-1-88 0 0,0-1 0 0 0,-2 1 0 0 0,0-1 64 0 0,0-1-64 0 0,-2 1 0 0 0,-1-1 0 0 0,-1-1 0 0 0,-1 1 0 0 0,0-1-88 0 0,1 1 24 0 0,0 0 0 0 0,0 1 64 0 0,1-1 96 0 0,1 2-16 0 0,1 0-8 0 0,-2 1-72 0 0,0-1 0 0 0,-3 1 0 0 0,0 0 0 0 0,-1 1 0 0 0,1-1 64 0 0,0 0-64 0 0,1 1 0 0 0,0 0 0 0 0,0-1 0 0 0,-1 1 64 0 0,2-1-64 0 0,-2 0 0 0 0,0 0 0 0 0,-1 0 0 0 0,-1-2 0 0 0,0 0 0 0 0,0-1 0 0 0,-2 0 64 0 0,1-1-64 0 0,1 2 0 0 0,0 0 0 0 0,1 1 0 0 0,0 0 0 0 0,1 1 0 0 0,-1-1 64 0 0,0 1-64 0 0,2 0 0 0 0,0 0 0 0 0,-1-1 64 0 0,-2 1-64 0 0,-1 0-104 0 0,-1 0-40 0 0,-2 0-8 0 0,-2 1 0 0 0,0 0 280 0 0,0-1 64 0 0,-1 1 0 0 0,0-1 8 0 0,-1 0-200 0 0,0 0 64 0 0,0 0-64 0 0,0 1 0 0 0,6 0-544 0 0,2 2 328 0 0,-1 0 360 0 0,-2-1 72 0 0,-3-1 8 0 0,-2 0 8 0 0,-1-1-232 0 0,-1-1 64 0 0,-1 0-64 0 0,1 0 0 0 0,0 1 0 0 0,0-1 0 0 0,-1 1 0 0 0,2 0 0 0 0,-1-1 0 0 0,0 0 64 0 0,1 1-64 0 0,0-1 0 0 0,1 1 0 0 0,1 0 0 0 0,0 0 0 0 0,1 0 0 0 0,-3 0 0 0 0,0 0 0 0 0,-1 0 0 0 0,-1 0 0 0 0,0 0 0-2 645,0-1 0-2-100,-1 0 0 4-545,1 0-160 0 0,0 0-344 3 1210,-1 0 240-3-1210,-1 1 448 0 0,-1 0 88 0 0,-3 0 16 0 0,-1 1 8 0 0,-2 0-232 0 0,0 0-64 0 0,1 2 0 0 0,0-1 0 0 0,0 1 0 0 0,-1-1 0 0 0,2 0 0 0 0,-1 0 0 0 0,0 0 0 0 0,0 0 0 0 0,-2-1 64 0 0,0 0-64 0 0,-2 0-64 0 0,0-1 64 0 0,-1 0-992 0 0,-1-1-1168 0 0,0-1-23503 0 0</inkml:trace>
</inkml:ink>
</file>

<file path=ppt/ink/ink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1-28T11:54:13.302"/>
    </inkml:context>
    <inkml:brush xml:id="br0">
      <inkml:brushProperty name="width" value="0.1" units="cm"/>
      <inkml:brushProperty name="height" value="0.6" units="cm"/>
      <inkml:brushProperty name="color" value="#849398"/>
      <inkml:brushProperty name="inkEffects" value="pencil"/>
    </inkml:brush>
  </inkml:definitions>
  <inkml:trace contextRef="#ctx0" brushRef="#br0">1 0 5064 193040 55484,'0'0'448'0'0,"0"0"-352"0"0,0 0-96 0 0,0 0 0 0 0,0 0 1264 0 0,0 0 1784 0 0,0 0-1488 0 0,0 0-640 0 0,0 0-128 0 0,0 0-24 0 0,0 0-8 0 0,0 0 32 0 0,0 0 8 0 0,2 1-1 0 0,5 1 697 0 0,6 1-152 0 0,3 0-672 0 0,3 0-240 0 0,3 0 320 0 0,3 1-384 0 0,0-1-232 0 0,0 1-40 0 0,-1-1-16 0 0,0 1 0 0 0,-1 0-80 0 0,1 0 0 0 0,-1 0 0 0 0,0 1 64 0 0,-1 1-64 0 0,0-1 0 0 0,-3 2 0 0 0,0 1 0 0 0,-3 1 120 0 0,-2 1-24 0 0,-2 0 0 0 0,-1 4 0 0 0,-3 1 144 0 0,-3 2 24 0 0,-2 1 8 0 0,-3 3 0 0 0,-3 1 168 0 0,-3 2 32 0 0,-3 2 8 0 0,-4 0 0 0 0,-4 1-56 0 0,-3 1-8 0 0,-3-1 0 0 0,-2 0 0 0 0,-1 0-144 0 0,2-2-32 4 535,1-2-8-10 113,2-1 0 6-648,0-3-144 0 0,1-3-88 0 0,1-3 96 0 0,0-6-96 0 0,0-3-96 0 0,1-4-80 0 0,2-4-16 0 0,0-6-1352 0 0,1-8-1680 0 0,2-5 1576 0 0,4 3-20263 0 0</inkml:trace>
</inkml:ink>
</file>

<file path=ppt/ink/ink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1-28T11:54:21.785"/>
    </inkml:context>
    <inkml:brush xml:id="br0">
      <inkml:brushProperty name="width" value="0.1" units="cm"/>
      <inkml:brushProperty name="height" value="0.6" units="cm"/>
      <inkml:brushProperty name="color" value="#849398"/>
      <inkml:brushProperty name="inkEffects" value="pencil"/>
    </inkml:brush>
  </inkml:definitions>
  <inkml:trace contextRef="#ctx0" brushRef="#br0">15 4192 8576 186899 53120,'0'0'936'0'0,"-1"0"-936"0"0,0 0 0 0 0,0 0 608 0 0,0 0 112 0 0,0-1 16 0 0,-1-2 728 0 0,0-2-752 0 0,0-2 0 0 0,0-2 0 0 0,1-3-400 0 0,1-3-88 0 0,1-1-8 0 0,0-3-8 0 0,0-3 183 0 0,1-1 41 0 0,1-1 8 0 0,0-2 0 0 0,-1-1 0 0 0,1-1 0 0 0,0-1 0 0 0,-1-2 0 0 0,1-1-136 0 0,0-2-24 0 0,-1-1-8 0 0,0-2 0 0 0,0 0-112 0 0,1 0-16 0 0,0-1-8 0 0,0 0 0 0 0,-1-2-48 0 0,1-1-16 0 0,0-4 0 0 0,0-4 0 0 0,0-3-8 0 0,0-2-64 0 0,1-4 96 0 0,-1-3-32 0 0,1-3-64 0 0,1 0 0 595-6,2 0 72 73 12,1-1-72-152-12,2 0 0-516 6,1 0-144 0 0,2 0 24 0 0,2 1 8 0 0,2 0 264 0 0,2 3 48 0 0,1 2 16 643 1,2 2 0-25-1,0 3-152 31 4,-2 2-64-28-11,0 2 0-9 7,1-9 128-612 0,2-3-128 0 0,1-1 96 0 0,-1 0-32 0 0,0 0-64 0 0,1 1 96 0 0,-1-1-96 0 0,1 1 96 519 7,-1-1-96 239-8,0 0 0-124-1,2 1 0-97-2,1-2 0-7 9,-1 1 0-530-5,1 1 0 499-4,2 0 0-499 4,2 0 0 0 0,1 3 0 0 0,2 2 0 0 0,1 3 0 591 1,2 4 0-70-2,2 2 0-521 1,0 1 0 0 0,1 3 0 0 0,1 2 0 0 0,2 1 0 540 3,0 1 0 2-2,1 2 0-38 3,7-4 0-504-4,2-1 0 0 0,1 1 0 0 0,6-2 0 544-5,2-1 0-544 5,-3 2 0 0 0,-1 3 0 0 0,-1 3 0 552 1,-1 3 0-552-1,-1 2 0 0 0,1 0 0 0 0,-1 2 0 0 0,-1 0 0 507-4,-1 2 0-507 4,0 1 0 529 0,-1 1 0-27 2,0 2 0-502-2,0 3 0 0 0,2 1 0 0 0,0 3 0 0 0,9 0 0 0 0,1 2 0 0 0,-2 2 0 0 0,-4 3 0 0 0,-5 1 0 0 0,-3 1 0 0 0,-3 2 0 0 0,-1 0 0 0 0,-1 0 0 552 1,0 1 0-552-1,2-1 0 0 0,0 2 0 0 0,1-1 0 0 0,2 2 0 0 0,0 0 0 0 0,2 1 0 0 0,-1 1 0 0 0,1 2 0 0 0,2 0 0 539 1,0 2 0-539-1,0 2 0 0 0,0 1 0 0 0,2 1 0 0 0,1 2 0 0 0,-1 0 0 0 0,-4 2 0 0 0,-4 1 0 622 2,1 3 0-622-2,-1 2 0 0 0,-1 1 0 0 0,-2 0 0 0 0,-2-1 0 0 0,-1 1 0 0 0,0-1 0 0 0,0-1 0 0 0,-1 0 0 0 0,9 3 0 0 0,3 1 0 0 0,2 0 0 0 0,2 1 0 0 0,-1 0 0 0 0,0 0 0 0 0,-2 2 0 0 0,-1 3 0 0 0,-1 1 0 0 0,-3 1 0 0 0,-2 1 0 0 0,-2 1 0 0 0,-1 2 0 0 0,-2 1 0 0 0,-1 0 0 0 0,-1 0 0 0 0,-2 1 0 0 0,-1 1 0 0 0,-1-2 80 0 0,2 0-80 0 0,1 0 0-7 781,1-1 0 4-246,-1 1 0 3-535,2 1 0 0 0,-1 0 64 0 0,0 1-64 0 0,-2 1 0 0 0,-1 2 0 0 0,0 2 72 0 0,-2 2-8 0 0,-1 2-64 0 0,-2 2 96 0 0,1 1-96 0 0,0 2 88 0 0,0 2-88 0 0,0 0 80 0 0,0 2 72 0 0,-2 2 8 0 0,-3 3 8 0 0,0 2 0 0 0,-3 6-72 0 0,-2 3-24 0 0,-1 4 0 0 0,-2 3 0 0 0,0 0 24 0 0,-2 1 0 0 0,-1-1 0 0 0,-2 1 0 0 0,-2 0-96 0 0,0-1 64 0 0,0-3-64 0 0,0-2 64 0 0,1-3-64-548 2,-1-5 0 548-2,0-3 0 0 0,0-4 0 0 0,-2-1 0 0 0,-1-3 80 0 0,-1-2-80 0 0,0 0 80 0 0,-2-1 48-582-4,0 0 0-19 10,-1 1 8-48-5,-2 8-504 128-5,-2 10-920 521 4,-1 11-12727 0 0,-1-9 4263 0 0</inkml:trace>
</inkml:ink>
</file>

<file path=ppt/ink/ink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1-28T11:54:22.356"/>
    </inkml:context>
    <inkml:brush xml:id="br0">
      <inkml:brushProperty name="width" value="0.1" units="cm"/>
      <inkml:brushProperty name="height" value="0.6" units="cm"/>
      <inkml:brushProperty name="color" value="#849398"/>
      <inkml:brushProperty name="inkEffects" value="pencil"/>
    </inkml:brush>
  </inkml:definitions>
  <inkml:trace contextRef="#ctx0" brushRef="#br0">1 350 5984 191281 56528,'1'0'264'0'0,"1"1"120"0"0,0 0-384 0 0,-1 0 0 0 0,0 1 760 0 0,0 2 1056 0 0,-1 1-888 0 0,0 1-360 0 0,0 2-72 0 0,1 2-16 0 0,2 5 672 0 0,0 4-448 0 0,2 3 0 0 0,1 3 8 0 0,0 2-112 0 0,2 3-24 0 0,0 1-9 0 0,2 1 1 0 0,0 0-120 0 0,2 0-32 0 0,0-2 0 0 0,2-1 0 0 0,2-3-40 0 0,0-2-16 0 0,1-2 0 0 0,4-4 512 0 0,2-4-336 0 0,1-7 8 0 0,0-6 0 0 0,0-6 24 0 0,4-13 584 0 0,3-10-576 0 0,1-6-120 0 0,0-8-16 0 0,1-6-8 0 0,9-19 136 0 0,4-12-488 0 0,2-5-16 0 0,5-12-464 0 0,5-12-768 0 0,2-7-13743 1149 0,-8 15 4503-1149 0</inkml:trace>
</inkml:ink>
</file>

<file path=ppt/ink/ink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1-28T11:54:24.718"/>
    </inkml:context>
    <inkml:brush xml:id="br0">
      <inkml:brushProperty name="width" value="0.1" units="cm"/>
      <inkml:brushProperty name="height" value="0.6" units="cm"/>
      <inkml:brushProperty name="color" value="#849398"/>
      <inkml:brushProperty name="inkEffects" value="pencil"/>
    </inkml:brush>
  </inkml:definitions>
  <inkml:trace contextRef="#ctx0" brushRef="#br0">336 45 4608 195692 57248,'1'0'408'0'0,"2"-1"-328"701"0,2-1-80 152-6,2-3 1688 865 6,1-3 2392-297 5,0-1-2000-811-7,-1 2-680-14 0,-2 1-144-60 7,-2 3-25-536-5,-2 0-7 530-6,0 2-232-23 13,-3 1-40-507-7,-2 0-16 0 0,-4 1 0 0 0,-2 1-336 0 0,-2 1-72 0 0,-2 2-16 0 0,-2 1 0 0 0,-2 3-168 0 0,-2 2-40 0 0,-1 2-8 0 0,-3 3 0 0 0,0 3 32 0 0,0 2 8 0 0,0 2 0 0 0,0 4 0 0 0,0 1 40 0 0,0 1 8 0 0,2 3 0 0 0,2 1 0 0 0,3 1-256 5-624,4-1-56-5 624,3-1-8 0 0,3-1 0 0 0,4 0 16 0 0,4-2 0 0 0,3-1 0 0 0,5-2 0 0 0,2-1-80 0-601,4-1 0 0 601,4-4 0 0 0,5-2 64 0 0,3-4-64 0 0,6-3 0 0 0,4-4 0 0 0,14-5-1208 0 0,18-8-1480 0 0,-4-4-22255 0 0</inkml:trace>
</inkml:ink>
</file>

<file path=ppt/ink/ink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1-28T11:54:56.321"/>
    </inkml:context>
    <inkml:brush xml:id="br0">
      <inkml:brushProperty name="width" value="0.1" units="cm"/>
      <inkml:brushProperty name="height" value="0.6" units="cm"/>
      <inkml:brushProperty name="inkEffects" value="pencil"/>
    </inkml:brush>
  </inkml:definitions>
  <inkml:trace contextRef="#ctx0" brushRef="#br0">81 15 2760 200726 57787,'0'0'248'0'0,"0"0"-248"0"0,0 0 0 0 0,0 0 1312 0 0,0 0 208 0 0,0 0 48 0 0,0 0 0 0 0,1-1-488 0 0,0 1-104 0 0,0-1-16 0 0,0 1-8 0 0,0-1-152 0 0,-1 1-32 0 0,1-1-8 0 0,0 0 0 0 0,1-1-73 0 0,-1-1 657 0 0,0 2-72 0 0,0-1-696 0 0,0 1 0 0 0,-1 1 0 0 0,0-1-48 0 0,0 1-16 0 0,0 0 0 0 0,0 0 384 0 0,0 0-536 0 0,0 1-8 0 0,0-1 0 0 0,0 0-64 0 0,0 0-24 0 0,0 0 0 0 0,0 2 0 0 0,1 2-24 0 0,0 7 224 0 0,0 4-232 0 0,0 4 16 0 0,-1 2 0 0 0,-1 3 0 0 0,-1 4 0 0 0,1 5-8 0 0,0 3 0 0 0,-2 5 0 0 0,-1 12 176 0 0,-1 8-256 0 0,-1 2 0 0 0,1-1 0 0 0,-1-3-48 0 0,0-4-16 0 0,-2-5 0 0 0,1-5 0 0 0,0-3 32 0 0,0-6 0 0 0,1-2 0 0 0,0 0 0-1030-4,0-2-64 1030 4,1-4-64 0 0,2-7-224-1483 4,0-7-440 843-3,3-11-1184 640-1,3-10 104 0 0,1-4-23951 0 0</inkml:trace>
</inkml:ink>
</file>

<file path=ppt/ink/ink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1-28T11:54:57.065"/>
    </inkml:context>
    <inkml:brush xml:id="br0">
      <inkml:brushProperty name="width" value="0.1" units="cm"/>
      <inkml:brushProperty name="height" value="0.6" units="cm"/>
      <inkml:brushProperty name="inkEffects" value="pencil"/>
    </inkml:brush>
  </inkml:definitions>
  <inkml:trace contextRef="#ctx0" brushRef="#br0">11 93 5528 197077 57491,'0'0'488'0'0,"0"0"-392"0"0,0 0-96 0 0,0 0 0 0 0,0 0 1600 0 0,0 0 2240 0 0,0 0-1872 0 0,0 0-544 0 0,0 0-112 0 0,0 0-17 0 0,0 0 921 0 0,0 0-536 0 0,0 0-144 0 0,0 0-856 0 0,0 0-8 0 0,1-1 0 0 0,2-2-264 0 0,1-2-56 0 0,3-2-16 0 0,5-2 200 0 0,3-1-360 0 0,4 0-8 0 0,1 0 0 0 0,2 0-56 0 0,1 2-16 0 0,2 2 0 0 0,2 0 0 0 0,0 1-32 0 0,5 3 0 0 0,2 3 32 0 0,-1 1-16 0 0,1 5 64 0 0,5 8-8 0 0,4 5-72-5 572,3 4 0 17 212,1 1 0-12-784,-7 1 56 0 0,-6 0 8 536-2,-5 1 0 78 6,-3 1 0-614-4,1 2 0 0 0,-3 3 0 0 0,-3 3 0 0 0,-6 4 0 0 0,-4 4 24 0 0,-6 4 8 0 0,-4 3 0 0 0,-5 12 192 0 0,-6 13 64 0 0,-8 11 40 0 0,-4-2-200 0 0,-4-6 0 0 0,-3-8 0 0 0,-2-7-256 0 0,-1-6 0 0 0,-1-6 0 0 0,-6 1 0 0 0,-8 0 0 0 0,-2-7 0 0 0,1-10 136 0 0,2-11 88 0 0,1-10 8 0 0,2-11 8 0 0,-11-18-840-503 1,-1-12 360-72-3,3-21-2640-47 4,9-10-8792 632-514,12 4-5575-10 512</inkml:trace>
</inkml:ink>
</file>

<file path=ppt/ink/ink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1-28T11:55:15.714"/>
    </inkml:context>
    <inkml:brush xml:id="br0">
      <inkml:brushProperty name="width" value="0.1" units="cm"/>
      <inkml:brushProperty name="height" value="0.6" units="cm"/>
      <inkml:brushProperty name="inkEffects" value="pencil"/>
    </inkml:brush>
  </inkml:definitions>
  <inkml:trace contextRef="#ctx0" brushRef="#br0">517 39 7856 201991 58610,'0'0'856'0'0,"0"0"-856"0"0,1-1 0 0 0,0-1 1336 0 0,1-1 1880 0 0,0 1-392 0 0,0 0-689 0 0,-1-1-1079 0 0,2 0-240 0 0,-1-1-48 0 0,0 0-16 0 0,-1 1 576 0 0,0 0-264 0 0,-1 2-536 0 0,0-1-72 0 0,-2 0-8 0 0,1 1-8 0 0,0 0 0 0 0,-1 0-120 0 0,-3 2 256 0 0,-2 2-288 0 0,-2 2-64 0 0,-4 6 200 0 0,-6 7-48 0 0,-2 5-216 0 0,-1 2 0 0 0,0 1 0 0 0,0 2-24 593-4,0 2-8-593 4,-1 1 0 0 0,-1 0 0 0 0,0 2-8 0 0,-2 2-8 0 0,-1 1 0 0 0,0 3 0 0 0,-2 0-32 0 0,-2 12 64 0 0,1 4-72 0 0,2 2 16 0 0,5-3 0 0 0,2-1 0 0 0,4-4 0 0 0,3-4-8 0 0,3-3 0 0 0,4-4 0 0 0,3-2 0 0 0,4-3-80 0 0,3-3 96 0 0,1 0-96 0 0,3-4 96 0 0,3-1-96-545-5,3-3 0 48 11,4-1 72 497-6,3-3-72-575-4,4-4 0-47 5,3-2 0 113-1,4-2 0 509 0,8-5 64 0 0,3-3-64 0 0,2-5 0 0 0,9-7-536 0 0,11-10-728 0 0,3-6-10600 0 0,-9 2-5751 0 0</inkml:trace>
</inkml:ink>
</file>

<file path=ppt/ink/ink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1-28T11:55:16.297"/>
    </inkml:context>
    <inkml:brush xml:id="br0">
      <inkml:brushProperty name="width" value="0.1" units="cm"/>
      <inkml:brushProperty name="height" value="0.6" units="cm"/>
      <inkml:brushProperty name="inkEffects" value="pencil"/>
    </inkml:brush>
  </inkml:definitions>
  <inkml:trace contextRef="#ctx0" brushRef="#br0">6 42 1376 200373 56406,'0'0'128'0'0,"0"-1"-128"0"0,0 1 2200 0 0,0-1 416 0 0,0 0 80 0 0,0 1 1816 0 0,0 0-2896 0 0,-1-2-41 0 0,0 0-7 0 0,0 1-352 0 0,0-1 1040 0 0,1 1-1136 0 0,-1 1-248 0 0,1 0-48 0 0,0-1-16 0 0,0 1 0 0 0,0 0-168 0 0,0 1-32 0 0,0-1 0 0 0,0 0 376 0 0,0 0-648 0 0,2 1-8 0 0,4 2 200 0 0,4 1-352 0 0,4 0-8 0 0,3 0 0 0 0,2-1-64 0 0,5-1-8 0 0,2-3-8 0 0,3-1 0 0 0,3-2-88 0 0,2 0 64 0 0,1-1-64 0 0,0-1 64 0 0,-1 1-64 0 0,1 0 0 0 0,-2 0 0 3 617,0 1 0 6-94,-3 1-120-9-523,-2 0-40 0 0,-3 1 0-10 506,-3 0-1008 5 692,-5 1-1200 5-1198,-5 4-13743 6 629,-3 1 4959-6-629</inkml:trace>
</inkml:ink>
</file>

<file path=ppt/ink/ink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1-28T11:55:16.494"/>
    </inkml:context>
    <inkml:brush xml:id="br0">
      <inkml:brushProperty name="width" value="0.1" units="cm"/>
      <inkml:brushProperty name="height" value="0.6" units="cm"/>
      <inkml:brushProperty name="inkEffects" value="pencil"/>
    </inkml:brush>
  </inkml:definitions>
  <inkml:trace contextRef="#ctx0" brushRef="#br0">10 1 13360 202893 63194,'-1'1'1184'0'0,"0"1"-944"0"0,-1 1-240-661 6,0 1 0 85-7,0-2 1823 29 4,1 2 321 547-3,0-1 64 0 0,2 1 1304 0 0,1 1-2408 0 0,3 1-40 0 0,7 0 640 0 0,9-1-592 0 0,11-1-320 0 0,4-2-608 0 0,2-2-16 0 0,4-1 0 0 0,0-1-168 0 0,-2 0 0-489-9,3-2-912-29 14,6 0-1392 518-5,0-1-8831-498 0,-9 1-5281 498 0</inkml:trace>
</inkml:ink>
</file>

<file path=ppt/ink/ink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1-28T11:55:22.264"/>
    </inkml:context>
    <inkml:brush xml:id="br0">
      <inkml:brushProperty name="width" value="0.1" units="cm"/>
      <inkml:brushProperty name="height" value="0.6" units="cm"/>
      <inkml:brushProperty name="inkEffects" value="pencil"/>
    </inkml:brush>
  </inkml:definitions>
  <inkml:trace contextRef="#ctx0" brushRef="#br0">1 344 920 204407 47139,'0'0'80'0'0,"0"0"-80"0"0,0 0 0 0 0,0 0 984 0 0,0 0 1376 0 0,0 0-1152 0 0,0 0-880 0 0,0 0-48 0 0,0 0-168 0 0,0 0-176 0 0,0 0 64 0 0,0 0-104 0 0,0 1 8 0 0,0 1 8 0 0,0-1 0 0 0,0 0 0 0 0,0 0 88 0 0,0-1-104 0 0,0 1 40 0 0,0-1 64 0 0,0 0 0 0 0,0 0 0 0 0,0 0 0 0 0,0 0 0 0 0,0 0 160 0 0,0 0 48 0 0,0 0 8 0 0,0 0 0 0 0,0 0 232 0 0,0 0 40 0 0,0 0 16 0 0,0 0 0 0 0,0 0-96 0 0,0 0-24 0 0,0 0 0 0 0,0 0 0 0 0,0 0-200 0 0,0 0-48 0 0,0 2-8 0 0,0 1 0 0 0,0-1 224 0 0,0 1 48 0 0,0-2 8 0 0,0 0 0 0 0,1 2 120 0 0,0-1 24 0 0,0 1 8 0 0,0-1 0 0 0,-1-1-8 0 0,1 0 0 0 0,-1-1 0 0 0,0 2-1 0 0,0 0-7 0 0,0 1 0 0 0,0-2 0 0 0,0 3 0 0 0,-1 0 64 0 0,0 2 0 0 0,0 0 8 0 0,0-2 0 0 0,0-1 96 0 0,1-1 760 0 0,0-1-736 0 0,0 0-296 0 0,0-1 312 0 0,0 0-384 0 0,0-1 48 0 0,2 0 16 0 0,2-1 0 0 0,2-3 0 0 0,2-2-128 0 0,3-2-24 0 0,3-4-8 0 0,1-1 0 0 0,2-3-112 0 0,0-2-16 0 0,1-2-8 0 0,2-1 0 0 0,3-1-72-2 689,2 0-64 8-11,3 0 72-11-16,1 1-72 5-662,1 2 0 0 0,0 3 0 0 0,-2 2 0 0 0,-1 3 0 0 0,-3 2 0 0 0,-3 4 0 0 0,-2 5 0 0 0,-3 4 0 0 0,-1 5 0 0 0,-1 4 64 0 0,-2 3-64 0 0,-1 4 0 0 0,-2 3 0 0 0,0 2 0 0 0,-1 1 0 0 0,-1 3 0 0 0,1 0 0 0 0,2 2 0 0 0,-1-3 0 0 0,2-1 0 0 0,2-1 0 0 0,2-3 0 0 0,3-2 0 0 0,3-4 0 0 0,3-2 136 0 0,3-3-16 0 0,4-5-8 0 0,4-3 0 0 0,4-5 88 0 0,5-3 24 10 640,2-4 0-18 118,1-5 0 8-758,2-2-56 0 0,0-4-8 0 0,0-3 0 0 0,1-4 0 0 0,2-2-88 0 0,0-4-72 0 0,0-1 96 0 0,1-2-96 0 0,-3 1 0 3 603,-2 0 0-11 45,-4 2 0 15 59,-1-2-736-7-707,-3 0-944 0 0,-9 5 824 0 0,-8 5-3488 0 0,-9 7-19359 0 0</inkml:trace>
</inkml:ink>
</file>

<file path=ppt/ink/ink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1-28T11:55:22.741"/>
    </inkml:context>
    <inkml:brush xml:id="br0">
      <inkml:brushProperty name="width" value="0.1" units="cm"/>
      <inkml:brushProperty name="height" value="0.6" units="cm"/>
      <inkml:brushProperty name="inkEffects" value="pencil"/>
    </inkml:brush>
  </inkml:definitions>
  <inkml:trace contextRef="#ctx0" brushRef="#br0">377 1 11400 206835 49624,'0'0'1240'0'0,"2"0"64"0"0,1 1 1823 0 0,3 0-367 0 0,1-1-624 0 0,2 2-1080 0 0,0 1-288 0 0,0 3-56 0 0,-2 3-8 0 0,0 3-8 0 0,-2 2-216 0 0,-1 3-32 0 0,-1 2-16 0 0,-2 4 0 0 0,-2 2-48 0 0,-1 3-16 0 0,-2 2 0 0 0,0 3 0 0 0,-2 2-48 0 0,-3 11 288 0 0,-3 5-304 0 0,-4 2 8 0 0,-2-1 0 0 0,-2-1 0 0 0,-3-2 0 0 0,-1-3-312 0 0,-3-3 0 0 0,-1-3 0 0 0,-1-3-96 0 0,2-3 96 1 729,2-4 64-4-8,0-4-64-565 5,-1-3-152 568-726,-3-5-472-509-3,-2-9-728 509 3,4-12-1040 0 0,5-16-13623 0 0,8-5 4919 0 0</inkml:trace>
</inkml:ink>
</file>

<file path=ppt/ink/ink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1-28T11:55:23.044"/>
    </inkml:context>
    <inkml:brush xml:id="br0">
      <inkml:brushProperty name="width" value="0.1" units="cm"/>
      <inkml:brushProperty name="height" value="0.6" units="cm"/>
      <inkml:brushProperty name="inkEffects" value="pencil"/>
    </inkml:brush>
  </inkml:definitions>
  <inkml:trace contextRef="#ctx0" brushRef="#br0">267 7 5064 206683 52992,'-1'0'496'0'0,"0"-1"-496"0"0,0 0 0 0 0,-2-1 3136 0 0,-1 1 568 0 0,-1-1 112 0 0,-1 4 1575 0 0,-2 1-4303 0 0,-3 4-88 0 0,0 1-16 0 0,-3 4-248 0 0,0 3-40 0 0,-1 4-16 0 0,-3 5 0 0 0,-1 2-144 0 0,-1 5-32 0 0,-2 3-8 0 0,0 4 0 0 0,2 3-144 0 0,3 1-24-513-2,2-1-8-131 587,4 1 0 72-580,4-3-128 64-7,5 0-24 508 2,5-4-8 0 0,5-1 0 0 0,4-3-96-3 548,5-3-64 3-548,6-3 64 0 0,3-3-64 0 0,3-5 0 0 0,2-3 0 0 0,1-5 0 0 0,10-4-408 0 0,11-7-600 0 0,13-9-1192 0 0,4-5 288 0 0,-11 0-24191 0 0</inkml:trace>
</inkml:ink>
</file>

<file path=ppt/ink/ink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1-28T11:55:24.050"/>
    </inkml:context>
    <inkml:brush xml:id="br0">
      <inkml:brushProperty name="width" value="0.1" units="cm"/>
      <inkml:brushProperty name="height" value="0.6" units="cm"/>
      <inkml:brushProperty name="inkEffects" value="pencil"/>
    </inkml:brush>
  </inkml:definitions>
  <inkml:trace contextRef="#ctx0" brushRef="#br0">267 1 2760 208860 52356,'0'0'272'0'0,"0"0"-272"0"0,0 0 0 0 0,0 2 0 0 0,1 2 2864 0 0,0 2 544 0 0,0 3 112 0 0,0 4 16 0 0,0 3-1913 0 0,-1 4-383 0 0,0 6-80 0 0,0 4-8 0 0,-3 7-272 0 0,-1 6-48 0 0,-1 6-16 0 0,-2 6 0 0 0,-3 6-248 0 0,-1 5-56 0 0,-3 4 0 0 0,-1 4-8 0 0,-2 1-248 0 0,-4 13 136 0 0,0 0-200-636 1,0-3-32-94-2,2-10-16 25 0,2-10 0 58 2,2-8 0 117-1,2-9-80 530 0,2-8-64 0 0,1-6 96-561-5,0-1-568 561 5,0-4-792-497 8,2-6-1008 497-8,3-13-1384-517 0,1-8-17247 517 0</inkml:trace>
</inkml:ink>
</file>

<file path=ppt/ink/ink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1-28T11:55:24.526"/>
    </inkml:context>
    <inkml:brush xml:id="br0">
      <inkml:brushProperty name="width" value="0.1" units="cm"/>
      <inkml:brushProperty name="height" value="0.6" units="cm"/>
      <inkml:brushProperty name="inkEffects" value="pencil"/>
    </inkml:brush>
  </inkml:definitions>
  <inkml:trace contextRef="#ctx0" brushRef="#br0">412 100 5528 206231 52159,'0'0'488'0'0,"0"0"-392"0"0,-1-1 2072 0 0,-1-2 408 0 0,0-1 80 0 0,0 0 24 0 0,0 0-1081 0 0,-1-2-223 0 0,1 0-32 0 0,0 1-16 0 0,2-1-488 0 0,1 0-96 0 0,0 0-16 0 0,2 0-8 0 0,1-1-304 0 0,1 0-56 0 0,3 0-8 0 0,2 2-8 0 0,3-1-104 0 0,7 1 200 0 0,4 2-224 0 0,2 0-40 0 0,0 4-8 0 0,1 3 0 0 0,2 4 0 0 0,1 4-8 0 0,1 5-8 0 0,1 3 0-3 600,0 5 0 3-600,-1 4-24 0 0,-1 5-8 0 0,-2 4 0 0 0,-3 4 0 0 0,-3 5 24 0 0,-2 4 8 0 0,-5 2 0 0 0,-3 5 0 0 0,-3 2 40 0 0,-6 1 16 0 0,-3 2 0 0 0,-9 14 216 0 0,-7 8-208 0 0,-6 2 0 0 0,-13 13 200 6 745,-8 4-216-18-171,-20 19 360 12-574,-7 0-400-504 3,1-10-8-22-9,4-14 0-39 7,8-15-112-12-1,6-16-40-62-1,6-13 0-39 4,5-12 0 148-1,2-11 0 530-2,2-10 0-563-6,0-9 0-102 7,1-11 0 50-4,0-12-104 44 11,0-10-24-116-16,3-11 0-94 12,1-19-792 173-2,5-22-960 608-2,11-9-10056 0 0,6 7-5735 0 0</inkml:trace>
</inkml:ink>
</file>

<file path=ppt/ink/ink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1-28T11:55:28.784"/>
    </inkml:context>
    <inkml:brush xml:id="br0">
      <inkml:brushProperty name="width" value="0.1" units="cm"/>
      <inkml:brushProperty name="height" value="0.6" units="cm"/>
      <inkml:brushProperty name="inkEffects" value="pencil"/>
    </inkml:brush>
  </inkml:definitions>
  <inkml:trace contextRef="#ctx0" brushRef="#br0">24 6 20303 204833 56669,'0'0'2200'0'0,"0"0"-2200"0"0,0 0 0 0 0,0 0 1192 0 0,0 0 200 0 0,-3 2 40 0 0,1-1 8 8 511,-3 2-656-8-511,1-1-128 0 0,0-1-24 0 0,2 1-8 0 0,0-2-400 0 0,1 1-72 0 0,1-1-24 0 0,0-1-328 0 0,6-3-672-7 555,3-2-11208 7-555,0-1-5927 0 0</inkml:trace>
</inkml:ink>
</file>

<file path=ppt/ink/ink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1-28T11:55:37.971"/>
    </inkml:context>
    <inkml:brush xml:id="br0">
      <inkml:brushProperty name="width" value="0.1" units="cm"/>
      <inkml:brushProperty name="height" value="0.6" units="cm"/>
      <inkml:brushProperty name="inkEffects" value="pencil"/>
    </inkml:brush>
  </inkml:definitions>
  <inkml:trace contextRef="#ctx0" brushRef="#br0">77 12 5064 199684 65317,'1'-1'448'-18'-695,"1"0"-352"1381"-1516,2-1-96-620 1184,0 0 1672 14 186,1 0 320-206 83,0 0 64-552 80,0 1 16 5 31,-1 1-944 584 23,-1-1-184-588 113,-2 1-40 0 511,0 0-9 0 0,1 1-63 7-573,-1 2-8-7 573,1 2-8 0 0,0 3 0 0 0,0 4-80-5-580,0 1-8 9 71,1 2-8-4 509,-2 4 0 0 0,0 1-144 0 0,-2 3-24 0 0,-2 4-8 0 0,0 3 0 0 0,-1 4-96 0 0,0 2-32 0 0,-2 1 0 0 0,-1 2 0 0 0,-1 1-168 552 0,-1-1-40-552 0,-1 1-8 0 0,0-2 0 0 0,0-2-104 0 0,1-1-32 0 0,-1-2 0-2-591,1-3 0 2 591,2-2-64 0 0,1-4 0 0 0,1-3 72 0 0,1 0-392 0 0,2-1-528 0 0,2-5 408 0 0,2-4-2976 0 0,0-6-20151 0 0</inkml:trace>
</inkml:ink>
</file>

<file path=ppt/ink/ink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1-28T11:55:38.653"/>
    </inkml:context>
    <inkml:brush xml:id="br0">
      <inkml:brushProperty name="width" value="0.1" units="cm"/>
      <inkml:brushProperty name="height" value="0.6" units="cm"/>
      <inkml:brushProperty name="inkEffects" value="pencil"/>
    </inkml:brush>
  </inkml:definitions>
  <inkml:trace contextRef="#ctx0" brushRef="#br0">272 57 8640 207157 51582,'0'0'840'0'0,"0"0"-744"0"0,0 0-96 0 0,0 0 928 0 0,0 0 160 0 0,0 0 40 0 0,0 0 888 0 0,0 0-1184 0 0,0 0-16 0 0,0 0-1 0 0,0-1-31 0 0,0 0-8 0 0,0-1 0 0 0,0-1 0 0 0,0 1-120 0 0,0-1-24 0 0,0 0-8 0 0,0 1 0 0 0,0 1-152 0 0,0-1-32 0 0,1-2-8 0 0,0 0 0 0 0,2 0-112 0 0,-1 0-32 0 0,1 0 0 0 0,2 0 0 0 0,3 1-104 0 0,1 0-24 0 0,2 0-8 0 0,2 0 0 0 0,-1 2-72 0 0,1 3-16 0 0,0 0 0 0 0,2 3 0 0 0,0 1-64 0 0,1 3 96 0 0,0 2-96 0 0,1 3 96 0 0,1 2 8 0 0,0 4 8 0 0,-1 3 0 0 0,0 2 0 0 0,-3 3 64 0 0,-4 3 16 0 0,-5 2 0 0 0,-3 1 0 0 0,-1 2 32 2 599,-1 0 16 1 54,-1 0 0-6 34,-2 2 0 3-687,-2 0-8 0 0,-4 8 232 0 0,-2 2-232 0 0,-3-1-16 0 0,-5 6 200 0 0,-2-1-208 0 0,-1-3-80 0 0,1-4-24 0 0,0-5 0 0 0,1-5 0 0 0,0-3-104 0 0,-1-3 88 0 0,-1-4-88 0 0,0-3 80 0 0,-3-4-80 0 0,-2-4 0-521 1,0-4 0 23 3,-2-4 64 498-4,-1-4-192-519-4,0-6-48 519 4,1-4-8-509 2,-1-7-1016 509-2,1-7-1200 0 0,6-6-8687 0 0,7 3-5233 0 0</inkml:trace>
</inkml:ink>
</file>

<file path=ppt/ink/ink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1-28T11:55:39.189"/>
    </inkml:context>
    <inkml:brush xml:id="br0">
      <inkml:brushProperty name="width" value="0.1" units="cm"/>
      <inkml:brushProperty name="height" value="0.6" units="cm"/>
      <inkml:brushProperty name="inkEffects" value="pencil"/>
    </inkml:brush>
  </inkml:definitions>
  <inkml:trace contextRef="#ctx0" brushRef="#br0">24 45 2304 203847 52594,'-2'0'224'0'0,"-1"1"-224"0"0,0 2 3328 0 0,-1-1 648 0 0,1 0 128 0 0,0 1 1951 0 0,0-2-3167 0 0,2 0-624 0 0,0 0-1480 0 0,1-1-16 0 0,0 0-8 0 0,0 0-312 0 0,3 1-64 0 0,3 0-16 0 0,4 1 0 0 0,3-2-144 0 0,2 0-32 0 0,1-1-8 0 0,2-1 0 0 0,1-1-120 0 0,2-2-64 0 0,-1 0 64 0 0,1-1-64 0 0,0-1 0 0 0,0 1 0 0 0,-2 0 0 0 0,-2 0 0 0 0,-1 1-520 0 0,-1 1-64 0 0,-4 1-16 6 904,-4 1-1376-6-326,-2 1-1112 0-578,-3 1-20079 0 0</inkml:trace>
</inkml:ink>
</file>

<file path=ppt/ink/ink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1-28T11:55:39.367"/>
    </inkml:context>
    <inkml:brush xml:id="br0">
      <inkml:brushProperty name="width" value="0.1" units="cm"/>
      <inkml:brushProperty name="height" value="0.6" units="cm"/>
      <inkml:brushProperty name="inkEffects" value="pencil"/>
    </inkml:brush>
  </inkml:definitions>
  <inkml:trace contextRef="#ctx0" brushRef="#br0">0 1 5528 205512 52627,'0'0'488'0'0,"0"0"-392"0"0,0 2 2872 0 0,1 4 4216 0 0,0 0-3505 0 0,1 2-1895 0 0,1 0-376 0 0,2 0-80 0 0,2 0-16 0 0,2-1-576 0 0,2-1-128 0 0,2-1-16 0 0,2-1-8 0 0,0-1-328 0 0,2-2-72 0 0,1-1-16 0 0,2-1 0 0 0,1-1-168 0 0,2-1 0 0 0,2-2 0 0 0,4 0-1568 0 0,1-1-192 0 0,-6 0-23983 0 0</inkml:trace>
</inkml:ink>
</file>

<file path=ppt/ink/ink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1-28T11:56:17.078"/>
    </inkml:context>
    <inkml:brush xml:id="br0">
      <inkml:brushProperty name="width" value="0.1" units="cm"/>
      <inkml:brushProperty name="height" value="0.6" units="cm"/>
      <inkml:brushProperty name="inkEffects" value="pencil"/>
    </inkml:brush>
  </inkml:definitions>
  <inkml:trace contextRef="#ctx0" brushRef="#br0">4 0 1376 192903 54167,'0'0'136'0'0,"0"0"-136"0"0,0 0 0 0 0,0 0 1024 0 0,0 0 184 0 0,0 0 40 0 0,0 0 0 0 0,0 0-784 0 0,0 0-160 0 0,0 0-32 0 0,0 0-8 0 0,0 0 64 0 0,0 0 16 0 0,0 0 0 0 0,0 0 0 0 0,0 0-64 0 0,0 0-16 0 0,0 0 0 0 0,0 0 0 0 0,0 0 16 0 0,0 0 0 0 0,0 0 0 0 0,0 0 0 0 0,0 0 64 0 0,0 0 368 0 0,0 0-352 0 0,0 0-48 0 0,0 0-16 0 0,0 0 0 0 0,0 0 0 0 0,0 0-96 0 0,0 0-16 0 0,0 0-8 0 0,0 0 0 0 0,0 0-72 0 0,0 0 80 0 0,0 0-96 0 0,0 0-88 0 0,0 0 0 0 0,0 0 0 0 0,0 0 64 0 0,0 0-64 0 0,0 0 0 0 0,0 0 64 0 0,0 0-64 0 0,0 0 0 0 0,0 0 0 0 0,0 0 0 0 0,0 0 0 0 0,0 0 0 0 0,0 0 0 0 0,0 0 0 0 0,0 0-80 0 0,0 0 80 0 0,0 0-104 0 0,0 0 40 0 0,0 0-88 0 0,0 0-8 0 0,0 0-8 0 0,0 0-280 0 0,0 0-152 0 0,0 0-24 0 0,0 0-32 0 0,0 0 328 0 0,0 0 120 0 0,0 0-152 0 0,0 0 184 0 0,0 0 176 0 0,0 0-88 0 0,0 0 88 0 0,0 2-64 0 0,0 0 64 0 0,0-1 0 0 0,0 1 0 0 0,0-1 0 0 0,0-1 64 0 0,0 1 48 0 0,0-1-16 0 0,0 0 0 0 0,0 0 0 0 0,0 0 16 0 0,0 1 0 0 0,-1 3 0 0 0,0 0 0 0 0,1 0-48 0 0,-1-1-64 0 0,1-1 88 0 0,0-1 40 0 0,-1-1 72 0 0,1 0-104 0 0,0 0 8 0 0,0 0 104 0 0,0 0-104 0 0,0 0-104 0 0,0 0 64 0 0,0-1-136 0 0,0 1-160 0 0,0 0-3072 0 0,0 0-640 0 0,0 0-1144 0 0</inkml:trace>
</inkml:ink>
</file>

<file path=ppt/ink/ink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1-28T12:13:45.105"/>
    </inkml:context>
    <inkml:brush xml:id="br0">
      <inkml:brushProperty name="width" value="0.1" units="cm"/>
      <inkml:brushProperty name="height" value="0.6" units="cm"/>
      <inkml:brushProperty name="inkEffects" value="pencil"/>
    </inkml:brush>
  </inkml:definitions>
  <inkml:trace contextRef="#ctx0" brushRef="#br0">136 1 2760 196126 50627,'0'0'248'0'0,"0"0"-248"0"0,0 0 0 0 0,0 0 0 0 0,0 0 1208 0 0,0 0 1632 0 0,0 0-1400 0 0,0 0-376 0 0,0 0-72 0 0,0 0-24 0 0,0 0 0 0 0,0 0-120 0 0,0 0 792 0 0,0 0-216 0 0,0 0-289 0 0,0 0-575 0 0,0 0-40 0 0,0 0 504 0 0,0 0-512 0 0,0 0 48 0 0,1 0 576 0 0,3 1-568 0 0,0-1 80 0 0,-1 1 24 0 0,0-1 0 0 0,-2 1 0 0 0,2 0-64 0 0,-1 1 576 0 0,1 1-592 0 0,-1 3-144 0 0,1 2 376 0 0,-2 4-56 0 0,-1 4-416 0 0,-1 0 0 0 0,-3 5 288 0 0,-3 4-88 0 0,-3 2-280 0 0,-2 0-104 0 0,0-1-16 0 0,-1-2-8 0 0,-3 2 64 0 0,-1 1-112 0 0,-2-3-192 0 0,-1-6-272 0 0,1-11-18415 0 0,4-6 5591 0 0</inkml:trace>
</inkml:ink>
</file>

<file path=ppt/ink/ink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1-28T12:13:46.220"/>
    </inkml:context>
    <inkml:brush xml:id="br0">
      <inkml:brushProperty name="width" value="0.1" units="cm"/>
      <inkml:brushProperty name="height" value="0.6" units="cm"/>
      <inkml:brushProperty name="inkEffects" value="pencil"/>
    </inkml:brush>
  </inkml:definitions>
  <inkml:trace contextRef="#ctx0" brushRef="#br0">111 96 9528 207300 52084,'0'0'1032'0'0,"2"-2"-1032"0"0,4-5 1144 0 0,1-2 200 0 0,1 0 48 0 0,1-3 1079-10 1780,1-2-471 22-1261,1 0-8-12-519,-1 2 8 0 0,-3 3-328 0 0,-2 4-488 0 0,-2 3-88 0 0,-1 4-608 0 0,-1 5 0 0 0,1 3 0 0 0,-2 3-80 0 0,0 2-24 0 0,0 3 0 0 0,-1 5 320 0 0,0 3-392 0 0,-1 2-8 0 0,-1 1 0 0 0,-2 0-80 0 0,0 0-8 0 0,-3 1-8 0 0,-3 0 0 0 0,-2 0-104 0 0,-2 0-16 0 0,-1-1-8 0 0,0-3 0-1 544,0-3-80 1 285,0-5 0-4-324,1-3 0 4-505,-1-6-376 0 0,1-8-568 0 0,3-11-17295 0 0,4-3 5471 0 0</inkml:trace>
</inkml:ink>
</file>

<file path=ppt/ink/ink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1-28T12:13:51.963"/>
    </inkml:context>
    <inkml:brush xml:id="br0">
      <inkml:brushProperty name="width" value="0.1" units="cm"/>
      <inkml:brushProperty name="height" value="0.6" units="cm"/>
      <inkml:brushProperty name="inkEffects" value="pencil"/>
    </inkml:brush>
  </inkml:definitions>
  <inkml:trace contextRef="#ctx0" brushRef="#br0">306 0 11000 205386 45438,'0'0'1192'0'0,"0"0"-1192"0"0,0 4 696 0 0,-1 4 112 0 0,-1 4 24 0 0,-2 4 8 0 0,-1 3-80-8 880,-2 5-25 8-880,-2 4 1 0 0,-1 4 0 0 0,-1 5-152-5 597,-3 14 512 5-597,-6 20-160 0 0,-1 8-576 0 0,-2 2-8 0 0,2-2 0 0 0,1-4-224 0 0,-1 6 8 0 0,1-1-72 0 0,1-3-64 0 0,1 1 0-519 0,0 6-760-488 5,1 0-1064 501-6,3-11-6175 506 1,3-16-3761 0 0</inkml:trace>
</inkml:ink>
</file>

<file path=ppt/ink/ink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1-28T12:13:52.341"/>
    </inkml:context>
    <inkml:brush xml:id="br0">
      <inkml:brushProperty name="width" value="0.1" units="cm"/>
      <inkml:brushProperty name="height" value="0.6" units="cm"/>
      <inkml:brushProperty name="inkEffects" value="pencil"/>
    </inkml:brush>
  </inkml:definitions>
  <inkml:trace contextRef="#ctx0" brushRef="#br0">277 0 11976 206659 48952,'0'0'1064'0'0,"-3"3"-848"0"0,-3 5 864 0 0,-3 8 1455 0 0,-2 5-1239 0 0,0 5-392 0 0,-3 10 736 0 0,-2 7-832 0 0,-1 4-296 0 0,-3 15 392 0 0,-1 9-464 0 0,-1 5-200 0 0,-1 13 152 0 0,-1 5-200 0 0,3-4-192 0 0,3-7 0 0 0,3-9 64 0 0,4-4-64-1079 7,5-8 0 514-8,3-10 72 34 0,5-7 120 531 1,3-9 8 0 0,3-8 0 0 0,1-9 0-510 2,3-6 32 510-2,1-6 8 0 0,0-6 0 0 0,2-4 0 0 0,0-5-144 0 0,5-8 40 0 0,5-9-72 0 0,3-5 32 0 0,-1-2-96 0 0,-3 1 96 0 0,-3 1-96 0 0,-2-1 0 0 0,-2 3 64 0 0,-5 4 0 0 0,-4 2 32 0 0,-6 3-32 0 0,-5 4 80 0 0,-8 2 176 0 0,-8 4-24 0 0,-10 1-24 0 0,-4 4-136 0 0,0 2-136 0 0,-2 3 0 0 0,1 0 0 0 0,2 2 0 0 0,3 2-328 0 0,4 3-15943 0 0,7 0 4847 0 0</inkml:trace>
</inkml:ink>
</file>

<file path=ppt/ink/ink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1-28T12:13:52.957"/>
    </inkml:context>
    <inkml:brush xml:id="br0">
      <inkml:brushProperty name="width" value="0.1" units="cm"/>
      <inkml:brushProperty name="height" value="0.6" units="cm"/>
      <inkml:brushProperty name="inkEffects" value="pencil"/>
    </inkml:brush>
  </inkml:definitions>
  <inkml:trace contextRef="#ctx0" brushRef="#br0">406 4 7832 212599 51107,'0'0'344'0'0,"0"0"160"0"0,0 0-504 0 0,-2-1 1736 0 0,-4-1 2472 0 0,-3 1-2065 0 0,-2 2-1127 0 0,-5 4 504 0 0,-3 5-784 0 0,-2 3-128 0 0,-6 9 568 0 0,-7 12-128 0 0,0 7-608 0 0,0 4-8 0 0,2 2 0 0 0,2 0-152 0 0,1 1-32 0 0,3-1-8 0 0,4-1 0 0 0,3-1-160 0 0,2 6 0 0 0,5 5-80-1149-5,6-1 0 587 4,8-4 0 66 9,5-7 0 496-8,11-2-2128 0 0,11-5 56 0 0,11-12-728 0 0,9-13-8103 0 0,-3-9 3463 0 0</inkml:trace>
</inkml:ink>
</file>

<file path=ppt/ink/ink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1-28T12:13:53.310"/>
    </inkml:context>
    <inkml:brush xml:id="br0">
      <inkml:brushProperty name="width" value="0.1" units="cm"/>
      <inkml:brushProperty name="height" value="0.6" units="cm"/>
      <inkml:brushProperty name="inkEffects" value="pencil"/>
    </inkml:brush>
  </inkml:definitions>
  <inkml:trace contextRef="#ctx0" brushRef="#br0">163 652 1376 209395 52379,'-3'6'136'0'0,"-2"5"-136"0"0,-2 5 2736 0 0,0 1 528 0 0,-2-1 112 0 0,-1-1 1504 0 0,-2-2-2753 0 0,-2-3-391 0 0,0-6-424 0 0,1-7-224 0 0,1-10-312 0 0,3-12-136 0 0,5-13-200 0 0,5-14-160 0 0,6-14-216 0 0,3-3-64 0 0,1 3 0 0 0,2-1 0 0 0,2 0 0 0 0,2 1-72 0 0,2 5 72 0 0,0 10 0 0 0,-3 11-64 0 0,-1 10 64 530 0,-2 8 0-530 0,-3 9 0 0 0,-4 5 0 0 0,-2 6 0 0 0,-1 4 0 0 0,1 4 0 0 0,0 4 0 0 0,0 4 0 0 0,0 3 128 0 0,-1 5-32 545-6,-2 10 112-545 6,-2 5-96 0 0,-4 1 0 0 0,-2 9 72 0 0,-2 4-120 0 0,-2-2 0 0 0,-3 6 0 0 0,-3 6 8 0 0,-1 1-72 0 0,0-7 0 0 0,0-6 72 0 0,1-7-72 0 0,-2-2 0 0 0,1-6 0 0 0,1-6 0 0 0,-1-5-1640 0 0,3-6 768 0 0,3-8-8319 0 0,3-5-4377 0 0</inkml:trace>
</inkml:ink>
</file>

<file path=ppt/ink/ink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1-28T12:13:53.642"/>
    </inkml:context>
    <inkml:brush xml:id="br0">
      <inkml:brushProperty name="width" value="0.1" units="cm"/>
      <inkml:brushProperty name="height" value="0.6" units="cm"/>
      <inkml:brushProperty name="inkEffects" value="pencil"/>
    </inkml:brush>
  </inkml:definitions>
  <inkml:trace contextRef="#ctx0" brushRef="#br0">145 0 11456 212486 51195,'0'0'512'0'0,"0"0"96"0"0,0 0-480 0 0,0 0-128 0 0,0 0 0 0 0,-1 2 0 0 0,-2 2 744 0 0,0 1 128 0 0,-2 2 24 0 0,-2 3 575 0 0,-2 5-495 0 0,-2 7-160 0 0,-1 3-512 0 0,0 2-8 0 0,-1 5 304 0 0,0 3-296 0 0,2 0 0 0 0,-1 5 224 0 0,3-1-328 0 0,1-2 0 0 0,2-4 0 0 0,2-4 16 0 0,1-4 0 0 0,1-4 0 0 0,2-3 0 0 0,0-3 176 0 0,0-5 480 0 0,3-4-80 0 0,2-4-464 0 0,4-4 0 0 0,4-5 288 0 0,7-8-72 0 0,6-7-128 0 0,2-4-296 0 0,1-3-8-576-1,0-6 0 576 1,-2-2-112 0 0,-1-1 64 0 0,-1-3-552 0 0,2-5-760 0 0,-2-2-1272 0 0,-3 3 392 0 0,-6 8-18463 0 0</inkml:trace>
</inkml:ink>
</file>

<file path=ppt/ink/ink1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1-28T12:13:53.975"/>
    </inkml:context>
    <inkml:brush xml:id="br0">
      <inkml:brushProperty name="width" value="0.1" units="cm"/>
      <inkml:brushProperty name="height" value="0.6" units="cm"/>
      <inkml:brushProperty name="inkEffects" value="pencil"/>
    </inkml:brush>
  </inkml:definitions>
  <inkml:trace contextRef="#ctx0" brushRef="#br0">0 449 6912 207829 57306,'1'2'736'0'0,"1"2"704"0"0,0 3 2016 0 0,1 0-1696 0 0,0 1-544 0 0,-1-2-105 0 0,1 0-23 0 0,-2-3 592 0 0,0-2-1176 0 0,2-4-24 0 0,4-7 368 0 0,4-7-504 0 0,1-3-8 0 0,4-3 0 0 0,0-5-240 0 0,4-7-8-4-645,6-11-88 9-421,0-1 0-5 1066,0 1 0 0 0,-2 5 0 0 0,-3 4 0 0 0,-2 6 0 535 4,-2 5 0-23-7,-1 2 0-512 3,0 3 0 0 0,-2 5 0 0 0,-3 5 0 0 0,-5 4 0 498-3,-2 4 0 49 7,-2 2 0-547-4,-1 4 192 0 0,-1 8 184 0 0,0 5-192 0 0,-2 6-24 0 0,-1 4-8 0 0,-2 2 0 0 0,-1 3 0 0 0,-2 4-64 0 0,-1 3-16 0 0,0 4 0 0 0,-2 8-104 0 0,-4 8-264 0 0,0 5-1184 0 0,-2-1-1696 0 0,3-12-15871 0 0</inkml:trace>
</inkml:ink>
</file>

<file path=ppt/ink/ink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1-28T12:13:54.729"/>
    </inkml:context>
    <inkml:brush xml:id="br0">
      <inkml:brushProperty name="width" value="0.1" units="cm"/>
      <inkml:brushProperty name="height" value="0.6" units="cm"/>
      <inkml:brushProperty name="inkEffects" value="pencil"/>
    </inkml:brush>
  </inkml:definitions>
  <inkml:trace contextRef="#ctx0" brushRef="#br0">471 1 12672 211189 54768,'0'0'968'562'-3,"0"0"-552"536"8,-1 2-416-1098-5,-3 8 760 1063-7,-4 12 1055-1063 7,-4 14-127 0 0,-7 16-240 0 0,-5 18-216 0 0,-5 15-312 0 0,-6 17-248 0 0,-6 14-352 0 0,-1-1-168 0 0,3-8-88 0 0,4-12-64 0 0,4-10 72 0 0,4-9-72 0 0,4-9-96 0 0,-1 2-232 0 0,1 2-816 0 0,2-3-1144 0 0,2-10-9167 0 0,6-16 3567 0 0</inkml:trace>
</inkml:ink>
</file>

<file path=ppt/ink/ink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1-28T12:13:54.847"/>
    </inkml:context>
    <inkml:brush xml:id="br0">
      <inkml:brushProperty name="width" value="0.1" units="cm"/>
      <inkml:brushProperty name="height" value="0.6" units="cm"/>
      <inkml:brushProperty name="inkEffects" value="pencil"/>
    </inkml:brush>
  </inkml:definitions>
  <inkml:trace contextRef="#ctx0" brushRef="#br0">1 180 14368 214794 54186,'5'-9'1560'0'0,"7"-7"-1560"0"0,7-7 895 0 0,4-2 161 0 0,0 2 24 0 0,0 2 8 0 0,-1 3-712 0 0,4 2 64 0 0,13 2-2512 0 0,5 5 760 0 0,-5 3-16167 0 0</inkml:trace>
</inkml:ink>
</file>

<file path=ppt/ink/ink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1-28T12:13:55.176"/>
    </inkml:context>
    <inkml:brush xml:id="br0">
      <inkml:brushProperty name="width" value="0.1" units="cm"/>
      <inkml:brushProperty name="height" value="0.6" units="cm"/>
      <inkml:brushProperty name="inkEffects" value="pencil"/>
    </inkml:brush>
  </inkml:definitions>
  <inkml:trace contextRef="#ctx0" brushRef="#br0">450 1 11976 219212 54163,'0'0'1064'0'0,"-4"1"-848"0"0,-5 2 1224 0 0,-8 1 1967 0 0,-7 0-895 0 0,-7 0-1416 0 0,1-2-576 0 0,1-1-352 0 0,1-1 16 0 0,1-1-40 0 0,3 1-48 0 0,5 1-32 0 0,5 4-64 0 0,9 5 96 0 0,6 6 56 0 0,8 4 16 0 0,4 3 40 0 0,3 1-24 0 0,2 2-40 0 0,-2-3-72 0 0,-1-3 64 0 0,-4-3 16 0 0,-3-1 0 0 0,-2 1 336 0 0,-2-1-112 0 0,-3 2 8 0 0,-3 4 392 0 0,-3 2-376 0 0,-2 0 0 0 0,-3 0 0 0 0,-1-1-112 0 0,-6 5 224 0 0,-4 2-256 0 0,-1 0-152 0 0,-3 2 32 15 564,-2-3-72-20-47,1-3-64 5-517,-3-3 0 0 0,-1-6-416-530-1,0-8-800-532 2,5-8-9767 1062-1,6-3-5337 0 0</inkml:trace>
</inkml:ink>
</file>

<file path=ppt/ink/ink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1-28T12:13:55.939"/>
    </inkml:context>
    <inkml:brush xml:id="br0">
      <inkml:brushProperty name="width" value="0.1" units="cm"/>
      <inkml:brushProperty name="height" value="0.6" units="cm"/>
      <inkml:brushProperty name="inkEffects" value="pencil"/>
    </inkml:brush>
  </inkml:definitions>
  <inkml:trace contextRef="#ctx0" brushRef="#br0">166 2022 2760 209010 50944,'-9'12'272'0'0,"-5"7"-272"0"0,-2 4 1856 0 0,-3 3 2600 0 0,-2 3-1112 0 0,-2 2-1736 0 0,1-1-112 0 0,5-3-73-3 1144,4-7 1 3-1144,5-7-712 0 0,4-5 0 0 0,6-5 728 0 0,9-8 16 0 0,15-14-152 0 0,16-22-224 0 0,11-15-544 0 0,4-11-152 0 0,17-24 312 0 0,22-32-120 0 0,23-30-152 0 0,19-30-120 0 0,17-22-152 1455-6,-5 3-80-776 9,-14 16-72-116-2,-5 6 0 576-1,-4 5-616-33-4,-9 12-816 340 10,-18 28 704-749-13,-15 23-2992 457 11,-19 29-2319-576-2,-20 29-945 37-7,-17 24-1984-615 5</inkml:trace>
</inkml:ink>
</file>

<file path=ppt/ink/ink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1-28T12:13:56.602"/>
    </inkml:context>
    <inkml:brush xml:id="br0">
      <inkml:brushProperty name="width" value="0.1" units="cm"/>
      <inkml:brushProperty name="height" value="0.6" units="cm"/>
      <inkml:brushProperty name="inkEffects" value="pencil"/>
    </inkml:brush>
  </inkml:definitions>
  <inkml:trace contextRef="#ctx0" brushRef="#br0">1 766 1376 207618 50845,'0'0'128'0'0,"0"0"616"0"0,0 3 1024 0 0,0-1-864 0 0,0 1 24 0 0,0 0 928 0 0,0 3-128 0 0,0-1-192 0 0,0 2-232 0 0,0 1-344 0 0,0-2-48 0 0,0-1-480 0 0,0-1 0 0 0,0-1 648 0 0,0-1-385 0 0,0-1 9 0 0,0-1 0 0 0,0 1-128 0 0,0-2 536 0 0,0 1-560 0 0,0 0-80 0 0,0-3 424 0 0,2-4-448 0 0,0-4 0 0 0,2-6 432 0 0,-1-5-440 0 0,2-4-152 0 0,-1-3-24 0 0,1-3-8 0 0,-1-3 0 0 0,1-3-72 0 0,2-11 136 0 0,3-14-16 0 0,5-11-32 0 0,7-4-136 0 0,1 4-72 0 0,1 12-64 0 0,0 11 0 0 0,-2 11 0 0 0,3 7 0 1057 2,1 7 0-1057-2,-1 7 0 0 0,0 5 0 535 1,-1 4-64-11-1,5 3-608-524 0,7 3-872 0 0,6 4-848 0 0,1 6-1192 513 0,-7 1-14519-513 0</inkml:trace>
</inkml:ink>
</file>

<file path=ppt/ink/ink1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1-28T12:13:56.950"/>
    </inkml:context>
    <inkml:brush xml:id="br0">
      <inkml:brushProperty name="width" value="0.1" units="cm"/>
      <inkml:brushProperty name="height" value="0.6" units="cm"/>
      <inkml:brushProperty name="inkEffects" value="pencil"/>
    </inkml:brush>
  </inkml:definitions>
  <inkml:trace contextRef="#ctx0" brushRef="#br0">1 489 9216 210957 53297,'0'0'992'0'0,"0"0"-992"0"0,2 0 1400 0 0,6-1 1960 0 0,6-3-1001 0 0,6-6-1559 0 0,6-7-240 0 0,5-10-240 0 0,4-9 160 0 0,3-10 264 0 0,3-6-16 0 0,-1-5-24 0 0,-6 4-352 0 0,-6 7-208 0 0,-8 9-48 0 0,-6 8 0 0 0,-6 8-8 0 0,-5 5 40 0 0,-6 3 136 0 0,-6 2 128 0 0,-6 3-104 0 0,-2 4 0 0 0,-1 3 0 0 0,-2 4-184 0 0,1 5-32 0 0,-1 3-8 0 0,-5 8 128 0 0,-2 7-48 0 0,-1 3 0 0 0,-1 9 96 0 0,1 6-160 0 0,3 1 0 0 0,4 1 0 0 0,5-1-80 0 0,3 7 0 0 0,4 6-72 0 0,5 0 72 0 0,4-5-96 0 0,11 0-952 0 0,6-6 488 0 0,4-10 0 0 0,8-11-4200 0 0,3-10 3080 0 0,-4-9-14831 0 0</inkml:trace>
</inkml:ink>
</file>

<file path=ppt/ink/ink1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1-28T12:13:57.254"/>
    </inkml:context>
    <inkml:brush xml:id="br0">
      <inkml:brushProperty name="width" value="0.1" units="cm"/>
      <inkml:brushProperty name="height" value="0.6" units="cm"/>
      <inkml:brushProperty name="inkEffects" value="pencil"/>
    </inkml:brush>
  </inkml:definitions>
  <inkml:trace contextRef="#ctx0" brushRef="#br0">152 232 3224 210796 53977,'0'0'312'0'0,"-1"2"-312"0"0,-1 2 2400 0 0,-1 6 3392 0 0,-4 11-1864 0 0,-1 6-3352 0 0,-2 4-73 0 0,-2 11 601 0 0,-4 12 200 0 0,-2 13 48 0 0,-1 3-648 0 0,2-5 0 0 0,2-2 560 0 0,2-8-728 0 0,5-10-8 0 0,5-10 0 0 0,5-8-72 0 0,3-8-8 0 0,3-7-8 0 0,7-7 360 0 0,11-13-104 0 0,14-18 0 0 0,20-25 24 0 0,9-17-360 0 0,6-8-184 0 0,13-17 88 0 0,12-19-584 0 0,-2-2-256 0 0,-8 8-16 528-3,-11 12-7040-13 1,-12 15-1407-3 9,-17 21-2617-512-7</inkml:trace>
</inkml:ink>
</file>

<file path=ppt/ink/ink1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1-28T12:16:04.134"/>
    </inkml:context>
    <inkml:brush xml:id="br0">
      <inkml:brushProperty name="width" value="0.1" units="cm"/>
      <inkml:brushProperty name="height" value="0.6" units="cm"/>
      <inkml:brushProperty name="inkEffects" value="pencil"/>
    </inkml:brush>
  </inkml:definitions>
  <inkml:trace contextRef="#ctx0" brushRef="#br0">43 1433 8288 190413 50514,'0'0'368'0'0,"-1"1"168"0"0,-2 3-536 0 0,1 1 1840 0 0,-1-1 352 0 0,1 0 72 0 0,1 0 1223 0 0,-1-1-1519 0 0,1 0-1008 0 0,1-2-216 0 0,-1-1-40 0 0,0-4 0 0 0,0-5-8 0 0,1-3-184 0 0,1-4-40 0 0,1-5-8 0 0,1-3 0 0 0,2-4-168 0 0,1-3-32 0 0,1-3-8 0 0,2-4 0 0 0,0-3-112 0 0,1-1-24 0 0,0-3-8 0 0,0-1 0 0 0,-1 0-112 0 0,0 1 64 0 0,-2 2-64 0 0,1 3 0 0 0,-1 3 64 0 0,-1 4-64 0 0,0 3 0 0 0,-1 2 144 0 0,-2 4-16 0 0,-1 5-8 0 0,0 3 96 0 0,-2 5-128 0 0,0 3 0 0 0,0 4 0 0 0,-1 3 8 0 0,1 0-96 0 0,0 2 96 0 0,0 0-96 0 0,0 0 0 0 0,0-1 0 0 0,0 1 0 0 0,0-1 0 0 0,0 0 0 519 2,0 0 0-519-2,0 0 0 0 0,0 0 0 0 0,1 2 0 0 0,3 0 0 0 0,0 1 0 0 0,3 0-72 0 0,2-3 72 0 0,2-2 0 0 0,3-3 0 0 0,5-6 0 0 0,6-7 0 0 0,4-9 0 0 0,0-4 0 0 0,-3-2 0 0 0,1-4 0 0 0,0-6 0 0 0,-4 0 0 0 0,-4 4-88 0 0,-5 4 88 0 0,-3 6 0 0 0,-4 3 96 0 0,-2 1 0 0 0,-3 2 0 0 0,-2 1-16 0 0,-1 1 0 508 1,-3 0 0-508-1,0 1 0 0 0,-3 0 72 509-2,-2 1 8 1-2,-2-1 8-510 4,-2 1 0 0 0,-2 0-168 0 0,-2 1 0 0 0,-2 1 0 1 694,-1 2 0-10-160,-1 1 0 9-534,-2 4 0 587-4,-1 1 80 62 9,-1 4-80-54-6,0 2 72-67-5,0 4-72-528 6,1 1 64 0 0,-4 5-64 0 0,-4 5 0 508 4,0 2 0 2-3,3 1-72-510-1,4-1 0 0 0,7-4-968 0 0,6-2-1296 0 0,5-4-8671 0 0,4-2-5193 0 0</inkml:trace>
</inkml:ink>
</file>

<file path=ppt/ink/ink1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1-28T12:16:04.968"/>
    </inkml:context>
    <inkml:brush xml:id="br0">
      <inkml:brushProperty name="width" value="0.1" units="cm"/>
      <inkml:brushProperty name="height" value="0.6" units="cm"/>
      <inkml:brushProperty name="inkEffects" value="pencil"/>
    </inkml:brush>
  </inkml:definitions>
  <inkml:trace contextRef="#ctx0" brushRef="#br0">140 277 11888 184268 51483,'-3'-1'1296'0'0,"-3"0"-1296"0"0,-1 0 0 0 0,-1 0 1216 0 0,0 1 1711 0 0,-1-1-1431 0 0,1 0-504 0 0,2 1 784 0 0,0-3-144 0 0,1-4-168 0 0,1-4-512 0 0,0-4-832 0 0,2 1-24 0 0,1-2 144 0 0,3-4 64 0 0,3-3-64 0 0,4-4-96 0 0,1 0-72 0 0,1 2-8 0 0,1 4 32 0 0,0 1-32 0 0,-1 5 32 0 0,0 2 96 0 0,-2 5-96 531-1,-3 3-96 41 6,1 5 80-572-5,0 4 0 0 0,1 4 56 0 0,-1 6 168 507-4,0 4-152-507 4,-2 2-56 0 0,-2 4 64 0 0,-2 5-8 0 0,-3 2-8 0 0,0 1-72 0 0,-2-2 24 0 0,-2-1 96 0 0,-3 0 8 0 0,-1-3-88 0 0,-1-4 0 0 0,-2-4 96 0 0,-2-4-112 0 0,0-6 0 0 0,-3-5 72 0 0,-2-7-40 0 0,-2-8-64 0 0,2-5-64 0 0,4-4 0 0 0,6 0 0 0 0,3 1 0 5 570,3 0 0-5-570,3 2 0 0 0,1 4 0 0 0,2 1 0 0 0,1 3 0 0 0,4-2-168 0 0,3-2-112 0 0,5-1 208 0 0,3 1 304-3-500,2 1-112 3 500,1 3-120 0 0,-3 4 0 0 0,-1 5 0 0 0,-2 5 64 0 0,-3 4-64 0 0,-5 1 160 0 0,-2 0-24 0 0,-3 1 0 0 0,-2 1 0 0 0,-2 2 48 0 0,0 1 8 0 0,-2 0 0 0 0,-3 2 96 0 0,-3 3-120 0 0,-5 0-88 0 0,-3-1-8 0 0,0-5-72 0 0,2-6 0 0 0,2-5 0 0 0,3-5 0 0 0,4-9-1536 0 0,6-6-184 0 0,2 0-26975 0 0</inkml:trace>
</inkml:ink>
</file>

<file path=ppt/ink/ink1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1-26T10:09:45.800"/>
    </inkml:context>
    <inkml:brush xml:id="br0">
      <inkml:brushProperty name="width" value="0.05" units="cm"/>
      <inkml:brushProperty name="height" value="0.05" units="cm"/>
    </inkml:brush>
  </inkml:definitions>
  <inkml:trace contextRef="#ctx0" brushRef="#br0">116 23 7712 0 0,'0'0'1780'0'0,"11"-22"10644"0"0,-11 22-12315 0 0,5 10 1264 0 0,4 14-1156 0 0,-8-14 54 0 0,0 0-1 0 0,0 0 1 0 0,-1 0-1 0 0,-1 1 1 0 0,0-1-1 0 0,0 0 1 0 0,-6 20-1 0 0,-3 2 243 0 0,-15 34-1 0 0,8-24-182 0 0,14-34-263 0 0,0-1 0 0 0,-1 0 0 0 0,0 1 0 0 0,-7 9 0 0 0,9-14-179 0 0,1-1 0 0 0,-1 0 0 0 0,-1 0 0 0 0,1 0 0 0 0,0 0 0 0 0,0 0 0 0 0,-1 0 0 0 0,1 0 0 0 0,-1-1 0 0 0,0 1 0 0 0,1-1 0 0 0,-1 0 0 0 0,0 1 0 0 0,0-1 0 0 0,0-1 0 0 0,-3 2 0 0 0,-6-2-9022 0 0</inkml:trace>
</inkml:ink>
</file>

<file path=ppt/ink/ink1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1-26T10:09:46.877"/>
    </inkml:context>
    <inkml:brush xml:id="br0">
      <inkml:brushProperty name="width" value="0.05" units="cm"/>
      <inkml:brushProperty name="height" value="0.05" units="cm"/>
    </inkml:brush>
  </inkml:definitions>
  <inkml:trace contextRef="#ctx0" brushRef="#br0">343 45 3224 0 0,'0'0'143'0'0,"3"-16"362"0"0,-4 8 1170 0 0,1 7-1391 0 0,0 0 1 0 0,0 0-1 0 0,0 0 1 0 0,0 1 0 0 0,0-1-1 0 0,0 0 1 0 0,0 0-1 0 0,0 0 1 0 0,0 1 0 0 0,0-1-1 0 0,0 0 1 0 0,3-5 4857 0 0,-3 6-5040 0 0,0 0 1 0 0,0 0 0 0 0,0-1 0 0 0,0 1 0 0 0,0 0 0 0 0,0 0-1 0 0,0 0 1 0 0,0 0 0 0 0,0 0 0 0 0,0-1 0 0 0,0 1 0 0 0,0 0-1 0 0,0 0 1 0 0,0 0 0 0 0,0 0 0 0 0,-1-2 1542 0 0,1 2-1542 0 0,0 0 0 0 0,-1 0 0 0 0,1-1-1 0 0,0 1 1 0 0,0 0 0 0 0,0 0 0 0 0,0 0 0 0 0,0 0 0 0 0,-1 0-1 0 0,1 0 1 0 0,0 0 0 0 0,0 0 0 0 0,0 0 0 0 0,0 0 0 0 0,0 0-1 0 0,-1 0 1 0 0,1 0 0 0 0,0 0 0 0 0,0 0 0 0 0,0 0 0 0 0,0 0-1 0 0,0 0 1 0 0,-1 0 0 0 0,1 1 0 0 0,0-1 0 0 0,0 0-1 0 0,0 0 1 0 0,-9 6 1741 0 0,-7 11-1206 0 0,0 0 0 0 0,2 2 1 0 0,-18 26-1 0 0,-30 51 500 0 0,18-30-533 0 0,32-44-396 0 0,1 0 1 0 0,1 1 0 0 0,-9 32-1 0 0,1-6 39 0 0,-3 9 115 0 0,-23 95-1 0 0,39-128-325 0 0,1-1 0 0 0,1 1 0 0 0,1 0 0 0 0,1 1 0 0 0,2-1 0 0 0,5 42 0 0 0,-4-60-56 0 0,-1-1 0 0 0,1 0-1 0 0,0 0 1 0 0,1 0 0 0 0,-1 0 0 0 0,1 0-1 0 0,1 0 1 0 0,-1-1 0 0 0,1 0 0 0 0,0 1-1 0 0,0-1 1 0 0,0-1 0 0 0,1 1 0 0 0,0-1-1 0 0,0 1 1 0 0,0-1 0 0 0,0-1 0 0 0,0 1-1 0 0,7 2 1 0 0,-4-2-10 0 0,-1 0 1 0 0,1-1-1 0 0,0 0 0 0 0,1-1 0 0 0,-1 0 0 0 0,0 0 1 0 0,1-1-1 0 0,-1 0 0 0 0,1 0 0 0 0,-1-1 1 0 0,1 0-1 0 0,-1 0 0 0 0,17-4 0 0 0,28-9-1339 0 0,-1-3-1 0 0,55-24 1 0 0,-48 14-103 0 0</inkml:trace>
</inkml:ink>
</file>

<file path=ppt/ink/ink1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1-26T10:09:47.330"/>
    </inkml:context>
    <inkml:brush xml:id="br0">
      <inkml:brushProperty name="width" value="0.05" units="cm"/>
      <inkml:brushProperty name="height" value="0.05" units="cm"/>
    </inkml:brush>
  </inkml:definitions>
  <inkml:trace contextRef="#ctx0" brushRef="#br0">0 0 5984 0 0,'0'0'5977'0'0,"3"1"-4161"0"0,7 1-728 0 0,0 0 0 0 0,0-1-1 0 0,1 0 1 0 0,-1-1 0 0 0,21-1 0 0 0,-3 0-58 0 0,97-4 2050 0 0,-34 5-4428 0 0,-79 0-335 0 0</inkml:trace>
</inkml:ink>
</file>

<file path=ppt/ink/ink1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1-26T10:09:47.741"/>
    </inkml:context>
    <inkml:brush xml:id="br0">
      <inkml:brushProperty name="width" value="0.05" units="cm"/>
      <inkml:brushProperty name="height" value="0.05" units="cm"/>
    </inkml:brush>
  </inkml:definitions>
  <inkml:trace contextRef="#ctx0" brushRef="#br0">0 1 11976 0 0,'0'0'1082'0'0,"13"6"-576"0"0,-7-3 405 0 0,0-2 1 0 0,-1 1-1 0 0,1 0 1 0 0,0-1-1 0 0,0 0 1 0 0,0-1-1 0 0,-1 1 1 0 0,1-1-1 0 0,0 0 0 0 0,10-2 1 0 0,14 1 303 0 0,7 4-581 0 0,-28-2-721 0 0,0 0-1 0 0,0-1 0 0 0,0 1 0 0 0,17-3 1 0 0,-4-5-811 0 0</inkml:trace>
</inkml:ink>
</file>

<file path=ppt/ink/ink1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1-26T10:09:49.733"/>
    </inkml:context>
    <inkml:brush xml:id="br0">
      <inkml:brushProperty name="width" value="0.05" units="cm"/>
      <inkml:brushProperty name="height" value="0.05" units="cm"/>
    </inkml:brush>
  </inkml:definitions>
  <inkml:trace contextRef="#ctx0" brushRef="#br0">81 1156 4608 0 0,'-5'-5'1553'0'0,"1"0"1"0"0,-1-1-1 0 0,1 0 1 0 0,-4-7-1 0 0,-9-25 2574 0 0,12 18-2733 0 0,-5-42-1 0 0,4 25-300 0 0,-3-47 387 0 0,1-133 0 0 0,9 149-1312 0 0,3 0 1 0 0,17-93-1 0 0,-12 119-145 0 0,1 2 0 0 0,2-1-1 0 0,2 2 1 0 0,2 0 0 0 0,22-41-1 0 0,-34 71 207 0 0,1 1 1 0 0,1 0-1 0 0,-1 0 0 0 0,1 1 0 0 0,13-13 0 0 0,-16 17-217 0 0,0 1-1 0 0,0-1 1 0 0,0 1 0 0 0,0 0-1 0 0,0 0 1 0 0,1 1-1 0 0,-1-1 1 0 0,1 0 0 0 0,-1 1-1 0 0,1 0 1 0 0,-1 0 0 0 0,1 0-1 0 0,0 1 1 0 0,0-1-1 0 0,-1 1 1 0 0,1 0 0 0 0,6 0-1 0 0,-6 0-11 0 0,0 1 0 0 0,0-1 0 0 0,0 1 0 0 0,0 0 0 0 0,0 1 0 0 0,0-1 0 0 0,0 0 0 0 0,-1 1 0 0 0,1 0 0 0 0,0 0 0 0 0,-1 0 0 0 0,0 1 0 0 0,4 2 0 0 0,-2 0 0 0 0,-1 0 0 0 0,0 0 0 0 0,0 0 0 0 0,0 1 0 0 0,-1 0 0 0 0,1-1 0 0 0,3 11 0 0 0,8 19-17 0 0,0 1 0 0 0,-3 0 1 0 0,-1 1-1 0 0,-1 1 0 0 0,-3-1 0 0 0,-1 1 0 0 0,-1 0 0 0 0,-2 72 0 0 0,-22 97 150 0 0,12-165 52 0 0,-2 0 0 0 0,-25 73 0 0 0,16-61 167 0 0,13-36-159 0 0,-1-2 0 0 0,0 1 0 0 0,-1-1 0 0 0,-1 0 0 0 0,-18 30 0 0 0,20-38-166 0 0,-1-1 1 0 0,1 1 0 0 0,-1-1-1 0 0,0 0 1 0 0,-1-1 0 0 0,1 0-1 0 0,-1 0 1 0 0,-14 7 0 0 0,19-11-18 0 0,0-1 1 0 0,1 0 0 0 0,-2 0 0 0 0,1 0-1 0 0,0 0 1 0 0,0 0 0 0 0,0-1 0 0 0,0 1 0 0 0,0-1-1 0 0,-1 0 1 0 0,1 0 0 0 0,0 0 0 0 0,0 0-1 0 0,0-1 1 0 0,0 0 0 0 0,-1 1 0 0 0,1-1-1 0 0,0 0 1 0 0,0 0 0 0 0,0-1 0 0 0,1 1-1 0 0,-1 0 1 0 0,0-1 0 0 0,0 0 0 0 0,1 0-1 0 0,-1 0 1 0 0,1 0 0 0 0,-1 0 0 0 0,-2-4-1 0 0,1 2-145 0 0,0-1 0 0 0,0 1 0 0 0,1-1 0 0 0,0 0 0 0 0,0 1 0 0 0,0-2 0 0 0,0 1 0 0 0,1 0 0 0 0,0 0 0 0 0,0-1 0 0 0,0 1 0 0 0,-1-9 0 0 0,3 8-411 0 0,-1 0-1 0 0,1 0 0 0 0,0 0 0 0 0,1 0 1 0 0,-1 0-1 0 0,1 0 0 0 0,3-9 0 0 0,3-11-1277 0 0</inkml:trace>
</inkml:ink>
</file>

<file path=ppt/ink/ink1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1-26T10:09:50.089"/>
    </inkml:context>
    <inkml:brush xml:id="br0">
      <inkml:brushProperty name="width" value="0.05" units="cm"/>
      <inkml:brushProperty name="height" value="0.05" units="cm"/>
    </inkml:brush>
  </inkml:definitions>
  <inkml:trace contextRef="#ctx0" brushRef="#br0">48 0 14280 0 0,'-9'20'654'0'0,"9"-20"-625"0"0,0 0 0 0 0,0 1 0 0 0,-1-1 0 0 0,1 0 0 0 0,0 1 0 0 0,-1-1 0 0 0,1 0 1 0 0,0 1-1 0 0,-1-1 0 0 0,1 0 0 0 0,-1 1 0 0 0,1-1 0 0 0,0 0 0 0 0,-1 0 0 0 0,1 0 0 0 0,-1 1 0 0 0,1-1 0 0 0,-1 0 0 0 0,1 0 0 0 0,0 0 0 0 0,-1 0 0 0 0,1 0 0 0 0,-1 0 0 0 0,1 0 0 0 0,-1 0 0 0 0,0 0 0 0 0,0 0 77 0 0,0 0-1 0 0,0 0 1 0 0,0 0-1 0 0,0 0 1 0 0,0 1-1 0 0,0-1 1 0 0,1 0-1 0 0,-1 0 1 0 0,0 1-1 0 0,0-1 1 0 0,0 1-1 0 0,0-1 1 0 0,0 0-1 0 0,1 1 1 0 0,-1 0-1 0 0,-1 0 0 0 0,-10 8 7814 0 0</inkml:trace>
</inkml:ink>
</file>

<file path=ppt/ink/ink1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1-26T10:09:50.443"/>
    </inkml:context>
    <inkml:brush xml:id="br0">
      <inkml:brushProperty name="width" value="0.05" units="cm"/>
      <inkml:brushProperty name="height" value="0.05" units="cm"/>
    </inkml:brush>
  </inkml:definitions>
  <inkml:trace contextRef="#ctx0" brushRef="#br0">101 1 14568 0 0,'0'0'2190'0'0,"0"11"-821"0"0,-1 75 1888 0 0,1 74-714 0 0,0-124-1792 0 0,-7 62-1 0 0,2-45-203 0 0,-13 76 777 0 0,1-21-1335 0 0,-9 59-1066 0 0,17-117 407 0 0,0-11-1533 0 0,1-22 936 0 0</inkml:trace>
</inkml:ink>
</file>

<file path=ppt/ink/ink1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1-26T10:09:50.835"/>
    </inkml:context>
    <inkml:brush xml:id="br0">
      <inkml:brushProperty name="width" value="0.05" units="cm"/>
      <inkml:brushProperty name="height" value="0.05" units="cm"/>
    </inkml:brush>
  </inkml:definitions>
  <inkml:trace contextRef="#ctx0" brushRef="#br0">254 1 9216 0 0,'0'0'706'0'0,"-3"16"681"0"0,-6 33 3314 0 0,2-24-3270 0 0,-10 50 0 0 0,6-18-366 0 0,-65 348 3695 0 0,62-323-4314 0 0,2 67 158 0 0,6-54-337 0 0,-1 35-15 0 0,7-107-72 0 0,1 0-1 0 0,0-1 0 0 0,10 39 0 0 0,-10-56-158 0 0,1 0-1 0 0,-1 0 1 0 0,1 0-1 0 0,1 0 1 0 0,-1 0-1 0 0,1-1 1 0 0,4 7-1 0 0,-7-10-19 0 0,1 0-1 0 0,0 0 1 0 0,0 0-1 0 0,-1-1 1 0 0,1 1-1 0 0,0 0 1 0 0,0 0-1 0 0,0 0 1 0 0,0-1-1 0 0,0 1 1 0 0,0 0-1 0 0,0-1 1 0 0,0 1-1 0 0,0-1 1 0 0,1 0-1 0 0,-1 1 1 0 0,0-1-1 0 0,0 0 1 0 0,0 1-1 0 0,1-1 1 0 0,-1 0-1 0 0,0 0 1 0 0,0 0-1 0 0,0 0 1 0 0,1 0 0 0 0,-1-1-1 0 0,0 1 1 0 0,0 0-1 0 0,0 0 1 0 0,1-1-1 0 0,-1 1 1 0 0,0-1-1 0 0,0 1 1 0 0,0-1-1 0 0,0 1 1 0 0,0-1-1 0 0,0 0 1 0 0,1 0-1 0 0,12-11 10 0 0,0 0 0 0 0,-1-1 0 0 0,-1 0 0 0 0,0-1 0 0 0,11-16 0 0 0,46-81 107 0 0,-50 78-85 0 0,-9 16 41 0 0,-2 1-1 0 0,8-20 0 0 0,-14 31-70 0 0,0-1 0 0 0,0 1-1 0 0,-1-1 1 0 0,1 0 0 0 0,-2 0 0 0 0,1 1 0 0 0,-1-1 0 0 0,1 0 0 0 0,-2 0-1 0 0,1 0 1 0 0,-2-6 0 0 0,1 9-1 0 0,0 1 0 0 0,0-1-1 0 0,0 1 1 0 0,-1 0 0 0 0,1 0-1 0 0,-1 0 1 0 0,1 0 0 0 0,-1 0-1 0 0,0 0 1 0 0,0 0 0 0 0,0 0-1 0 0,0 1 1 0 0,0-1 0 0 0,0 1 0 0 0,0-1-1 0 0,-1 1 1 0 0,1 0 0 0 0,0 0-1 0 0,-1 0 1 0 0,1 0 0 0 0,-1 1-1 0 0,1-1 1 0 0,-5 0 0 0 0,-5-1 65 0 0,-1 0 0 0 0,0 0 0 0 0,-17 1 0 0 0,9 3-24 0 0,0 0-1 0 0,1 2 0 0 0,-1 0 0 0 0,1 1 0 0 0,0 1 0 0 0,0 1 1 0 0,-22 10-1 0 0,-4-2-812 0 0,28-10-1371 0 0,0 0-6995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A7DBB4E-CC98-423C-8C83-87F222CA0EAC}" type="datetimeFigureOut">
              <a:rPr lang="en-IE" smtClean="0"/>
              <a:t>05/02/2026</a:t>
            </a:fld>
            <a:endParaRPr lang="en-I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7D96039-B58E-4245-AD10-451581173CF5}" type="slidenum">
              <a:rPr lang="en-IE" smtClean="0"/>
              <a:t>‹#›</a:t>
            </a:fld>
            <a:endParaRPr lang="en-IE"/>
          </a:p>
        </p:txBody>
      </p:sp>
    </p:spTree>
    <p:extLst>
      <p:ext uri="{BB962C8B-B14F-4D97-AF65-F5344CB8AC3E}">
        <p14:creationId xmlns:p14="http://schemas.microsoft.com/office/powerpoint/2010/main" val="2275051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en.wikipedia.org/wiki/Electro-mechanical" TargetMode="External"/><Relationship Id="rId2" Type="http://schemas.openxmlformats.org/officeDocument/2006/relationships/slide" Target="../slides/slide22.xml"/><Relationship Id="rId1" Type="http://schemas.openxmlformats.org/officeDocument/2006/relationships/notesMaster" Target="../notesMasters/notesMaster1.xml"/><Relationship Id="rId5" Type="http://schemas.openxmlformats.org/officeDocument/2006/relationships/hyperlink" Target="https://en.wikipedia.org/wiki/Transducer" TargetMode="External"/><Relationship Id="rId4" Type="http://schemas.openxmlformats.org/officeDocument/2006/relationships/hyperlink" Target="https://en.wikipedia.org/wiki/Angle" TargetMode="Externa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fld id="{37D96039-B58E-4245-AD10-451581173CF5}" type="slidenum">
              <a:rPr lang="en-IE" smtClean="0"/>
              <a:t>3</a:t>
            </a:fld>
            <a:endParaRPr lang="en-IE"/>
          </a:p>
        </p:txBody>
      </p:sp>
    </p:spTree>
    <p:extLst>
      <p:ext uri="{BB962C8B-B14F-4D97-AF65-F5344CB8AC3E}">
        <p14:creationId xmlns:p14="http://schemas.microsoft.com/office/powerpoint/2010/main" val="9624721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fld id="{37D96039-B58E-4245-AD10-451581173CF5}" type="slidenum">
              <a:rPr lang="en-IE" smtClean="0"/>
              <a:t>4</a:t>
            </a:fld>
            <a:endParaRPr lang="en-IE"/>
          </a:p>
        </p:txBody>
      </p:sp>
    </p:spTree>
    <p:extLst>
      <p:ext uri="{BB962C8B-B14F-4D97-AF65-F5344CB8AC3E}">
        <p14:creationId xmlns:p14="http://schemas.microsoft.com/office/powerpoint/2010/main" val="5883466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1. It’s estimated the less than 10% of the data generated by IoT devices is fully utilized.</a:t>
            </a:r>
            <a:r>
              <a:rPr lang="en-GB" dirty="0"/>
              <a:t> </a:t>
            </a:r>
            <a:br>
              <a:rPr lang="en-GB" dirty="0"/>
            </a:br>
            <a:r>
              <a:rPr lang="en-GB" dirty="0"/>
              <a:t>Yes. Example: Temp monitoring. Video monitoring in guards:</a:t>
            </a:r>
            <a:br>
              <a:rPr lang="en-GB" dirty="0"/>
            </a:br>
            <a:br>
              <a:rPr lang="en-GB" dirty="0"/>
            </a:br>
            <a:r>
              <a:rPr lang="en-GB" dirty="0"/>
              <a:t>While IoT generates </a:t>
            </a:r>
            <a:r>
              <a:rPr lang="en-GB" b="1" dirty="0"/>
              <a:t>vast amounts of data</a:t>
            </a:r>
            <a:r>
              <a:rPr lang="en-GB" dirty="0"/>
              <a:t>, we currently utilize </a:t>
            </a:r>
            <a:r>
              <a:rPr lang="en-GB" b="1" dirty="0"/>
              <a:t>less than 10%</a:t>
            </a:r>
            <a:r>
              <a:rPr lang="en-GB" dirty="0"/>
              <a:t> effectively, with most of it processed for immediate actions and discarded. Advances in edge computing, AI, and data integration are expected to improve utilization rates, enabling us to unlock the full potential of IoT-generated data.</a:t>
            </a:r>
            <a:br>
              <a:rPr lang="en-GB" dirty="0"/>
            </a:br>
            <a:r>
              <a:rPr lang="en-GB" dirty="0"/>
              <a:t>Examples: Smart Cities – Traffic cameras</a:t>
            </a:r>
            <a:br>
              <a:rPr lang="en-GB" dirty="0"/>
            </a:br>
            <a:br>
              <a:rPr lang="en-GB" dirty="0"/>
            </a:br>
            <a:br>
              <a:rPr lang="en-GB" dirty="0"/>
            </a:br>
            <a:endParaRPr lang="en-IE" dirty="0"/>
          </a:p>
        </p:txBody>
      </p:sp>
      <p:sp>
        <p:nvSpPr>
          <p:cNvPr id="4" name="Slide Number Placeholder 3"/>
          <p:cNvSpPr>
            <a:spLocks noGrp="1"/>
          </p:cNvSpPr>
          <p:nvPr>
            <p:ph type="sldNum" sz="quarter" idx="5"/>
          </p:nvPr>
        </p:nvSpPr>
        <p:spPr/>
        <p:txBody>
          <a:bodyPr/>
          <a:lstStyle/>
          <a:p>
            <a:fld id="{C15924CE-877B-44A1-A7AC-FBCC551592E0}" type="slidenum">
              <a:rPr lang="en-IE" smtClean="0"/>
              <a:t>7</a:t>
            </a:fld>
            <a:endParaRPr lang="en-IE"/>
          </a:p>
        </p:txBody>
      </p:sp>
    </p:spTree>
    <p:extLst>
      <p:ext uri="{BB962C8B-B14F-4D97-AF65-F5344CB8AC3E}">
        <p14:creationId xmlns:p14="http://schemas.microsoft.com/office/powerpoint/2010/main" val="19293933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fld id="{37D96039-B58E-4245-AD10-451581173CF5}" type="slidenum">
              <a:rPr lang="en-IE" smtClean="0"/>
              <a:t>8</a:t>
            </a:fld>
            <a:endParaRPr lang="en-IE"/>
          </a:p>
        </p:txBody>
      </p:sp>
    </p:spTree>
    <p:extLst>
      <p:ext uri="{BB962C8B-B14F-4D97-AF65-F5344CB8AC3E}">
        <p14:creationId xmlns:p14="http://schemas.microsoft.com/office/powerpoint/2010/main" val="30588160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dirty="0">
                <a:solidFill>
                  <a:srgbClr val="202122"/>
                </a:solidFill>
                <a:effectLst/>
                <a:latin typeface="Arial" panose="020B0604020202020204" pitchFamily="34" charset="0"/>
              </a:rPr>
              <a:t>A </a:t>
            </a:r>
            <a:r>
              <a:rPr lang="en-GB" b="1" i="0" dirty="0">
                <a:solidFill>
                  <a:srgbClr val="202122"/>
                </a:solidFill>
                <a:effectLst/>
                <a:latin typeface="Arial" panose="020B0604020202020204" pitchFamily="34" charset="0"/>
              </a:rPr>
              <a:t>rotary encoder</a:t>
            </a:r>
            <a:r>
              <a:rPr lang="en-GB" b="0" i="0" dirty="0">
                <a:solidFill>
                  <a:srgbClr val="202122"/>
                </a:solidFill>
                <a:effectLst/>
                <a:latin typeface="Arial" panose="020B0604020202020204" pitchFamily="34" charset="0"/>
              </a:rPr>
              <a:t>, also called a </a:t>
            </a:r>
            <a:r>
              <a:rPr lang="en-GB" b="1" i="0" dirty="0">
                <a:solidFill>
                  <a:srgbClr val="202122"/>
                </a:solidFill>
                <a:effectLst/>
                <a:latin typeface="Arial" panose="020B0604020202020204" pitchFamily="34" charset="0"/>
              </a:rPr>
              <a:t>shaft encoder</a:t>
            </a:r>
            <a:r>
              <a:rPr lang="en-GB" b="0" i="0" dirty="0">
                <a:solidFill>
                  <a:srgbClr val="202122"/>
                </a:solidFill>
                <a:effectLst/>
                <a:latin typeface="Arial" panose="020B0604020202020204" pitchFamily="34" charset="0"/>
              </a:rPr>
              <a:t>, is an </a:t>
            </a:r>
            <a:r>
              <a:rPr lang="en-GB" b="0" i="0" u="none" strike="noStrike" dirty="0">
                <a:solidFill>
                  <a:srgbClr val="0645AD"/>
                </a:solidFill>
                <a:effectLst/>
                <a:latin typeface="Arial" panose="020B0604020202020204" pitchFamily="34" charset="0"/>
                <a:hlinkClick r:id="rId3" tooltip="Electro-mechanical"/>
              </a:rPr>
              <a:t>electro-mechanical</a:t>
            </a:r>
            <a:r>
              <a:rPr lang="en-GB" b="0" i="0" dirty="0">
                <a:solidFill>
                  <a:srgbClr val="202122"/>
                </a:solidFill>
                <a:effectLst/>
                <a:latin typeface="Arial" panose="020B0604020202020204" pitchFamily="34" charset="0"/>
              </a:rPr>
              <a:t> device that converts the </a:t>
            </a:r>
            <a:r>
              <a:rPr lang="en-GB" b="0" i="0" u="none" strike="noStrike" dirty="0">
                <a:solidFill>
                  <a:srgbClr val="0645AD"/>
                </a:solidFill>
                <a:effectLst/>
                <a:latin typeface="Arial" panose="020B0604020202020204" pitchFamily="34" charset="0"/>
                <a:hlinkClick r:id="rId4" tooltip="Angle"/>
              </a:rPr>
              <a:t>angular</a:t>
            </a:r>
            <a:r>
              <a:rPr lang="en-GB" b="0" i="0" dirty="0">
                <a:solidFill>
                  <a:srgbClr val="202122"/>
                </a:solidFill>
                <a:effectLst/>
                <a:latin typeface="Arial" panose="020B0604020202020204" pitchFamily="34" charset="0"/>
              </a:rPr>
              <a:t> position or motion of a shaft or axle to </a:t>
            </a:r>
            <a:r>
              <a:rPr lang="en-GB" b="0" i="0" dirty="0" err="1">
                <a:solidFill>
                  <a:srgbClr val="202122"/>
                </a:solidFill>
                <a:effectLst/>
                <a:latin typeface="Arial" panose="020B0604020202020204" pitchFamily="34" charset="0"/>
              </a:rPr>
              <a:t>analog</a:t>
            </a:r>
            <a:r>
              <a:rPr lang="en-GB" b="0" i="0" dirty="0">
                <a:solidFill>
                  <a:srgbClr val="202122"/>
                </a:solidFill>
                <a:effectLst/>
                <a:latin typeface="Arial" panose="020B0604020202020204" pitchFamily="34" charset="0"/>
              </a:rPr>
              <a:t> or digital output signals.</a:t>
            </a:r>
            <a:endParaRPr lang="en-IE" dirty="0"/>
          </a:p>
          <a:p>
            <a:r>
              <a:rPr lang="en-IE" dirty="0" err="1"/>
              <a:t>Incremenntal</a:t>
            </a:r>
            <a:r>
              <a:rPr lang="en-IE" dirty="0"/>
              <a:t> Encoders, absolute encoders</a:t>
            </a:r>
          </a:p>
          <a:p>
            <a:r>
              <a:rPr lang="en-GB" b="0" i="0" dirty="0">
                <a:solidFill>
                  <a:srgbClr val="202122"/>
                </a:solidFill>
                <a:effectLst/>
                <a:latin typeface="Arial" panose="020B0604020202020204" pitchFamily="34" charset="0"/>
              </a:rPr>
              <a:t>he output of an absolute encoder indicates the current shaft position, making it an </a:t>
            </a:r>
            <a:r>
              <a:rPr lang="en-GB" b="0" i="0" u="none" strike="noStrike" dirty="0">
                <a:solidFill>
                  <a:srgbClr val="0645AD"/>
                </a:solidFill>
                <a:effectLst/>
                <a:latin typeface="Arial" panose="020B0604020202020204" pitchFamily="34" charset="0"/>
                <a:hlinkClick r:id="rId5" tooltip="Transducer"/>
              </a:rPr>
              <a:t>angle transducer</a:t>
            </a:r>
            <a:r>
              <a:rPr lang="en-GB" b="0" i="0" dirty="0">
                <a:solidFill>
                  <a:srgbClr val="202122"/>
                </a:solidFill>
                <a:effectLst/>
                <a:latin typeface="Arial" panose="020B0604020202020204" pitchFamily="34" charset="0"/>
              </a:rPr>
              <a:t>. The output of an incremental encoder provides information about the </a:t>
            </a:r>
            <a:r>
              <a:rPr lang="en-GB" b="0" i="1" dirty="0">
                <a:solidFill>
                  <a:srgbClr val="202122"/>
                </a:solidFill>
                <a:effectLst/>
                <a:latin typeface="Arial" panose="020B0604020202020204" pitchFamily="34" charset="0"/>
              </a:rPr>
              <a:t>motion</a:t>
            </a:r>
            <a:r>
              <a:rPr lang="en-GB" b="0" i="0" dirty="0">
                <a:solidFill>
                  <a:srgbClr val="202122"/>
                </a:solidFill>
                <a:effectLst/>
                <a:latin typeface="Arial" panose="020B0604020202020204" pitchFamily="34" charset="0"/>
              </a:rPr>
              <a:t> of the shaft, which typically is processed elsewhere into information such as position, speed and distance.</a:t>
            </a:r>
            <a:endParaRPr lang="en-IE" dirty="0"/>
          </a:p>
        </p:txBody>
      </p:sp>
      <p:sp>
        <p:nvSpPr>
          <p:cNvPr id="4" name="Slide Number Placeholder 3"/>
          <p:cNvSpPr>
            <a:spLocks noGrp="1"/>
          </p:cNvSpPr>
          <p:nvPr>
            <p:ph type="sldNum" sz="quarter" idx="5"/>
          </p:nvPr>
        </p:nvSpPr>
        <p:spPr/>
        <p:txBody>
          <a:bodyPr/>
          <a:lstStyle/>
          <a:p>
            <a:fld id="{37D96039-B58E-4245-AD10-451581173CF5}" type="slidenum">
              <a:rPr lang="en-IE" smtClean="0"/>
              <a:t>22</a:t>
            </a:fld>
            <a:endParaRPr lang="en-IE"/>
          </a:p>
        </p:txBody>
      </p:sp>
    </p:spTree>
    <p:extLst>
      <p:ext uri="{BB962C8B-B14F-4D97-AF65-F5344CB8AC3E}">
        <p14:creationId xmlns:p14="http://schemas.microsoft.com/office/powerpoint/2010/main" val="40991912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BA5F79-B68B-4E83-82E9-D71652FE36D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E"/>
          </a:p>
        </p:txBody>
      </p:sp>
      <p:sp>
        <p:nvSpPr>
          <p:cNvPr id="3" name="Subtitle 2">
            <a:extLst>
              <a:ext uri="{FF2B5EF4-FFF2-40B4-BE49-F238E27FC236}">
                <a16:creationId xmlns:a16="http://schemas.microsoft.com/office/drawing/2014/main" id="{679924F5-A43B-4832-B687-D1146F7E500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E"/>
          </a:p>
        </p:txBody>
      </p:sp>
      <p:sp>
        <p:nvSpPr>
          <p:cNvPr id="4" name="Date Placeholder 3">
            <a:extLst>
              <a:ext uri="{FF2B5EF4-FFF2-40B4-BE49-F238E27FC236}">
                <a16:creationId xmlns:a16="http://schemas.microsoft.com/office/drawing/2014/main" id="{2AC11FCA-78CE-4AE4-AF85-AF1A164B10E7}"/>
              </a:ext>
            </a:extLst>
          </p:cNvPr>
          <p:cNvSpPr>
            <a:spLocks noGrp="1"/>
          </p:cNvSpPr>
          <p:nvPr>
            <p:ph type="dt" sz="half" idx="10"/>
          </p:nvPr>
        </p:nvSpPr>
        <p:spPr/>
        <p:txBody>
          <a:bodyPr/>
          <a:lstStyle/>
          <a:p>
            <a:fld id="{3547C248-46B6-442F-8B23-BD9B68412B13}" type="datetimeFigureOut">
              <a:rPr lang="en-IE" smtClean="0"/>
              <a:t>05/02/2026</a:t>
            </a:fld>
            <a:endParaRPr lang="en-IE"/>
          </a:p>
        </p:txBody>
      </p:sp>
      <p:sp>
        <p:nvSpPr>
          <p:cNvPr id="5" name="Footer Placeholder 4">
            <a:extLst>
              <a:ext uri="{FF2B5EF4-FFF2-40B4-BE49-F238E27FC236}">
                <a16:creationId xmlns:a16="http://schemas.microsoft.com/office/drawing/2014/main" id="{72CCDADC-F590-408E-9F91-EA53ADBEBEB1}"/>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36029E00-449F-4C24-AADC-55737DB55BEC}"/>
              </a:ext>
            </a:extLst>
          </p:cNvPr>
          <p:cNvSpPr>
            <a:spLocks noGrp="1"/>
          </p:cNvSpPr>
          <p:nvPr>
            <p:ph type="sldNum" sz="quarter" idx="12"/>
          </p:nvPr>
        </p:nvSpPr>
        <p:spPr/>
        <p:txBody>
          <a:bodyPr/>
          <a:lstStyle/>
          <a:p>
            <a:fld id="{EEB5B041-799A-4B95-AA0E-06CB9507A175}" type="slidenum">
              <a:rPr lang="en-IE" smtClean="0"/>
              <a:t>‹#›</a:t>
            </a:fld>
            <a:endParaRPr lang="en-IE"/>
          </a:p>
        </p:txBody>
      </p:sp>
    </p:spTree>
    <p:extLst>
      <p:ext uri="{BB962C8B-B14F-4D97-AF65-F5344CB8AC3E}">
        <p14:creationId xmlns:p14="http://schemas.microsoft.com/office/powerpoint/2010/main" val="33066242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579053-4688-4F09-A8B1-98CDC4428DE6}"/>
              </a:ext>
            </a:extLst>
          </p:cNvPr>
          <p:cNvSpPr>
            <a:spLocks noGrp="1"/>
          </p:cNvSpPr>
          <p:nvPr>
            <p:ph type="title"/>
          </p:nvPr>
        </p:nvSpPr>
        <p:spPr/>
        <p:txBody>
          <a:bodyPr/>
          <a:lstStyle/>
          <a:p>
            <a:r>
              <a:rPr lang="en-US"/>
              <a:t>Click to edit Master title style</a:t>
            </a:r>
            <a:endParaRPr lang="en-IE"/>
          </a:p>
        </p:txBody>
      </p:sp>
      <p:sp>
        <p:nvSpPr>
          <p:cNvPr id="3" name="Content Placeholder 2">
            <a:extLst>
              <a:ext uri="{FF2B5EF4-FFF2-40B4-BE49-F238E27FC236}">
                <a16:creationId xmlns:a16="http://schemas.microsoft.com/office/drawing/2014/main" id="{CBA100AF-79A8-4E1E-B185-BC6498A8DBA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19473D82-53CD-4DC2-9A22-CCA866B5BF57}"/>
              </a:ext>
            </a:extLst>
          </p:cNvPr>
          <p:cNvSpPr>
            <a:spLocks noGrp="1"/>
          </p:cNvSpPr>
          <p:nvPr>
            <p:ph type="dt" sz="half" idx="10"/>
          </p:nvPr>
        </p:nvSpPr>
        <p:spPr/>
        <p:txBody>
          <a:bodyPr/>
          <a:lstStyle/>
          <a:p>
            <a:fld id="{3547C248-46B6-442F-8B23-BD9B68412B13}" type="datetimeFigureOut">
              <a:rPr lang="en-IE" smtClean="0"/>
              <a:t>05/02/2026</a:t>
            </a:fld>
            <a:endParaRPr lang="en-IE"/>
          </a:p>
        </p:txBody>
      </p:sp>
      <p:sp>
        <p:nvSpPr>
          <p:cNvPr id="5" name="Footer Placeholder 4">
            <a:extLst>
              <a:ext uri="{FF2B5EF4-FFF2-40B4-BE49-F238E27FC236}">
                <a16:creationId xmlns:a16="http://schemas.microsoft.com/office/drawing/2014/main" id="{5A6A5E03-BBC5-42BA-8C20-FBFFCE8E8CE1}"/>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2C58E7C8-FBDC-4965-AAA7-916CB4EDA6C4}"/>
              </a:ext>
            </a:extLst>
          </p:cNvPr>
          <p:cNvSpPr>
            <a:spLocks noGrp="1"/>
          </p:cNvSpPr>
          <p:nvPr>
            <p:ph type="sldNum" sz="quarter" idx="12"/>
          </p:nvPr>
        </p:nvSpPr>
        <p:spPr/>
        <p:txBody>
          <a:bodyPr/>
          <a:lstStyle/>
          <a:p>
            <a:fld id="{EEB5B041-799A-4B95-AA0E-06CB9507A175}" type="slidenum">
              <a:rPr lang="en-IE" smtClean="0"/>
              <a:t>‹#›</a:t>
            </a:fld>
            <a:endParaRPr lang="en-IE"/>
          </a:p>
        </p:txBody>
      </p:sp>
    </p:spTree>
    <p:extLst>
      <p:ext uri="{BB962C8B-B14F-4D97-AF65-F5344CB8AC3E}">
        <p14:creationId xmlns:p14="http://schemas.microsoft.com/office/powerpoint/2010/main" val="34846400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21029-BB61-4BF7-A5B7-C5A5BEA853A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E"/>
          </a:p>
        </p:txBody>
      </p:sp>
      <p:sp>
        <p:nvSpPr>
          <p:cNvPr id="3" name="Text Placeholder 2">
            <a:extLst>
              <a:ext uri="{FF2B5EF4-FFF2-40B4-BE49-F238E27FC236}">
                <a16:creationId xmlns:a16="http://schemas.microsoft.com/office/drawing/2014/main" id="{705D9CE4-8DE3-42A6-881D-47CBCFAC68A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B03C000-2CE1-45A1-9E98-5B5389E414CF}"/>
              </a:ext>
            </a:extLst>
          </p:cNvPr>
          <p:cNvSpPr>
            <a:spLocks noGrp="1"/>
          </p:cNvSpPr>
          <p:nvPr>
            <p:ph type="dt" sz="half" idx="10"/>
          </p:nvPr>
        </p:nvSpPr>
        <p:spPr/>
        <p:txBody>
          <a:bodyPr/>
          <a:lstStyle/>
          <a:p>
            <a:fld id="{3547C248-46B6-442F-8B23-BD9B68412B13}" type="datetimeFigureOut">
              <a:rPr lang="en-IE" smtClean="0"/>
              <a:t>05/02/2026</a:t>
            </a:fld>
            <a:endParaRPr lang="en-IE"/>
          </a:p>
        </p:txBody>
      </p:sp>
      <p:sp>
        <p:nvSpPr>
          <p:cNvPr id="5" name="Footer Placeholder 4">
            <a:extLst>
              <a:ext uri="{FF2B5EF4-FFF2-40B4-BE49-F238E27FC236}">
                <a16:creationId xmlns:a16="http://schemas.microsoft.com/office/drawing/2014/main" id="{F0B3B243-D38D-4D97-9F4D-42729B7387C8}"/>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B5D12770-7291-4479-8CB4-76B60AFE2407}"/>
              </a:ext>
            </a:extLst>
          </p:cNvPr>
          <p:cNvSpPr>
            <a:spLocks noGrp="1"/>
          </p:cNvSpPr>
          <p:nvPr>
            <p:ph type="sldNum" sz="quarter" idx="12"/>
          </p:nvPr>
        </p:nvSpPr>
        <p:spPr/>
        <p:txBody>
          <a:bodyPr/>
          <a:lstStyle/>
          <a:p>
            <a:fld id="{EEB5B041-799A-4B95-AA0E-06CB9507A175}" type="slidenum">
              <a:rPr lang="en-IE" smtClean="0"/>
              <a:t>‹#›</a:t>
            </a:fld>
            <a:endParaRPr lang="en-IE"/>
          </a:p>
        </p:txBody>
      </p:sp>
    </p:spTree>
    <p:extLst>
      <p:ext uri="{BB962C8B-B14F-4D97-AF65-F5344CB8AC3E}">
        <p14:creationId xmlns:p14="http://schemas.microsoft.com/office/powerpoint/2010/main" val="16678088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5B3DC7-2329-406F-9026-8DB690DD9B78}"/>
              </a:ext>
            </a:extLst>
          </p:cNvPr>
          <p:cNvSpPr>
            <a:spLocks noGrp="1"/>
          </p:cNvSpPr>
          <p:nvPr>
            <p:ph type="title"/>
          </p:nvPr>
        </p:nvSpPr>
        <p:spPr/>
        <p:txBody>
          <a:bodyPr/>
          <a:lstStyle/>
          <a:p>
            <a:r>
              <a:rPr lang="en-US"/>
              <a:t>Click to edit Master title style</a:t>
            </a:r>
            <a:endParaRPr lang="en-IE"/>
          </a:p>
        </p:txBody>
      </p:sp>
      <p:sp>
        <p:nvSpPr>
          <p:cNvPr id="3" name="Content Placeholder 2">
            <a:extLst>
              <a:ext uri="{FF2B5EF4-FFF2-40B4-BE49-F238E27FC236}">
                <a16:creationId xmlns:a16="http://schemas.microsoft.com/office/drawing/2014/main" id="{2C240CD1-3315-4D85-B0B1-2E92C08F23A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Content Placeholder 3">
            <a:extLst>
              <a:ext uri="{FF2B5EF4-FFF2-40B4-BE49-F238E27FC236}">
                <a16:creationId xmlns:a16="http://schemas.microsoft.com/office/drawing/2014/main" id="{AA5C35B3-D271-4441-A554-AF49868CE4E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5" name="Date Placeholder 4">
            <a:extLst>
              <a:ext uri="{FF2B5EF4-FFF2-40B4-BE49-F238E27FC236}">
                <a16:creationId xmlns:a16="http://schemas.microsoft.com/office/drawing/2014/main" id="{AA8C19E2-05CA-4768-A157-B79064DDE1D8}"/>
              </a:ext>
            </a:extLst>
          </p:cNvPr>
          <p:cNvSpPr>
            <a:spLocks noGrp="1"/>
          </p:cNvSpPr>
          <p:nvPr>
            <p:ph type="dt" sz="half" idx="10"/>
          </p:nvPr>
        </p:nvSpPr>
        <p:spPr/>
        <p:txBody>
          <a:bodyPr/>
          <a:lstStyle/>
          <a:p>
            <a:fld id="{3547C248-46B6-442F-8B23-BD9B68412B13}" type="datetimeFigureOut">
              <a:rPr lang="en-IE" smtClean="0"/>
              <a:t>05/02/2026</a:t>
            </a:fld>
            <a:endParaRPr lang="en-IE"/>
          </a:p>
        </p:txBody>
      </p:sp>
      <p:sp>
        <p:nvSpPr>
          <p:cNvPr id="6" name="Footer Placeholder 5">
            <a:extLst>
              <a:ext uri="{FF2B5EF4-FFF2-40B4-BE49-F238E27FC236}">
                <a16:creationId xmlns:a16="http://schemas.microsoft.com/office/drawing/2014/main" id="{BD8969BA-E687-42DC-B55A-7BF8686D61CA}"/>
              </a:ext>
            </a:extLst>
          </p:cNvPr>
          <p:cNvSpPr>
            <a:spLocks noGrp="1"/>
          </p:cNvSpPr>
          <p:nvPr>
            <p:ph type="ftr" sz="quarter" idx="11"/>
          </p:nvPr>
        </p:nvSpPr>
        <p:spPr/>
        <p:txBody>
          <a:bodyPr/>
          <a:lstStyle/>
          <a:p>
            <a:endParaRPr lang="en-IE"/>
          </a:p>
        </p:txBody>
      </p:sp>
      <p:sp>
        <p:nvSpPr>
          <p:cNvPr id="7" name="Slide Number Placeholder 6">
            <a:extLst>
              <a:ext uri="{FF2B5EF4-FFF2-40B4-BE49-F238E27FC236}">
                <a16:creationId xmlns:a16="http://schemas.microsoft.com/office/drawing/2014/main" id="{2A97E937-797C-478B-A3D5-466E07E2D7B1}"/>
              </a:ext>
            </a:extLst>
          </p:cNvPr>
          <p:cNvSpPr>
            <a:spLocks noGrp="1"/>
          </p:cNvSpPr>
          <p:nvPr>
            <p:ph type="sldNum" sz="quarter" idx="12"/>
          </p:nvPr>
        </p:nvSpPr>
        <p:spPr/>
        <p:txBody>
          <a:bodyPr/>
          <a:lstStyle/>
          <a:p>
            <a:fld id="{EEB5B041-799A-4B95-AA0E-06CB9507A175}" type="slidenum">
              <a:rPr lang="en-IE" smtClean="0"/>
              <a:t>‹#›</a:t>
            </a:fld>
            <a:endParaRPr lang="en-IE"/>
          </a:p>
        </p:txBody>
      </p:sp>
    </p:spTree>
    <p:extLst>
      <p:ext uri="{BB962C8B-B14F-4D97-AF65-F5344CB8AC3E}">
        <p14:creationId xmlns:p14="http://schemas.microsoft.com/office/powerpoint/2010/main" val="38248203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3B3FC0-6481-4F16-A300-853B1D7DA6E3}"/>
              </a:ext>
            </a:extLst>
          </p:cNvPr>
          <p:cNvSpPr>
            <a:spLocks noGrp="1"/>
          </p:cNvSpPr>
          <p:nvPr>
            <p:ph type="title"/>
          </p:nvPr>
        </p:nvSpPr>
        <p:spPr>
          <a:xfrm>
            <a:off x="839788" y="365125"/>
            <a:ext cx="10515600" cy="1325563"/>
          </a:xfrm>
        </p:spPr>
        <p:txBody>
          <a:bodyPr/>
          <a:lstStyle/>
          <a:p>
            <a:r>
              <a:rPr lang="en-US"/>
              <a:t>Click to edit Master title style</a:t>
            </a:r>
            <a:endParaRPr lang="en-IE"/>
          </a:p>
        </p:txBody>
      </p:sp>
      <p:sp>
        <p:nvSpPr>
          <p:cNvPr id="3" name="Text Placeholder 2">
            <a:extLst>
              <a:ext uri="{FF2B5EF4-FFF2-40B4-BE49-F238E27FC236}">
                <a16:creationId xmlns:a16="http://schemas.microsoft.com/office/drawing/2014/main" id="{9BEA2997-7F81-4A4A-9486-0784964A68E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F19520E-6D56-4056-8265-E70A4764934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5" name="Text Placeholder 4">
            <a:extLst>
              <a:ext uri="{FF2B5EF4-FFF2-40B4-BE49-F238E27FC236}">
                <a16:creationId xmlns:a16="http://schemas.microsoft.com/office/drawing/2014/main" id="{C5980F4E-C04D-498F-8D83-B34B3FE6280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429661A-829F-4A9D-8A47-0C3A48B90D2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7" name="Date Placeholder 6">
            <a:extLst>
              <a:ext uri="{FF2B5EF4-FFF2-40B4-BE49-F238E27FC236}">
                <a16:creationId xmlns:a16="http://schemas.microsoft.com/office/drawing/2014/main" id="{4149C136-BC51-448C-AB5E-FDB29DEFDB56}"/>
              </a:ext>
            </a:extLst>
          </p:cNvPr>
          <p:cNvSpPr>
            <a:spLocks noGrp="1"/>
          </p:cNvSpPr>
          <p:nvPr>
            <p:ph type="dt" sz="half" idx="10"/>
          </p:nvPr>
        </p:nvSpPr>
        <p:spPr/>
        <p:txBody>
          <a:bodyPr/>
          <a:lstStyle/>
          <a:p>
            <a:fld id="{3547C248-46B6-442F-8B23-BD9B68412B13}" type="datetimeFigureOut">
              <a:rPr lang="en-IE" smtClean="0"/>
              <a:t>05/02/2026</a:t>
            </a:fld>
            <a:endParaRPr lang="en-IE"/>
          </a:p>
        </p:txBody>
      </p:sp>
      <p:sp>
        <p:nvSpPr>
          <p:cNvPr id="8" name="Footer Placeholder 7">
            <a:extLst>
              <a:ext uri="{FF2B5EF4-FFF2-40B4-BE49-F238E27FC236}">
                <a16:creationId xmlns:a16="http://schemas.microsoft.com/office/drawing/2014/main" id="{EF6711CA-4BAB-4226-B499-AC308C10FF7F}"/>
              </a:ext>
            </a:extLst>
          </p:cNvPr>
          <p:cNvSpPr>
            <a:spLocks noGrp="1"/>
          </p:cNvSpPr>
          <p:nvPr>
            <p:ph type="ftr" sz="quarter" idx="11"/>
          </p:nvPr>
        </p:nvSpPr>
        <p:spPr/>
        <p:txBody>
          <a:bodyPr/>
          <a:lstStyle/>
          <a:p>
            <a:endParaRPr lang="en-IE"/>
          </a:p>
        </p:txBody>
      </p:sp>
      <p:sp>
        <p:nvSpPr>
          <p:cNvPr id="9" name="Slide Number Placeholder 8">
            <a:extLst>
              <a:ext uri="{FF2B5EF4-FFF2-40B4-BE49-F238E27FC236}">
                <a16:creationId xmlns:a16="http://schemas.microsoft.com/office/drawing/2014/main" id="{569BDF66-8268-4EB5-91C5-0B7DC0B8A357}"/>
              </a:ext>
            </a:extLst>
          </p:cNvPr>
          <p:cNvSpPr>
            <a:spLocks noGrp="1"/>
          </p:cNvSpPr>
          <p:nvPr>
            <p:ph type="sldNum" sz="quarter" idx="12"/>
          </p:nvPr>
        </p:nvSpPr>
        <p:spPr/>
        <p:txBody>
          <a:bodyPr/>
          <a:lstStyle/>
          <a:p>
            <a:fld id="{EEB5B041-799A-4B95-AA0E-06CB9507A175}" type="slidenum">
              <a:rPr lang="en-IE" smtClean="0"/>
              <a:t>‹#›</a:t>
            </a:fld>
            <a:endParaRPr lang="en-IE"/>
          </a:p>
        </p:txBody>
      </p:sp>
    </p:spTree>
    <p:extLst>
      <p:ext uri="{BB962C8B-B14F-4D97-AF65-F5344CB8AC3E}">
        <p14:creationId xmlns:p14="http://schemas.microsoft.com/office/powerpoint/2010/main" val="39359144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89B846-F322-401D-9466-02580994009D}"/>
              </a:ext>
            </a:extLst>
          </p:cNvPr>
          <p:cNvSpPr>
            <a:spLocks noGrp="1"/>
          </p:cNvSpPr>
          <p:nvPr>
            <p:ph type="title"/>
          </p:nvPr>
        </p:nvSpPr>
        <p:spPr/>
        <p:txBody>
          <a:bodyPr/>
          <a:lstStyle/>
          <a:p>
            <a:r>
              <a:rPr lang="en-US"/>
              <a:t>Click to edit Master title style</a:t>
            </a:r>
            <a:endParaRPr lang="en-IE"/>
          </a:p>
        </p:txBody>
      </p:sp>
      <p:sp>
        <p:nvSpPr>
          <p:cNvPr id="3" name="Date Placeholder 2">
            <a:extLst>
              <a:ext uri="{FF2B5EF4-FFF2-40B4-BE49-F238E27FC236}">
                <a16:creationId xmlns:a16="http://schemas.microsoft.com/office/drawing/2014/main" id="{0AA2643B-0F61-421D-BDCD-4FEFF2E3FC69}"/>
              </a:ext>
            </a:extLst>
          </p:cNvPr>
          <p:cNvSpPr>
            <a:spLocks noGrp="1"/>
          </p:cNvSpPr>
          <p:nvPr>
            <p:ph type="dt" sz="half" idx="10"/>
          </p:nvPr>
        </p:nvSpPr>
        <p:spPr/>
        <p:txBody>
          <a:bodyPr/>
          <a:lstStyle/>
          <a:p>
            <a:fld id="{3547C248-46B6-442F-8B23-BD9B68412B13}" type="datetimeFigureOut">
              <a:rPr lang="en-IE" smtClean="0"/>
              <a:t>05/02/2026</a:t>
            </a:fld>
            <a:endParaRPr lang="en-IE"/>
          </a:p>
        </p:txBody>
      </p:sp>
      <p:sp>
        <p:nvSpPr>
          <p:cNvPr id="4" name="Footer Placeholder 3">
            <a:extLst>
              <a:ext uri="{FF2B5EF4-FFF2-40B4-BE49-F238E27FC236}">
                <a16:creationId xmlns:a16="http://schemas.microsoft.com/office/drawing/2014/main" id="{F7D77A16-452D-495D-A435-A5BA682ABF98}"/>
              </a:ext>
            </a:extLst>
          </p:cNvPr>
          <p:cNvSpPr>
            <a:spLocks noGrp="1"/>
          </p:cNvSpPr>
          <p:nvPr>
            <p:ph type="ftr" sz="quarter" idx="11"/>
          </p:nvPr>
        </p:nvSpPr>
        <p:spPr/>
        <p:txBody>
          <a:bodyPr/>
          <a:lstStyle/>
          <a:p>
            <a:endParaRPr lang="en-IE"/>
          </a:p>
        </p:txBody>
      </p:sp>
      <p:sp>
        <p:nvSpPr>
          <p:cNvPr id="5" name="Slide Number Placeholder 4">
            <a:extLst>
              <a:ext uri="{FF2B5EF4-FFF2-40B4-BE49-F238E27FC236}">
                <a16:creationId xmlns:a16="http://schemas.microsoft.com/office/drawing/2014/main" id="{4FF7BAA3-FCE2-4DF8-A7B2-4BB205B15990}"/>
              </a:ext>
            </a:extLst>
          </p:cNvPr>
          <p:cNvSpPr>
            <a:spLocks noGrp="1"/>
          </p:cNvSpPr>
          <p:nvPr>
            <p:ph type="sldNum" sz="quarter" idx="12"/>
          </p:nvPr>
        </p:nvSpPr>
        <p:spPr/>
        <p:txBody>
          <a:bodyPr/>
          <a:lstStyle/>
          <a:p>
            <a:fld id="{EEB5B041-799A-4B95-AA0E-06CB9507A175}" type="slidenum">
              <a:rPr lang="en-IE" smtClean="0"/>
              <a:t>‹#›</a:t>
            </a:fld>
            <a:endParaRPr lang="en-IE"/>
          </a:p>
        </p:txBody>
      </p:sp>
    </p:spTree>
    <p:extLst>
      <p:ext uri="{BB962C8B-B14F-4D97-AF65-F5344CB8AC3E}">
        <p14:creationId xmlns:p14="http://schemas.microsoft.com/office/powerpoint/2010/main" val="4355844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C04A415-71F4-4593-B9C9-7A2E80ECEAA6}"/>
              </a:ext>
            </a:extLst>
          </p:cNvPr>
          <p:cNvSpPr>
            <a:spLocks noGrp="1"/>
          </p:cNvSpPr>
          <p:nvPr>
            <p:ph type="dt" sz="half" idx="10"/>
          </p:nvPr>
        </p:nvSpPr>
        <p:spPr/>
        <p:txBody>
          <a:bodyPr/>
          <a:lstStyle/>
          <a:p>
            <a:fld id="{3547C248-46B6-442F-8B23-BD9B68412B13}" type="datetimeFigureOut">
              <a:rPr lang="en-IE" smtClean="0"/>
              <a:t>05/02/2026</a:t>
            </a:fld>
            <a:endParaRPr lang="en-IE"/>
          </a:p>
        </p:txBody>
      </p:sp>
      <p:sp>
        <p:nvSpPr>
          <p:cNvPr id="3" name="Footer Placeholder 2">
            <a:extLst>
              <a:ext uri="{FF2B5EF4-FFF2-40B4-BE49-F238E27FC236}">
                <a16:creationId xmlns:a16="http://schemas.microsoft.com/office/drawing/2014/main" id="{8C538182-D29D-4B5C-840B-FFC2F91A8DE9}"/>
              </a:ext>
            </a:extLst>
          </p:cNvPr>
          <p:cNvSpPr>
            <a:spLocks noGrp="1"/>
          </p:cNvSpPr>
          <p:nvPr>
            <p:ph type="ftr" sz="quarter" idx="11"/>
          </p:nvPr>
        </p:nvSpPr>
        <p:spPr/>
        <p:txBody>
          <a:bodyPr/>
          <a:lstStyle/>
          <a:p>
            <a:endParaRPr lang="en-IE"/>
          </a:p>
        </p:txBody>
      </p:sp>
      <p:sp>
        <p:nvSpPr>
          <p:cNvPr id="4" name="Slide Number Placeholder 3">
            <a:extLst>
              <a:ext uri="{FF2B5EF4-FFF2-40B4-BE49-F238E27FC236}">
                <a16:creationId xmlns:a16="http://schemas.microsoft.com/office/drawing/2014/main" id="{6B712FE0-45EA-4F5F-98F1-388E9FDDE616}"/>
              </a:ext>
            </a:extLst>
          </p:cNvPr>
          <p:cNvSpPr>
            <a:spLocks noGrp="1"/>
          </p:cNvSpPr>
          <p:nvPr>
            <p:ph type="sldNum" sz="quarter" idx="12"/>
          </p:nvPr>
        </p:nvSpPr>
        <p:spPr/>
        <p:txBody>
          <a:bodyPr/>
          <a:lstStyle/>
          <a:p>
            <a:fld id="{EEB5B041-799A-4B95-AA0E-06CB9507A175}" type="slidenum">
              <a:rPr lang="en-IE" smtClean="0"/>
              <a:t>‹#›</a:t>
            </a:fld>
            <a:endParaRPr lang="en-IE"/>
          </a:p>
        </p:txBody>
      </p:sp>
    </p:spTree>
    <p:extLst>
      <p:ext uri="{BB962C8B-B14F-4D97-AF65-F5344CB8AC3E}">
        <p14:creationId xmlns:p14="http://schemas.microsoft.com/office/powerpoint/2010/main" val="7925403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A3301C-0344-4BF9-BB58-40D361DDB57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E"/>
          </a:p>
        </p:txBody>
      </p:sp>
      <p:sp>
        <p:nvSpPr>
          <p:cNvPr id="3" name="Content Placeholder 2">
            <a:extLst>
              <a:ext uri="{FF2B5EF4-FFF2-40B4-BE49-F238E27FC236}">
                <a16:creationId xmlns:a16="http://schemas.microsoft.com/office/drawing/2014/main" id="{234F45A4-EAE8-4C3F-9D43-69F58E6768F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Text Placeholder 3">
            <a:extLst>
              <a:ext uri="{FF2B5EF4-FFF2-40B4-BE49-F238E27FC236}">
                <a16:creationId xmlns:a16="http://schemas.microsoft.com/office/drawing/2014/main" id="{AB007A3B-82E1-4376-9E89-A4B308E5E53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098EE5B-3054-4BAB-80C4-A8444D6491A2}"/>
              </a:ext>
            </a:extLst>
          </p:cNvPr>
          <p:cNvSpPr>
            <a:spLocks noGrp="1"/>
          </p:cNvSpPr>
          <p:nvPr>
            <p:ph type="dt" sz="half" idx="10"/>
          </p:nvPr>
        </p:nvSpPr>
        <p:spPr/>
        <p:txBody>
          <a:bodyPr/>
          <a:lstStyle/>
          <a:p>
            <a:fld id="{3547C248-46B6-442F-8B23-BD9B68412B13}" type="datetimeFigureOut">
              <a:rPr lang="en-IE" smtClean="0"/>
              <a:t>05/02/2026</a:t>
            </a:fld>
            <a:endParaRPr lang="en-IE"/>
          </a:p>
        </p:txBody>
      </p:sp>
      <p:sp>
        <p:nvSpPr>
          <p:cNvPr id="6" name="Footer Placeholder 5">
            <a:extLst>
              <a:ext uri="{FF2B5EF4-FFF2-40B4-BE49-F238E27FC236}">
                <a16:creationId xmlns:a16="http://schemas.microsoft.com/office/drawing/2014/main" id="{F417B05B-0959-460F-A9CA-A8D24AD4718D}"/>
              </a:ext>
            </a:extLst>
          </p:cNvPr>
          <p:cNvSpPr>
            <a:spLocks noGrp="1"/>
          </p:cNvSpPr>
          <p:nvPr>
            <p:ph type="ftr" sz="quarter" idx="11"/>
          </p:nvPr>
        </p:nvSpPr>
        <p:spPr/>
        <p:txBody>
          <a:bodyPr/>
          <a:lstStyle/>
          <a:p>
            <a:endParaRPr lang="en-IE"/>
          </a:p>
        </p:txBody>
      </p:sp>
      <p:sp>
        <p:nvSpPr>
          <p:cNvPr id="7" name="Slide Number Placeholder 6">
            <a:extLst>
              <a:ext uri="{FF2B5EF4-FFF2-40B4-BE49-F238E27FC236}">
                <a16:creationId xmlns:a16="http://schemas.microsoft.com/office/drawing/2014/main" id="{38E52388-34E9-4240-8852-9BE14506FF1C}"/>
              </a:ext>
            </a:extLst>
          </p:cNvPr>
          <p:cNvSpPr>
            <a:spLocks noGrp="1"/>
          </p:cNvSpPr>
          <p:nvPr>
            <p:ph type="sldNum" sz="quarter" idx="12"/>
          </p:nvPr>
        </p:nvSpPr>
        <p:spPr/>
        <p:txBody>
          <a:bodyPr/>
          <a:lstStyle/>
          <a:p>
            <a:fld id="{EEB5B041-799A-4B95-AA0E-06CB9507A175}" type="slidenum">
              <a:rPr lang="en-IE" smtClean="0"/>
              <a:t>‹#›</a:t>
            </a:fld>
            <a:endParaRPr lang="en-IE"/>
          </a:p>
        </p:txBody>
      </p:sp>
    </p:spTree>
    <p:extLst>
      <p:ext uri="{BB962C8B-B14F-4D97-AF65-F5344CB8AC3E}">
        <p14:creationId xmlns:p14="http://schemas.microsoft.com/office/powerpoint/2010/main" val="16995838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FE4CA-B5B3-4ADF-A72E-F2434820D6A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E"/>
          </a:p>
        </p:txBody>
      </p:sp>
      <p:sp>
        <p:nvSpPr>
          <p:cNvPr id="3" name="Picture Placeholder 2">
            <a:extLst>
              <a:ext uri="{FF2B5EF4-FFF2-40B4-BE49-F238E27FC236}">
                <a16:creationId xmlns:a16="http://schemas.microsoft.com/office/drawing/2014/main" id="{B7C0042D-47A6-46A2-8A03-6F488FC9B89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E"/>
          </a:p>
        </p:txBody>
      </p:sp>
      <p:sp>
        <p:nvSpPr>
          <p:cNvPr id="4" name="Text Placeholder 3">
            <a:extLst>
              <a:ext uri="{FF2B5EF4-FFF2-40B4-BE49-F238E27FC236}">
                <a16:creationId xmlns:a16="http://schemas.microsoft.com/office/drawing/2014/main" id="{7D27276A-12B7-43A0-B2EB-3FC4CB030DC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ECAA22C-858C-4F79-86A0-24FB6474E7C4}"/>
              </a:ext>
            </a:extLst>
          </p:cNvPr>
          <p:cNvSpPr>
            <a:spLocks noGrp="1"/>
          </p:cNvSpPr>
          <p:nvPr>
            <p:ph type="dt" sz="half" idx="10"/>
          </p:nvPr>
        </p:nvSpPr>
        <p:spPr/>
        <p:txBody>
          <a:bodyPr/>
          <a:lstStyle/>
          <a:p>
            <a:fld id="{3547C248-46B6-442F-8B23-BD9B68412B13}" type="datetimeFigureOut">
              <a:rPr lang="en-IE" smtClean="0"/>
              <a:t>05/02/2026</a:t>
            </a:fld>
            <a:endParaRPr lang="en-IE"/>
          </a:p>
        </p:txBody>
      </p:sp>
      <p:sp>
        <p:nvSpPr>
          <p:cNvPr id="6" name="Footer Placeholder 5">
            <a:extLst>
              <a:ext uri="{FF2B5EF4-FFF2-40B4-BE49-F238E27FC236}">
                <a16:creationId xmlns:a16="http://schemas.microsoft.com/office/drawing/2014/main" id="{14DC28FB-6DDA-4153-B973-C92B722C99D0}"/>
              </a:ext>
            </a:extLst>
          </p:cNvPr>
          <p:cNvSpPr>
            <a:spLocks noGrp="1"/>
          </p:cNvSpPr>
          <p:nvPr>
            <p:ph type="ftr" sz="quarter" idx="11"/>
          </p:nvPr>
        </p:nvSpPr>
        <p:spPr/>
        <p:txBody>
          <a:bodyPr/>
          <a:lstStyle/>
          <a:p>
            <a:endParaRPr lang="en-IE"/>
          </a:p>
        </p:txBody>
      </p:sp>
      <p:sp>
        <p:nvSpPr>
          <p:cNvPr id="7" name="Slide Number Placeholder 6">
            <a:extLst>
              <a:ext uri="{FF2B5EF4-FFF2-40B4-BE49-F238E27FC236}">
                <a16:creationId xmlns:a16="http://schemas.microsoft.com/office/drawing/2014/main" id="{D778AB41-850C-42CC-A8E4-2F1B937FFB6C}"/>
              </a:ext>
            </a:extLst>
          </p:cNvPr>
          <p:cNvSpPr>
            <a:spLocks noGrp="1"/>
          </p:cNvSpPr>
          <p:nvPr>
            <p:ph type="sldNum" sz="quarter" idx="12"/>
          </p:nvPr>
        </p:nvSpPr>
        <p:spPr/>
        <p:txBody>
          <a:bodyPr/>
          <a:lstStyle/>
          <a:p>
            <a:fld id="{EEB5B041-799A-4B95-AA0E-06CB9507A175}" type="slidenum">
              <a:rPr lang="en-IE" smtClean="0"/>
              <a:t>‹#›</a:t>
            </a:fld>
            <a:endParaRPr lang="en-IE"/>
          </a:p>
        </p:txBody>
      </p:sp>
    </p:spTree>
    <p:extLst>
      <p:ext uri="{BB962C8B-B14F-4D97-AF65-F5344CB8AC3E}">
        <p14:creationId xmlns:p14="http://schemas.microsoft.com/office/powerpoint/2010/main" val="17940110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54990-DC61-425B-81CD-D25E1B5A8B31}"/>
              </a:ext>
            </a:extLst>
          </p:cNvPr>
          <p:cNvSpPr>
            <a:spLocks noGrp="1"/>
          </p:cNvSpPr>
          <p:nvPr>
            <p:ph type="title"/>
          </p:nvPr>
        </p:nvSpPr>
        <p:spPr/>
        <p:txBody>
          <a:bodyPr/>
          <a:lstStyle/>
          <a:p>
            <a:r>
              <a:rPr lang="en-US"/>
              <a:t>Click to edit Master title style</a:t>
            </a:r>
            <a:endParaRPr lang="en-IE"/>
          </a:p>
        </p:txBody>
      </p:sp>
      <p:sp>
        <p:nvSpPr>
          <p:cNvPr id="3" name="Vertical Text Placeholder 2">
            <a:extLst>
              <a:ext uri="{FF2B5EF4-FFF2-40B4-BE49-F238E27FC236}">
                <a16:creationId xmlns:a16="http://schemas.microsoft.com/office/drawing/2014/main" id="{9C8193D1-1B33-412E-AEE0-30C552130F6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63947200-3011-485C-B2E3-54DAC6CAF25E}"/>
              </a:ext>
            </a:extLst>
          </p:cNvPr>
          <p:cNvSpPr>
            <a:spLocks noGrp="1"/>
          </p:cNvSpPr>
          <p:nvPr>
            <p:ph type="dt" sz="half" idx="10"/>
          </p:nvPr>
        </p:nvSpPr>
        <p:spPr/>
        <p:txBody>
          <a:bodyPr/>
          <a:lstStyle/>
          <a:p>
            <a:fld id="{3547C248-46B6-442F-8B23-BD9B68412B13}" type="datetimeFigureOut">
              <a:rPr lang="en-IE" smtClean="0"/>
              <a:t>05/02/2026</a:t>
            </a:fld>
            <a:endParaRPr lang="en-IE"/>
          </a:p>
        </p:txBody>
      </p:sp>
      <p:sp>
        <p:nvSpPr>
          <p:cNvPr id="5" name="Footer Placeholder 4">
            <a:extLst>
              <a:ext uri="{FF2B5EF4-FFF2-40B4-BE49-F238E27FC236}">
                <a16:creationId xmlns:a16="http://schemas.microsoft.com/office/drawing/2014/main" id="{FAAD590E-EFC9-4747-9787-5E8AAFFE9A64}"/>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763CA86A-8EBE-4652-A4CB-5001CC67658A}"/>
              </a:ext>
            </a:extLst>
          </p:cNvPr>
          <p:cNvSpPr>
            <a:spLocks noGrp="1"/>
          </p:cNvSpPr>
          <p:nvPr>
            <p:ph type="sldNum" sz="quarter" idx="12"/>
          </p:nvPr>
        </p:nvSpPr>
        <p:spPr/>
        <p:txBody>
          <a:bodyPr/>
          <a:lstStyle/>
          <a:p>
            <a:fld id="{EEB5B041-799A-4B95-AA0E-06CB9507A175}" type="slidenum">
              <a:rPr lang="en-IE" smtClean="0"/>
              <a:t>‹#›</a:t>
            </a:fld>
            <a:endParaRPr lang="en-IE"/>
          </a:p>
        </p:txBody>
      </p:sp>
    </p:spTree>
    <p:extLst>
      <p:ext uri="{BB962C8B-B14F-4D97-AF65-F5344CB8AC3E}">
        <p14:creationId xmlns:p14="http://schemas.microsoft.com/office/powerpoint/2010/main" val="5692107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695BB02-0660-47DE-9F1E-B52C2FE25DA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E"/>
          </a:p>
        </p:txBody>
      </p:sp>
      <p:sp>
        <p:nvSpPr>
          <p:cNvPr id="3" name="Vertical Text Placeholder 2">
            <a:extLst>
              <a:ext uri="{FF2B5EF4-FFF2-40B4-BE49-F238E27FC236}">
                <a16:creationId xmlns:a16="http://schemas.microsoft.com/office/drawing/2014/main" id="{9F2D957C-48BA-419B-B100-624898CB1B8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36D4BF46-B0D7-41B2-BB2C-D83919C31866}"/>
              </a:ext>
            </a:extLst>
          </p:cNvPr>
          <p:cNvSpPr>
            <a:spLocks noGrp="1"/>
          </p:cNvSpPr>
          <p:nvPr>
            <p:ph type="dt" sz="half" idx="10"/>
          </p:nvPr>
        </p:nvSpPr>
        <p:spPr/>
        <p:txBody>
          <a:bodyPr/>
          <a:lstStyle/>
          <a:p>
            <a:fld id="{3547C248-46B6-442F-8B23-BD9B68412B13}" type="datetimeFigureOut">
              <a:rPr lang="en-IE" smtClean="0"/>
              <a:t>05/02/2026</a:t>
            </a:fld>
            <a:endParaRPr lang="en-IE"/>
          </a:p>
        </p:txBody>
      </p:sp>
      <p:sp>
        <p:nvSpPr>
          <p:cNvPr id="5" name="Footer Placeholder 4">
            <a:extLst>
              <a:ext uri="{FF2B5EF4-FFF2-40B4-BE49-F238E27FC236}">
                <a16:creationId xmlns:a16="http://schemas.microsoft.com/office/drawing/2014/main" id="{262619E9-3530-4401-B600-F741C8C40A69}"/>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CA350AFB-A390-415D-8824-671C0740E17C}"/>
              </a:ext>
            </a:extLst>
          </p:cNvPr>
          <p:cNvSpPr>
            <a:spLocks noGrp="1"/>
          </p:cNvSpPr>
          <p:nvPr>
            <p:ph type="sldNum" sz="quarter" idx="12"/>
          </p:nvPr>
        </p:nvSpPr>
        <p:spPr/>
        <p:txBody>
          <a:bodyPr/>
          <a:lstStyle/>
          <a:p>
            <a:fld id="{EEB5B041-799A-4B95-AA0E-06CB9507A175}" type="slidenum">
              <a:rPr lang="en-IE" smtClean="0"/>
              <a:t>‹#›</a:t>
            </a:fld>
            <a:endParaRPr lang="en-IE"/>
          </a:p>
        </p:txBody>
      </p:sp>
    </p:spTree>
    <p:extLst>
      <p:ext uri="{BB962C8B-B14F-4D97-AF65-F5344CB8AC3E}">
        <p14:creationId xmlns:p14="http://schemas.microsoft.com/office/powerpoint/2010/main" val="14987869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D5C37E3-C249-43AD-8BBC-63E5FCC282E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E"/>
          </a:p>
        </p:txBody>
      </p:sp>
      <p:sp>
        <p:nvSpPr>
          <p:cNvPr id="3" name="Text Placeholder 2">
            <a:extLst>
              <a:ext uri="{FF2B5EF4-FFF2-40B4-BE49-F238E27FC236}">
                <a16:creationId xmlns:a16="http://schemas.microsoft.com/office/drawing/2014/main" id="{B1251373-CA09-4DF0-B46C-A11172B14CD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5E0304F1-1E28-4CCF-BC51-8A66AC67936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547C248-46B6-442F-8B23-BD9B68412B13}" type="datetimeFigureOut">
              <a:rPr lang="en-IE" smtClean="0"/>
              <a:t>05/02/2026</a:t>
            </a:fld>
            <a:endParaRPr lang="en-IE"/>
          </a:p>
        </p:txBody>
      </p:sp>
      <p:sp>
        <p:nvSpPr>
          <p:cNvPr id="5" name="Footer Placeholder 4">
            <a:extLst>
              <a:ext uri="{FF2B5EF4-FFF2-40B4-BE49-F238E27FC236}">
                <a16:creationId xmlns:a16="http://schemas.microsoft.com/office/drawing/2014/main" id="{B785F859-6D1F-4703-BFE8-39205922861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E"/>
          </a:p>
        </p:txBody>
      </p:sp>
      <p:sp>
        <p:nvSpPr>
          <p:cNvPr id="6" name="Slide Number Placeholder 5">
            <a:extLst>
              <a:ext uri="{FF2B5EF4-FFF2-40B4-BE49-F238E27FC236}">
                <a16:creationId xmlns:a16="http://schemas.microsoft.com/office/drawing/2014/main" id="{F9AD1BAB-1C46-43E8-9A73-FD803E56AC7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EB5B041-799A-4B95-AA0E-06CB9507A175}" type="slidenum">
              <a:rPr lang="en-IE" smtClean="0"/>
              <a:t>‹#›</a:t>
            </a:fld>
            <a:endParaRPr lang="en-IE"/>
          </a:p>
        </p:txBody>
      </p:sp>
    </p:spTree>
    <p:extLst>
      <p:ext uri="{BB962C8B-B14F-4D97-AF65-F5344CB8AC3E}">
        <p14:creationId xmlns:p14="http://schemas.microsoft.com/office/powerpoint/2010/main" val="35306319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8.jp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7.jp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1.gif"/><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0.wmf"/><Relationship Id="rId2" Type="http://schemas.openxmlformats.org/officeDocument/2006/relationships/image" Target="../media/image29.wmf"/><Relationship Id="rId1" Type="http://schemas.openxmlformats.org/officeDocument/2006/relationships/slideLayout" Target="../slideLayouts/slideLayout2.xml"/><Relationship Id="rId5" Type="http://schemas.openxmlformats.org/officeDocument/2006/relationships/image" Target="../media/image32.jpeg"/><Relationship Id="rId4" Type="http://schemas.openxmlformats.org/officeDocument/2006/relationships/image" Target="../media/image31.wmf"/></Relationships>
</file>

<file path=ppt/slides/_rels/slide22.xml.rels><?xml version="1.0" encoding="UTF-8" standalone="yes"?>
<Relationships xmlns="http://schemas.openxmlformats.org/package/2006/relationships"><Relationship Id="rId3" Type="http://schemas.openxmlformats.org/officeDocument/2006/relationships/image" Target="../media/image33.gif"/><Relationship Id="rId7" Type="http://schemas.openxmlformats.org/officeDocument/2006/relationships/image" Target="../media/image37.jpe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36.wmf"/><Relationship Id="rId5" Type="http://schemas.openxmlformats.org/officeDocument/2006/relationships/image" Target="../media/image35.wmf"/><Relationship Id="rId4" Type="http://schemas.openxmlformats.org/officeDocument/2006/relationships/image" Target="../media/image34.wmf"/></Relationships>
</file>

<file path=ppt/slides/_rels/slide23.xml.rels><?xml version="1.0" encoding="UTF-8" standalone="yes"?>
<Relationships xmlns="http://schemas.openxmlformats.org/package/2006/relationships"><Relationship Id="rId3" Type="http://schemas.openxmlformats.org/officeDocument/2006/relationships/image" Target="../media/image39.wmf"/><Relationship Id="rId7" Type="http://schemas.openxmlformats.org/officeDocument/2006/relationships/image" Target="../media/image43.wmf"/><Relationship Id="rId2" Type="http://schemas.openxmlformats.org/officeDocument/2006/relationships/image" Target="../media/image38.jpeg"/><Relationship Id="rId1" Type="http://schemas.openxmlformats.org/officeDocument/2006/relationships/slideLayout" Target="../slideLayouts/slideLayout2.xml"/><Relationship Id="rId6" Type="http://schemas.openxmlformats.org/officeDocument/2006/relationships/image" Target="../media/image42.wmf"/><Relationship Id="rId5" Type="http://schemas.openxmlformats.org/officeDocument/2006/relationships/image" Target="../media/image41.wmf"/><Relationship Id="rId4" Type="http://schemas.openxmlformats.org/officeDocument/2006/relationships/image" Target="../media/image40.jpeg"/></Relationships>
</file>

<file path=ppt/slides/_rels/slide24.xml.rels><?xml version="1.0" encoding="UTF-8" standalone="yes"?>
<Relationships xmlns="http://schemas.openxmlformats.org/package/2006/relationships"><Relationship Id="rId26" Type="http://schemas.openxmlformats.org/officeDocument/2006/relationships/customXml" Target="../ink/ink13.xml"/><Relationship Id="rId21" Type="http://schemas.openxmlformats.org/officeDocument/2006/relationships/image" Target="../media/image37.png"/><Relationship Id="rId42" Type="http://schemas.openxmlformats.org/officeDocument/2006/relationships/customXml" Target="../ink/ink21.xml"/><Relationship Id="rId47" Type="http://schemas.openxmlformats.org/officeDocument/2006/relationships/image" Target="../media/image50.png"/><Relationship Id="rId63" Type="http://schemas.openxmlformats.org/officeDocument/2006/relationships/image" Target="../media/image58.png"/><Relationship Id="rId68" Type="http://schemas.openxmlformats.org/officeDocument/2006/relationships/customXml" Target="../ink/ink34.xml"/><Relationship Id="rId84" Type="http://schemas.openxmlformats.org/officeDocument/2006/relationships/customXml" Target="../ink/ink42.xml"/><Relationship Id="rId89" Type="http://schemas.openxmlformats.org/officeDocument/2006/relationships/image" Target="../media/image71.png"/><Relationship Id="rId112" Type="http://schemas.openxmlformats.org/officeDocument/2006/relationships/customXml" Target="../ink/ink56.xml"/><Relationship Id="rId16" Type="http://schemas.openxmlformats.org/officeDocument/2006/relationships/customXml" Target="../ink/ink8.xml"/><Relationship Id="rId107" Type="http://schemas.openxmlformats.org/officeDocument/2006/relationships/image" Target="../media/image80.png"/><Relationship Id="rId11" Type="http://schemas.openxmlformats.org/officeDocument/2006/relationships/image" Target="../media/image32.png"/><Relationship Id="rId32" Type="http://schemas.openxmlformats.org/officeDocument/2006/relationships/customXml" Target="../ink/ink16.xml"/><Relationship Id="rId37" Type="http://schemas.openxmlformats.org/officeDocument/2006/relationships/image" Target="../media/image45.png"/><Relationship Id="rId53" Type="http://schemas.openxmlformats.org/officeDocument/2006/relationships/image" Target="../media/image53.png"/><Relationship Id="rId58" Type="http://schemas.openxmlformats.org/officeDocument/2006/relationships/customXml" Target="../ink/ink29.xml"/><Relationship Id="rId74" Type="http://schemas.openxmlformats.org/officeDocument/2006/relationships/customXml" Target="../ink/ink37.xml"/><Relationship Id="rId79" Type="http://schemas.openxmlformats.org/officeDocument/2006/relationships/image" Target="../media/image66.png"/><Relationship Id="rId102" Type="http://schemas.openxmlformats.org/officeDocument/2006/relationships/customXml" Target="../ink/ink51.xml"/><Relationship Id="rId5" Type="http://schemas.openxmlformats.org/officeDocument/2006/relationships/image" Target="../media/image29.png"/><Relationship Id="rId90" Type="http://schemas.openxmlformats.org/officeDocument/2006/relationships/customXml" Target="../ink/ink45.xml"/><Relationship Id="rId95" Type="http://schemas.openxmlformats.org/officeDocument/2006/relationships/image" Target="../media/image74.png"/><Relationship Id="rId22" Type="http://schemas.openxmlformats.org/officeDocument/2006/relationships/customXml" Target="../ink/ink11.xml"/><Relationship Id="rId27" Type="http://schemas.openxmlformats.org/officeDocument/2006/relationships/image" Target="../media/image40.png"/><Relationship Id="rId43" Type="http://schemas.openxmlformats.org/officeDocument/2006/relationships/image" Target="../media/image48.png"/><Relationship Id="rId48" Type="http://schemas.openxmlformats.org/officeDocument/2006/relationships/customXml" Target="../ink/ink24.xml"/><Relationship Id="rId64" Type="http://schemas.openxmlformats.org/officeDocument/2006/relationships/customXml" Target="../ink/ink32.xml"/><Relationship Id="rId69" Type="http://schemas.openxmlformats.org/officeDocument/2006/relationships/image" Target="../media/image61.png"/><Relationship Id="rId113" Type="http://schemas.openxmlformats.org/officeDocument/2006/relationships/image" Target="../media/image83.png"/><Relationship Id="rId80" Type="http://schemas.openxmlformats.org/officeDocument/2006/relationships/customXml" Target="../ink/ink40.xml"/><Relationship Id="rId85" Type="http://schemas.openxmlformats.org/officeDocument/2006/relationships/image" Target="../media/image69.png"/><Relationship Id="rId12" Type="http://schemas.openxmlformats.org/officeDocument/2006/relationships/customXml" Target="../ink/ink6.xml"/><Relationship Id="rId17" Type="http://schemas.openxmlformats.org/officeDocument/2006/relationships/image" Target="../media/image35.png"/><Relationship Id="rId33" Type="http://schemas.openxmlformats.org/officeDocument/2006/relationships/image" Target="../media/image43.png"/><Relationship Id="rId38" Type="http://schemas.openxmlformats.org/officeDocument/2006/relationships/customXml" Target="../ink/ink19.xml"/><Relationship Id="rId59" Type="http://schemas.openxmlformats.org/officeDocument/2006/relationships/image" Target="../media/image56.png"/><Relationship Id="rId103" Type="http://schemas.openxmlformats.org/officeDocument/2006/relationships/image" Target="../media/image78.png"/><Relationship Id="rId108" Type="http://schemas.openxmlformats.org/officeDocument/2006/relationships/customXml" Target="../ink/ink54.xml"/><Relationship Id="rId54" Type="http://schemas.openxmlformats.org/officeDocument/2006/relationships/customXml" Target="../ink/ink27.xml"/><Relationship Id="rId70" Type="http://schemas.openxmlformats.org/officeDocument/2006/relationships/customXml" Target="../ink/ink35.xml"/><Relationship Id="rId75" Type="http://schemas.openxmlformats.org/officeDocument/2006/relationships/image" Target="../media/image64.png"/><Relationship Id="rId91" Type="http://schemas.openxmlformats.org/officeDocument/2006/relationships/image" Target="../media/image72.png"/><Relationship Id="rId96" Type="http://schemas.openxmlformats.org/officeDocument/2006/relationships/customXml" Target="../ink/ink48.xml"/><Relationship Id="rId1" Type="http://schemas.openxmlformats.org/officeDocument/2006/relationships/slideLayout" Target="../slideLayouts/slideLayout2.xml"/><Relationship Id="rId6" Type="http://schemas.openxmlformats.org/officeDocument/2006/relationships/customXml" Target="../ink/ink3.xml"/><Relationship Id="rId15" Type="http://schemas.openxmlformats.org/officeDocument/2006/relationships/image" Target="../media/image34.png"/><Relationship Id="rId23" Type="http://schemas.openxmlformats.org/officeDocument/2006/relationships/image" Target="../media/image38.png"/><Relationship Id="rId28" Type="http://schemas.openxmlformats.org/officeDocument/2006/relationships/customXml" Target="../ink/ink14.xml"/><Relationship Id="rId36" Type="http://schemas.openxmlformats.org/officeDocument/2006/relationships/customXml" Target="../ink/ink18.xml"/><Relationship Id="rId49" Type="http://schemas.openxmlformats.org/officeDocument/2006/relationships/image" Target="../media/image51.png"/><Relationship Id="rId57" Type="http://schemas.openxmlformats.org/officeDocument/2006/relationships/image" Target="../media/image55.png"/><Relationship Id="rId106" Type="http://schemas.openxmlformats.org/officeDocument/2006/relationships/customXml" Target="../ink/ink53.xml"/><Relationship Id="rId10" Type="http://schemas.openxmlformats.org/officeDocument/2006/relationships/customXml" Target="../ink/ink5.xml"/><Relationship Id="rId31" Type="http://schemas.openxmlformats.org/officeDocument/2006/relationships/image" Target="../media/image42.png"/><Relationship Id="rId44" Type="http://schemas.openxmlformats.org/officeDocument/2006/relationships/customXml" Target="../ink/ink22.xml"/><Relationship Id="rId52" Type="http://schemas.openxmlformats.org/officeDocument/2006/relationships/customXml" Target="../ink/ink26.xml"/><Relationship Id="rId60" Type="http://schemas.openxmlformats.org/officeDocument/2006/relationships/customXml" Target="../ink/ink30.xml"/><Relationship Id="rId65" Type="http://schemas.openxmlformats.org/officeDocument/2006/relationships/image" Target="../media/image59.png"/><Relationship Id="rId73" Type="http://schemas.openxmlformats.org/officeDocument/2006/relationships/image" Target="../media/image63.png"/><Relationship Id="rId78" Type="http://schemas.openxmlformats.org/officeDocument/2006/relationships/customXml" Target="../ink/ink39.xml"/><Relationship Id="rId81" Type="http://schemas.openxmlformats.org/officeDocument/2006/relationships/image" Target="../media/image67.png"/><Relationship Id="rId86" Type="http://schemas.openxmlformats.org/officeDocument/2006/relationships/customXml" Target="../ink/ink43.xml"/><Relationship Id="rId94" Type="http://schemas.openxmlformats.org/officeDocument/2006/relationships/customXml" Target="../ink/ink47.xml"/><Relationship Id="rId99" Type="http://schemas.openxmlformats.org/officeDocument/2006/relationships/image" Target="../media/image76.png"/><Relationship Id="rId101" Type="http://schemas.openxmlformats.org/officeDocument/2006/relationships/image" Target="../media/image77.png"/><Relationship Id="rId4" Type="http://schemas.openxmlformats.org/officeDocument/2006/relationships/customXml" Target="../ink/ink2.xml"/><Relationship Id="rId9" Type="http://schemas.openxmlformats.org/officeDocument/2006/relationships/image" Target="../media/image31.png"/><Relationship Id="rId13" Type="http://schemas.openxmlformats.org/officeDocument/2006/relationships/image" Target="../media/image33.png"/><Relationship Id="rId18" Type="http://schemas.openxmlformats.org/officeDocument/2006/relationships/customXml" Target="../ink/ink9.xml"/><Relationship Id="rId39" Type="http://schemas.openxmlformats.org/officeDocument/2006/relationships/image" Target="../media/image46.png"/><Relationship Id="rId109" Type="http://schemas.openxmlformats.org/officeDocument/2006/relationships/image" Target="../media/image81.png"/><Relationship Id="rId34" Type="http://schemas.openxmlformats.org/officeDocument/2006/relationships/customXml" Target="../ink/ink17.xml"/><Relationship Id="rId50" Type="http://schemas.openxmlformats.org/officeDocument/2006/relationships/customXml" Target="../ink/ink25.xml"/><Relationship Id="rId55" Type="http://schemas.openxmlformats.org/officeDocument/2006/relationships/image" Target="../media/image54.png"/><Relationship Id="rId76" Type="http://schemas.openxmlformats.org/officeDocument/2006/relationships/customXml" Target="../ink/ink38.xml"/><Relationship Id="rId97" Type="http://schemas.openxmlformats.org/officeDocument/2006/relationships/image" Target="../media/image75.png"/><Relationship Id="rId104" Type="http://schemas.openxmlformats.org/officeDocument/2006/relationships/customXml" Target="../ink/ink52.xml"/><Relationship Id="rId7" Type="http://schemas.openxmlformats.org/officeDocument/2006/relationships/image" Target="../media/image30.png"/><Relationship Id="rId71" Type="http://schemas.openxmlformats.org/officeDocument/2006/relationships/image" Target="../media/image62.png"/><Relationship Id="rId92" Type="http://schemas.openxmlformats.org/officeDocument/2006/relationships/customXml" Target="../ink/ink46.xml"/><Relationship Id="rId2" Type="http://schemas.openxmlformats.org/officeDocument/2006/relationships/customXml" Target="../ink/ink1.xml"/><Relationship Id="rId29" Type="http://schemas.openxmlformats.org/officeDocument/2006/relationships/image" Target="../media/image41.png"/><Relationship Id="rId24" Type="http://schemas.openxmlformats.org/officeDocument/2006/relationships/customXml" Target="../ink/ink12.xml"/><Relationship Id="rId40" Type="http://schemas.openxmlformats.org/officeDocument/2006/relationships/customXml" Target="../ink/ink20.xml"/><Relationship Id="rId45" Type="http://schemas.openxmlformats.org/officeDocument/2006/relationships/image" Target="../media/image49.png"/><Relationship Id="rId66" Type="http://schemas.openxmlformats.org/officeDocument/2006/relationships/customXml" Target="../ink/ink33.xml"/><Relationship Id="rId87" Type="http://schemas.openxmlformats.org/officeDocument/2006/relationships/image" Target="../media/image70.png"/><Relationship Id="rId110" Type="http://schemas.openxmlformats.org/officeDocument/2006/relationships/customXml" Target="../ink/ink55.xml"/><Relationship Id="rId61" Type="http://schemas.openxmlformats.org/officeDocument/2006/relationships/image" Target="../media/image57.png"/><Relationship Id="rId82" Type="http://schemas.openxmlformats.org/officeDocument/2006/relationships/customXml" Target="../ink/ink41.xml"/><Relationship Id="rId19" Type="http://schemas.openxmlformats.org/officeDocument/2006/relationships/image" Target="../media/image36.png"/><Relationship Id="rId14" Type="http://schemas.openxmlformats.org/officeDocument/2006/relationships/customXml" Target="../ink/ink7.xml"/><Relationship Id="rId30" Type="http://schemas.openxmlformats.org/officeDocument/2006/relationships/customXml" Target="../ink/ink15.xml"/><Relationship Id="rId35" Type="http://schemas.openxmlformats.org/officeDocument/2006/relationships/image" Target="../media/image44.png"/><Relationship Id="rId56" Type="http://schemas.openxmlformats.org/officeDocument/2006/relationships/customXml" Target="../ink/ink28.xml"/><Relationship Id="rId77" Type="http://schemas.openxmlformats.org/officeDocument/2006/relationships/image" Target="../media/image65.png"/><Relationship Id="rId100" Type="http://schemas.openxmlformats.org/officeDocument/2006/relationships/customXml" Target="../ink/ink50.xml"/><Relationship Id="rId105" Type="http://schemas.openxmlformats.org/officeDocument/2006/relationships/image" Target="../media/image79.png"/><Relationship Id="rId8" Type="http://schemas.openxmlformats.org/officeDocument/2006/relationships/customXml" Target="../ink/ink4.xml"/><Relationship Id="rId51" Type="http://schemas.openxmlformats.org/officeDocument/2006/relationships/image" Target="../media/image52.png"/><Relationship Id="rId72" Type="http://schemas.openxmlformats.org/officeDocument/2006/relationships/customXml" Target="../ink/ink36.xml"/><Relationship Id="rId93" Type="http://schemas.openxmlformats.org/officeDocument/2006/relationships/image" Target="../media/image73.png"/><Relationship Id="rId98" Type="http://schemas.openxmlformats.org/officeDocument/2006/relationships/customXml" Target="../ink/ink49.xml"/><Relationship Id="rId3" Type="http://schemas.openxmlformats.org/officeDocument/2006/relationships/image" Target="../media/image280.png"/><Relationship Id="rId25" Type="http://schemas.openxmlformats.org/officeDocument/2006/relationships/image" Target="../media/image39.png"/><Relationship Id="rId46" Type="http://schemas.openxmlformats.org/officeDocument/2006/relationships/customXml" Target="../ink/ink23.xml"/><Relationship Id="rId67" Type="http://schemas.openxmlformats.org/officeDocument/2006/relationships/image" Target="../media/image60.png"/><Relationship Id="rId20" Type="http://schemas.openxmlformats.org/officeDocument/2006/relationships/customXml" Target="../ink/ink10.xml"/><Relationship Id="rId41" Type="http://schemas.openxmlformats.org/officeDocument/2006/relationships/image" Target="../media/image47.png"/><Relationship Id="rId62" Type="http://schemas.openxmlformats.org/officeDocument/2006/relationships/customXml" Target="../ink/ink31.xml"/><Relationship Id="rId83" Type="http://schemas.openxmlformats.org/officeDocument/2006/relationships/image" Target="../media/image68.png"/><Relationship Id="rId88" Type="http://schemas.openxmlformats.org/officeDocument/2006/relationships/customXml" Target="../ink/ink44.xml"/><Relationship Id="rId111" Type="http://schemas.openxmlformats.org/officeDocument/2006/relationships/image" Target="../media/image82.png"/></Relationships>
</file>

<file path=ppt/slides/_rels/slide25.xml.rels><?xml version="1.0" encoding="UTF-8" standalone="yes"?>
<Relationships xmlns="http://schemas.openxmlformats.org/package/2006/relationships"><Relationship Id="rId117" Type="http://schemas.openxmlformats.org/officeDocument/2006/relationships/image" Target="../media/image97.png"/><Relationship Id="rId21" Type="http://schemas.openxmlformats.org/officeDocument/2006/relationships/image" Target="../media/image37.png"/><Relationship Id="rId42" Type="http://schemas.openxmlformats.org/officeDocument/2006/relationships/customXml" Target="../ink/ink77.xml"/><Relationship Id="rId63" Type="http://schemas.openxmlformats.org/officeDocument/2006/relationships/image" Target="../media/image58.png"/><Relationship Id="rId84" Type="http://schemas.openxmlformats.org/officeDocument/2006/relationships/customXml" Target="../ink/ink98.xml"/><Relationship Id="rId16" Type="http://schemas.openxmlformats.org/officeDocument/2006/relationships/customXml" Target="../ink/ink64.xml"/><Relationship Id="rId107" Type="http://schemas.openxmlformats.org/officeDocument/2006/relationships/image" Target="../media/image92.png"/><Relationship Id="rId11" Type="http://schemas.openxmlformats.org/officeDocument/2006/relationships/image" Target="../media/image32.png"/><Relationship Id="rId32" Type="http://schemas.openxmlformats.org/officeDocument/2006/relationships/customXml" Target="../ink/ink72.xml"/><Relationship Id="rId37" Type="http://schemas.openxmlformats.org/officeDocument/2006/relationships/image" Target="../media/image45.png"/><Relationship Id="rId53" Type="http://schemas.openxmlformats.org/officeDocument/2006/relationships/image" Target="../media/image53.png"/><Relationship Id="rId58" Type="http://schemas.openxmlformats.org/officeDocument/2006/relationships/customXml" Target="../ink/ink85.xml"/><Relationship Id="rId74" Type="http://schemas.openxmlformats.org/officeDocument/2006/relationships/customXml" Target="../ink/ink93.xml"/><Relationship Id="rId79" Type="http://schemas.openxmlformats.org/officeDocument/2006/relationships/image" Target="../media/image780.png"/><Relationship Id="rId102" Type="http://schemas.openxmlformats.org/officeDocument/2006/relationships/customXml" Target="../ink/ink107.xml"/><Relationship Id="rId123" Type="http://schemas.openxmlformats.org/officeDocument/2006/relationships/image" Target="../media/image100.png"/><Relationship Id="rId128" Type="http://schemas.openxmlformats.org/officeDocument/2006/relationships/customXml" Target="../ink/ink120.xml"/><Relationship Id="rId5" Type="http://schemas.openxmlformats.org/officeDocument/2006/relationships/image" Target="../media/image29.png"/><Relationship Id="rId90" Type="http://schemas.openxmlformats.org/officeDocument/2006/relationships/customXml" Target="../ink/ink101.xml"/><Relationship Id="rId95" Type="http://schemas.openxmlformats.org/officeDocument/2006/relationships/image" Target="../media/image86.png"/><Relationship Id="rId22" Type="http://schemas.openxmlformats.org/officeDocument/2006/relationships/customXml" Target="../ink/ink67.xml"/><Relationship Id="rId27" Type="http://schemas.openxmlformats.org/officeDocument/2006/relationships/image" Target="../media/image40.png"/><Relationship Id="rId43" Type="http://schemas.openxmlformats.org/officeDocument/2006/relationships/image" Target="../media/image48.png"/><Relationship Id="rId48" Type="http://schemas.openxmlformats.org/officeDocument/2006/relationships/customXml" Target="../ink/ink80.xml"/><Relationship Id="rId64" Type="http://schemas.openxmlformats.org/officeDocument/2006/relationships/customXml" Target="../ink/ink88.xml"/><Relationship Id="rId69" Type="http://schemas.openxmlformats.org/officeDocument/2006/relationships/image" Target="../media/image61.png"/><Relationship Id="rId113" Type="http://schemas.openxmlformats.org/officeDocument/2006/relationships/image" Target="../media/image95.png"/><Relationship Id="rId118" Type="http://schemas.openxmlformats.org/officeDocument/2006/relationships/customXml" Target="../ink/ink115.xml"/><Relationship Id="rId134" Type="http://schemas.openxmlformats.org/officeDocument/2006/relationships/customXml" Target="../ink/ink123.xml"/><Relationship Id="rId80" Type="http://schemas.openxmlformats.org/officeDocument/2006/relationships/customXml" Target="../ink/ink96.xml"/><Relationship Id="rId85" Type="http://schemas.openxmlformats.org/officeDocument/2006/relationships/image" Target="../media/image810.png"/><Relationship Id="rId12" Type="http://schemas.openxmlformats.org/officeDocument/2006/relationships/customXml" Target="../ink/ink62.xml"/><Relationship Id="rId17" Type="http://schemas.openxmlformats.org/officeDocument/2006/relationships/image" Target="../media/image35.png"/><Relationship Id="rId33" Type="http://schemas.openxmlformats.org/officeDocument/2006/relationships/image" Target="../media/image43.png"/><Relationship Id="rId38" Type="http://schemas.openxmlformats.org/officeDocument/2006/relationships/customXml" Target="../ink/ink75.xml"/><Relationship Id="rId59" Type="http://schemas.openxmlformats.org/officeDocument/2006/relationships/image" Target="../media/image56.png"/><Relationship Id="rId103" Type="http://schemas.openxmlformats.org/officeDocument/2006/relationships/image" Target="../media/image90.png"/><Relationship Id="rId108" Type="http://schemas.openxmlformats.org/officeDocument/2006/relationships/customXml" Target="../ink/ink110.xml"/><Relationship Id="rId124" Type="http://schemas.openxmlformats.org/officeDocument/2006/relationships/customXml" Target="../ink/ink118.xml"/><Relationship Id="rId129" Type="http://schemas.openxmlformats.org/officeDocument/2006/relationships/image" Target="../media/image103.png"/><Relationship Id="rId54" Type="http://schemas.openxmlformats.org/officeDocument/2006/relationships/customXml" Target="../ink/ink83.xml"/><Relationship Id="rId70" Type="http://schemas.openxmlformats.org/officeDocument/2006/relationships/customXml" Target="../ink/ink91.xml"/><Relationship Id="rId75" Type="http://schemas.openxmlformats.org/officeDocument/2006/relationships/image" Target="../media/image760.png"/><Relationship Id="rId91" Type="http://schemas.openxmlformats.org/officeDocument/2006/relationships/image" Target="../media/image84.png"/><Relationship Id="rId96" Type="http://schemas.openxmlformats.org/officeDocument/2006/relationships/customXml" Target="../ink/ink104.xml"/><Relationship Id="rId1" Type="http://schemas.openxmlformats.org/officeDocument/2006/relationships/slideLayout" Target="../slideLayouts/slideLayout2.xml"/><Relationship Id="rId6" Type="http://schemas.openxmlformats.org/officeDocument/2006/relationships/customXml" Target="../ink/ink59.xml"/><Relationship Id="rId23" Type="http://schemas.openxmlformats.org/officeDocument/2006/relationships/image" Target="../media/image38.png"/><Relationship Id="rId28" Type="http://schemas.openxmlformats.org/officeDocument/2006/relationships/customXml" Target="../ink/ink70.xml"/><Relationship Id="rId49" Type="http://schemas.openxmlformats.org/officeDocument/2006/relationships/image" Target="../media/image51.png"/><Relationship Id="rId114" Type="http://schemas.openxmlformats.org/officeDocument/2006/relationships/customXml" Target="../ink/ink113.xml"/><Relationship Id="rId119" Type="http://schemas.openxmlformats.org/officeDocument/2006/relationships/image" Target="../media/image98.png"/><Relationship Id="rId44" Type="http://schemas.openxmlformats.org/officeDocument/2006/relationships/customXml" Target="../ink/ink78.xml"/><Relationship Id="rId60" Type="http://schemas.openxmlformats.org/officeDocument/2006/relationships/customXml" Target="../ink/ink86.xml"/><Relationship Id="rId65" Type="http://schemas.openxmlformats.org/officeDocument/2006/relationships/image" Target="../media/image59.png"/><Relationship Id="rId81" Type="http://schemas.openxmlformats.org/officeDocument/2006/relationships/image" Target="../media/image790.png"/><Relationship Id="rId86" Type="http://schemas.openxmlformats.org/officeDocument/2006/relationships/customXml" Target="../ink/ink99.xml"/><Relationship Id="rId130" Type="http://schemas.openxmlformats.org/officeDocument/2006/relationships/customXml" Target="../ink/ink121.xml"/><Relationship Id="rId135" Type="http://schemas.openxmlformats.org/officeDocument/2006/relationships/image" Target="../media/image106.png"/><Relationship Id="rId13" Type="http://schemas.openxmlformats.org/officeDocument/2006/relationships/image" Target="../media/image33.png"/><Relationship Id="rId18" Type="http://schemas.openxmlformats.org/officeDocument/2006/relationships/customXml" Target="../ink/ink65.xml"/><Relationship Id="rId39" Type="http://schemas.openxmlformats.org/officeDocument/2006/relationships/image" Target="../media/image46.png"/><Relationship Id="rId109" Type="http://schemas.openxmlformats.org/officeDocument/2006/relationships/image" Target="../media/image93.png"/><Relationship Id="rId34" Type="http://schemas.openxmlformats.org/officeDocument/2006/relationships/customXml" Target="../ink/ink73.xml"/><Relationship Id="rId50" Type="http://schemas.openxmlformats.org/officeDocument/2006/relationships/customXml" Target="../ink/ink81.xml"/><Relationship Id="rId55" Type="http://schemas.openxmlformats.org/officeDocument/2006/relationships/image" Target="../media/image54.png"/><Relationship Id="rId76" Type="http://schemas.openxmlformats.org/officeDocument/2006/relationships/customXml" Target="../ink/ink94.xml"/><Relationship Id="rId97" Type="http://schemas.openxmlformats.org/officeDocument/2006/relationships/image" Target="../media/image87.png"/><Relationship Id="rId104" Type="http://schemas.openxmlformats.org/officeDocument/2006/relationships/customXml" Target="../ink/ink108.xml"/><Relationship Id="rId120" Type="http://schemas.openxmlformats.org/officeDocument/2006/relationships/customXml" Target="../ink/ink116.xml"/><Relationship Id="rId125" Type="http://schemas.openxmlformats.org/officeDocument/2006/relationships/image" Target="../media/image101.png"/><Relationship Id="rId7" Type="http://schemas.openxmlformats.org/officeDocument/2006/relationships/image" Target="../media/image30.png"/><Relationship Id="rId71" Type="http://schemas.openxmlformats.org/officeDocument/2006/relationships/image" Target="../media/image62.png"/><Relationship Id="rId92" Type="http://schemas.openxmlformats.org/officeDocument/2006/relationships/customXml" Target="../ink/ink102.xml"/><Relationship Id="rId2" Type="http://schemas.openxmlformats.org/officeDocument/2006/relationships/customXml" Target="../ink/ink57.xml"/><Relationship Id="rId29" Type="http://schemas.openxmlformats.org/officeDocument/2006/relationships/image" Target="../media/image41.png"/><Relationship Id="rId24" Type="http://schemas.openxmlformats.org/officeDocument/2006/relationships/customXml" Target="../ink/ink68.xml"/><Relationship Id="rId40" Type="http://schemas.openxmlformats.org/officeDocument/2006/relationships/customXml" Target="../ink/ink76.xml"/><Relationship Id="rId45" Type="http://schemas.openxmlformats.org/officeDocument/2006/relationships/image" Target="../media/image49.png"/><Relationship Id="rId66" Type="http://schemas.openxmlformats.org/officeDocument/2006/relationships/customXml" Target="../ink/ink89.xml"/><Relationship Id="rId87" Type="http://schemas.openxmlformats.org/officeDocument/2006/relationships/image" Target="../media/image820.png"/><Relationship Id="rId110" Type="http://schemas.openxmlformats.org/officeDocument/2006/relationships/customXml" Target="../ink/ink111.xml"/><Relationship Id="rId115" Type="http://schemas.openxmlformats.org/officeDocument/2006/relationships/image" Target="../media/image96.png"/><Relationship Id="rId131" Type="http://schemas.openxmlformats.org/officeDocument/2006/relationships/image" Target="../media/image104.png"/><Relationship Id="rId136" Type="http://schemas.openxmlformats.org/officeDocument/2006/relationships/customXml" Target="../ink/ink124.xml"/><Relationship Id="rId61" Type="http://schemas.openxmlformats.org/officeDocument/2006/relationships/image" Target="../media/image57.png"/><Relationship Id="rId82" Type="http://schemas.openxmlformats.org/officeDocument/2006/relationships/customXml" Target="../ink/ink97.xml"/><Relationship Id="rId19" Type="http://schemas.openxmlformats.org/officeDocument/2006/relationships/image" Target="../media/image36.png"/><Relationship Id="rId14" Type="http://schemas.openxmlformats.org/officeDocument/2006/relationships/customXml" Target="../ink/ink63.xml"/><Relationship Id="rId30" Type="http://schemas.openxmlformats.org/officeDocument/2006/relationships/customXml" Target="../ink/ink71.xml"/><Relationship Id="rId35" Type="http://schemas.openxmlformats.org/officeDocument/2006/relationships/image" Target="../media/image44.png"/><Relationship Id="rId56" Type="http://schemas.openxmlformats.org/officeDocument/2006/relationships/customXml" Target="../ink/ink84.xml"/><Relationship Id="rId77" Type="http://schemas.openxmlformats.org/officeDocument/2006/relationships/image" Target="../media/image770.png"/><Relationship Id="rId100" Type="http://schemas.openxmlformats.org/officeDocument/2006/relationships/customXml" Target="../ink/ink106.xml"/><Relationship Id="rId105" Type="http://schemas.openxmlformats.org/officeDocument/2006/relationships/image" Target="../media/image91.png"/><Relationship Id="rId126" Type="http://schemas.openxmlformats.org/officeDocument/2006/relationships/customXml" Target="../ink/ink119.xml"/><Relationship Id="rId8" Type="http://schemas.openxmlformats.org/officeDocument/2006/relationships/customXml" Target="../ink/ink60.xml"/><Relationship Id="rId51" Type="http://schemas.openxmlformats.org/officeDocument/2006/relationships/image" Target="../media/image52.png"/><Relationship Id="rId72" Type="http://schemas.openxmlformats.org/officeDocument/2006/relationships/customXml" Target="../ink/ink92.xml"/><Relationship Id="rId93" Type="http://schemas.openxmlformats.org/officeDocument/2006/relationships/image" Target="../media/image85.png"/><Relationship Id="rId98" Type="http://schemas.openxmlformats.org/officeDocument/2006/relationships/customXml" Target="../ink/ink105.xml"/><Relationship Id="rId121" Type="http://schemas.openxmlformats.org/officeDocument/2006/relationships/image" Target="../media/image99.png"/><Relationship Id="rId3" Type="http://schemas.openxmlformats.org/officeDocument/2006/relationships/image" Target="../media/image280.png"/><Relationship Id="rId25" Type="http://schemas.openxmlformats.org/officeDocument/2006/relationships/image" Target="../media/image39.png"/><Relationship Id="rId46" Type="http://schemas.openxmlformats.org/officeDocument/2006/relationships/customXml" Target="../ink/ink79.xml"/><Relationship Id="rId67" Type="http://schemas.openxmlformats.org/officeDocument/2006/relationships/image" Target="../media/image60.png"/><Relationship Id="rId116" Type="http://schemas.openxmlformats.org/officeDocument/2006/relationships/customXml" Target="../ink/ink114.xml"/><Relationship Id="rId137" Type="http://schemas.openxmlformats.org/officeDocument/2006/relationships/image" Target="../media/image107.png"/><Relationship Id="rId20" Type="http://schemas.openxmlformats.org/officeDocument/2006/relationships/customXml" Target="../ink/ink66.xml"/><Relationship Id="rId41" Type="http://schemas.openxmlformats.org/officeDocument/2006/relationships/image" Target="../media/image47.png"/><Relationship Id="rId62" Type="http://schemas.openxmlformats.org/officeDocument/2006/relationships/customXml" Target="../ink/ink87.xml"/><Relationship Id="rId83" Type="http://schemas.openxmlformats.org/officeDocument/2006/relationships/image" Target="../media/image800.png"/><Relationship Id="rId88" Type="http://schemas.openxmlformats.org/officeDocument/2006/relationships/customXml" Target="../ink/ink100.xml"/><Relationship Id="rId111" Type="http://schemas.openxmlformats.org/officeDocument/2006/relationships/image" Target="../media/image94.png"/><Relationship Id="rId132" Type="http://schemas.openxmlformats.org/officeDocument/2006/relationships/customXml" Target="../ink/ink122.xml"/><Relationship Id="rId15" Type="http://schemas.openxmlformats.org/officeDocument/2006/relationships/image" Target="../media/image34.png"/><Relationship Id="rId36" Type="http://schemas.openxmlformats.org/officeDocument/2006/relationships/customXml" Target="../ink/ink74.xml"/><Relationship Id="rId57" Type="http://schemas.openxmlformats.org/officeDocument/2006/relationships/image" Target="../media/image55.png"/><Relationship Id="rId106" Type="http://schemas.openxmlformats.org/officeDocument/2006/relationships/customXml" Target="../ink/ink109.xml"/><Relationship Id="rId127" Type="http://schemas.openxmlformats.org/officeDocument/2006/relationships/image" Target="../media/image102.png"/><Relationship Id="rId10" Type="http://schemas.openxmlformats.org/officeDocument/2006/relationships/customXml" Target="../ink/ink61.xml"/><Relationship Id="rId31" Type="http://schemas.openxmlformats.org/officeDocument/2006/relationships/image" Target="../media/image42.png"/><Relationship Id="rId52" Type="http://schemas.openxmlformats.org/officeDocument/2006/relationships/customXml" Target="../ink/ink82.xml"/><Relationship Id="rId73" Type="http://schemas.openxmlformats.org/officeDocument/2006/relationships/image" Target="../media/image750.png"/><Relationship Id="rId78" Type="http://schemas.openxmlformats.org/officeDocument/2006/relationships/customXml" Target="../ink/ink95.xml"/><Relationship Id="rId94" Type="http://schemas.openxmlformats.org/officeDocument/2006/relationships/customXml" Target="../ink/ink103.xml"/><Relationship Id="rId99" Type="http://schemas.openxmlformats.org/officeDocument/2006/relationships/image" Target="../media/image88.png"/><Relationship Id="rId101" Type="http://schemas.openxmlformats.org/officeDocument/2006/relationships/image" Target="../media/image89.png"/><Relationship Id="rId122" Type="http://schemas.openxmlformats.org/officeDocument/2006/relationships/customXml" Target="../ink/ink117.xml"/><Relationship Id="rId4" Type="http://schemas.openxmlformats.org/officeDocument/2006/relationships/customXml" Target="../ink/ink58.xml"/><Relationship Id="rId9" Type="http://schemas.openxmlformats.org/officeDocument/2006/relationships/image" Target="../media/image31.png"/><Relationship Id="rId26" Type="http://schemas.openxmlformats.org/officeDocument/2006/relationships/customXml" Target="../ink/ink69.xml"/><Relationship Id="rId47" Type="http://schemas.openxmlformats.org/officeDocument/2006/relationships/image" Target="../media/image50.png"/><Relationship Id="rId68" Type="http://schemas.openxmlformats.org/officeDocument/2006/relationships/customXml" Target="../ink/ink90.xml"/><Relationship Id="rId89" Type="http://schemas.openxmlformats.org/officeDocument/2006/relationships/image" Target="../media/image830.png"/><Relationship Id="rId112" Type="http://schemas.openxmlformats.org/officeDocument/2006/relationships/customXml" Target="../ink/ink112.xml"/><Relationship Id="rId133" Type="http://schemas.openxmlformats.org/officeDocument/2006/relationships/image" Target="../media/image105.png"/></Relationships>
</file>

<file path=ppt/slides/_rels/slide26.xml.rels><?xml version="1.0" encoding="UTF-8" standalone="yes"?>
<Relationships xmlns="http://schemas.openxmlformats.org/package/2006/relationships"><Relationship Id="rId26" Type="http://schemas.openxmlformats.org/officeDocument/2006/relationships/customXml" Target="../ink/ink137.xml"/><Relationship Id="rId21" Type="http://schemas.openxmlformats.org/officeDocument/2006/relationships/image" Target="../media/image37.png"/><Relationship Id="rId63" Type="http://schemas.openxmlformats.org/officeDocument/2006/relationships/image" Target="../media/image62.png"/><Relationship Id="rId68" Type="http://schemas.openxmlformats.org/officeDocument/2006/relationships/customXml" Target="../ink/ink150.xml"/><Relationship Id="rId84" Type="http://schemas.openxmlformats.org/officeDocument/2006/relationships/customXml" Target="../ink/ink158.xml"/><Relationship Id="rId89" Type="http://schemas.openxmlformats.org/officeDocument/2006/relationships/image" Target="../media/image87.png"/><Relationship Id="rId112" Type="http://schemas.openxmlformats.org/officeDocument/2006/relationships/customXml" Target="../ink/ink172.xml"/><Relationship Id="rId16" Type="http://schemas.openxmlformats.org/officeDocument/2006/relationships/customXml" Target="../ink/ink132.xml"/><Relationship Id="rId107" Type="http://schemas.openxmlformats.org/officeDocument/2006/relationships/image" Target="../media/image113.png"/><Relationship Id="rId11" Type="http://schemas.openxmlformats.org/officeDocument/2006/relationships/image" Target="../media/image32.png"/><Relationship Id="rId32" Type="http://schemas.openxmlformats.org/officeDocument/2006/relationships/customXml" Target="../ink/ink140.xml"/><Relationship Id="rId37" Type="http://schemas.openxmlformats.org/officeDocument/2006/relationships/image" Target="../media/image108.png"/><Relationship Id="rId58" Type="http://schemas.openxmlformats.org/officeDocument/2006/relationships/customXml" Target="../ink/ink145.xml"/><Relationship Id="rId74" Type="http://schemas.openxmlformats.org/officeDocument/2006/relationships/customXml" Target="../ink/ink153.xml"/><Relationship Id="rId79" Type="http://schemas.openxmlformats.org/officeDocument/2006/relationships/image" Target="../media/image820.png"/><Relationship Id="rId102" Type="http://schemas.openxmlformats.org/officeDocument/2006/relationships/customXml" Target="../ink/ink167.xml"/><Relationship Id="rId5" Type="http://schemas.openxmlformats.org/officeDocument/2006/relationships/image" Target="../media/image29.png"/><Relationship Id="rId90" Type="http://schemas.openxmlformats.org/officeDocument/2006/relationships/customXml" Target="../ink/ink161.xml"/><Relationship Id="rId95" Type="http://schemas.openxmlformats.org/officeDocument/2006/relationships/image" Target="../media/image900.png"/><Relationship Id="rId22" Type="http://schemas.openxmlformats.org/officeDocument/2006/relationships/customXml" Target="../ink/ink135.xml"/><Relationship Id="rId27" Type="http://schemas.openxmlformats.org/officeDocument/2006/relationships/image" Target="../media/image40.png"/><Relationship Id="rId64" Type="http://schemas.openxmlformats.org/officeDocument/2006/relationships/customXml" Target="../ink/ink148.xml"/><Relationship Id="rId69" Type="http://schemas.openxmlformats.org/officeDocument/2006/relationships/image" Target="../media/image770.png"/><Relationship Id="rId113" Type="http://schemas.openxmlformats.org/officeDocument/2006/relationships/image" Target="../media/image116.png"/><Relationship Id="rId80" Type="http://schemas.openxmlformats.org/officeDocument/2006/relationships/customXml" Target="../ink/ink156.xml"/><Relationship Id="rId85" Type="http://schemas.openxmlformats.org/officeDocument/2006/relationships/image" Target="../media/image85.png"/><Relationship Id="rId3" Type="http://schemas.openxmlformats.org/officeDocument/2006/relationships/image" Target="../media/image280.png"/><Relationship Id="rId12" Type="http://schemas.openxmlformats.org/officeDocument/2006/relationships/customXml" Target="../ink/ink130.xml"/><Relationship Id="rId17" Type="http://schemas.openxmlformats.org/officeDocument/2006/relationships/image" Target="../media/image35.png"/><Relationship Id="rId25" Type="http://schemas.openxmlformats.org/officeDocument/2006/relationships/image" Target="../media/image39.png"/><Relationship Id="rId33" Type="http://schemas.openxmlformats.org/officeDocument/2006/relationships/image" Target="../media/image43.png"/><Relationship Id="rId38" Type="http://schemas.openxmlformats.org/officeDocument/2006/relationships/customXml" Target="../ink/ink143.xml"/><Relationship Id="rId59" Type="http://schemas.openxmlformats.org/officeDocument/2006/relationships/image" Target="../media/image56.png"/><Relationship Id="rId67" Type="http://schemas.openxmlformats.org/officeDocument/2006/relationships/image" Target="../media/image760.png"/><Relationship Id="rId103" Type="http://schemas.openxmlformats.org/officeDocument/2006/relationships/image" Target="../media/image111.png"/><Relationship Id="rId108" Type="http://schemas.openxmlformats.org/officeDocument/2006/relationships/customXml" Target="../ink/ink170.xml"/><Relationship Id="rId20" Type="http://schemas.openxmlformats.org/officeDocument/2006/relationships/customXml" Target="../ink/ink134.xml"/><Relationship Id="rId62" Type="http://schemas.openxmlformats.org/officeDocument/2006/relationships/customXml" Target="../ink/ink147.xml"/><Relationship Id="rId70" Type="http://schemas.openxmlformats.org/officeDocument/2006/relationships/customXml" Target="../ink/ink151.xml"/><Relationship Id="rId75" Type="http://schemas.openxmlformats.org/officeDocument/2006/relationships/image" Target="../media/image800.png"/><Relationship Id="rId83" Type="http://schemas.openxmlformats.org/officeDocument/2006/relationships/image" Target="../media/image84.png"/><Relationship Id="rId88" Type="http://schemas.openxmlformats.org/officeDocument/2006/relationships/customXml" Target="../ink/ink160.xml"/><Relationship Id="rId91" Type="http://schemas.openxmlformats.org/officeDocument/2006/relationships/image" Target="../media/image88.png"/><Relationship Id="rId96" Type="http://schemas.openxmlformats.org/officeDocument/2006/relationships/customXml" Target="../ink/ink164.xml"/><Relationship Id="rId111" Type="http://schemas.openxmlformats.org/officeDocument/2006/relationships/image" Target="../media/image115.png"/><Relationship Id="rId1" Type="http://schemas.openxmlformats.org/officeDocument/2006/relationships/slideLayout" Target="../slideLayouts/slideLayout2.xml"/><Relationship Id="rId6" Type="http://schemas.openxmlformats.org/officeDocument/2006/relationships/customXml" Target="../ink/ink127.xml"/><Relationship Id="rId15" Type="http://schemas.openxmlformats.org/officeDocument/2006/relationships/image" Target="../media/image34.png"/><Relationship Id="rId23" Type="http://schemas.openxmlformats.org/officeDocument/2006/relationships/image" Target="../media/image38.png"/><Relationship Id="rId28" Type="http://schemas.openxmlformats.org/officeDocument/2006/relationships/customXml" Target="../ink/ink138.xml"/><Relationship Id="rId36" Type="http://schemas.openxmlformats.org/officeDocument/2006/relationships/customXml" Target="../ink/ink142.xml"/><Relationship Id="rId57" Type="http://schemas.openxmlformats.org/officeDocument/2006/relationships/image" Target="../media/image55.png"/><Relationship Id="rId106" Type="http://schemas.openxmlformats.org/officeDocument/2006/relationships/customXml" Target="../ink/ink169.xml"/><Relationship Id="rId10" Type="http://schemas.openxmlformats.org/officeDocument/2006/relationships/customXml" Target="../ink/ink129.xml"/><Relationship Id="rId31" Type="http://schemas.openxmlformats.org/officeDocument/2006/relationships/image" Target="../media/image42.png"/><Relationship Id="rId60" Type="http://schemas.openxmlformats.org/officeDocument/2006/relationships/customXml" Target="../ink/ink146.xml"/><Relationship Id="rId65" Type="http://schemas.openxmlformats.org/officeDocument/2006/relationships/image" Target="../media/image750.png"/><Relationship Id="rId73" Type="http://schemas.openxmlformats.org/officeDocument/2006/relationships/image" Target="../media/image790.png"/><Relationship Id="rId78" Type="http://schemas.openxmlformats.org/officeDocument/2006/relationships/customXml" Target="../ink/ink155.xml"/><Relationship Id="rId81" Type="http://schemas.openxmlformats.org/officeDocument/2006/relationships/image" Target="../media/image830.png"/><Relationship Id="rId86" Type="http://schemas.openxmlformats.org/officeDocument/2006/relationships/customXml" Target="../ink/ink159.xml"/><Relationship Id="rId94" Type="http://schemas.openxmlformats.org/officeDocument/2006/relationships/customXml" Target="../ink/ink163.xml"/><Relationship Id="rId99" Type="http://schemas.openxmlformats.org/officeDocument/2006/relationships/image" Target="../media/image109.png"/><Relationship Id="rId101" Type="http://schemas.openxmlformats.org/officeDocument/2006/relationships/image" Target="../media/image110.png"/><Relationship Id="rId4" Type="http://schemas.openxmlformats.org/officeDocument/2006/relationships/customXml" Target="../ink/ink126.xml"/><Relationship Id="rId9" Type="http://schemas.openxmlformats.org/officeDocument/2006/relationships/image" Target="../media/image31.png"/><Relationship Id="rId13" Type="http://schemas.openxmlformats.org/officeDocument/2006/relationships/image" Target="../media/image33.png"/><Relationship Id="rId18" Type="http://schemas.openxmlformats.org/officeDocument/2006/relationships/customXml" Target="../ink/ink133.xml"/><Relationship Id="rId109" Type="http://schemas.openxmlformats.org/officeDocument/2006/relationships/image" Target="../media/image114.png"/><Relationship Id="rId34" Type="http://schemas.openxmlformats.org/officeDocument/2006/relationships/customXml" Target="../ink/ink141.xml"/><Relationship Id="rId55" Type="http://schemas.openxmlformats.org/officeDocument/2006/relationships/image" Target="../media/image54.png"/><Relationship Id="rId76" Type="http://schemas.openxmlformats.org/officeDocument/2006/relationships/customXml" Target="../ink/ink154.xml"/><Relationship Id="rId97" Type="http://schemas.openxmlformats.org/officeDocument/2006/relationships/image" Target="../media/image910.png"/><Relationship Id="rId104" Type="http://schemas.openxmlformats.org/officeDocument/2006/relationships/customXml" Target="../ink/ink168.xml"/><Relationship Id="rId7" Type="http://schemas.openxmlformats.org/officeDocument/2006/relationships/image" Target="../media/image30.png"/><Relationship Id="rId71" Type="http://schemas.openxmlformats.org/officeDocument/2006/relationships/image" Target="../media/image780.png"/><Relationship Id="rId92" Type="http://schemas.openxmlformats.org/officeDocument/2006/relationships/customXml" Target="../ink/ink162.xml"/><Relationship Id="rId2" Type="http://schemas.openxmlformats.org/officeDocument/2006/relationships/customXml" Target="../ink/ink125.xml"/><Relationship Id="rId29" Type="http://schemas.openxmlformats.org/officeDocument/2006/relationships/image" Target="../media/image41.png"/><Relationship Id="rId24" Type="http://schemas.openxmlformats.org/officeDocument/2006/relationships/customXml" Target="../ink/ink136.xml"/><Relationship Id="rId66" Type="http://schemas.openxmlformats.org/officeDocument/2006/relationships/customXml" Target="../ink/ink149.xml"/><Relationship Id="rId87" Type="http://schemas.openxmlformats.org/officeDocument/2006/relationships/image" Target="../media/image86.png"/><Relationship Id="rId110" Type="http://schemas.openxmlformats.org/officeDocument/2006/relationships/customXml" Target="../ink/ink171.xml"/><Relationship Id="rId61" Type="http://schemas.openxmlformats.org/officeDocument/2006/relationships/image" Target="../media/image57.png"/><Relationship Id="rId82" Type="http://schemas.openxmlformats.org/officeDocument/2006/relationships/customXml" Target="../ink/ink157.xml"/><Relationship Id="rId19" Type="http://schemas.openxmlformats.org/officeDocument/2006/relationships/image" Target="../media/image36.png"/><Relationship Id="rId14" Type="http://schemas.openxmlformats.org/officeDocument/2006/relationships/customXml" Target="../ink/ink131.xml"/><Relationship Id="rId30" Type="http://schemas.openxmlformats.org/officeDocument/2006/relationships/customXml" Target="../ink/ink139.xml"/><Relationship Id="rId35" Type="http://schemas.openxmlformats.org/officeDocument/2006/relationships/image" Target="../media/image44.png"/><Relationship Id="rId56" Type="http://schemas.openxmlformats.org/officeDocument/2006/relationships/customXml" Target="../ink/ink144.xml"/><Relationship Id="rId77" Type="http://schemas.openxmlformats.org/officeDocument/2006/relationships/image" Target="../media/image810.png"/><Relationship Id="rId100" Type="http://schemas.openxmlformats.org/officeDocument/2006/relationships/customXml" Target="../ink/ink166.xml"/><Relationship Id="rId105" Type="http://schemas.openxmlformats.org/officeDocument/2006/relationships/image" Target="../media/image112.png"/><Relationship Id="rId8" Type="http://schemas.openxmlformats.org/officeDocument/2006/relationships/customXml" Target="../ink/ink128.xml"/><Relationship Id="rId72" Type="http://schemas.openxmlformats.org/officeDocument/2006/relationships/customXml" Target="../ink/ink152.xml"/><Relationship Id="rId93" Type="http://schemas.openxmlformats.org/officeDocument/2006/relationships/image" Target="../media/image89.png"/><Relationship Id="rId98" Type="http://schemas.openxmlformats.org/officeDocument/2006/relationships/customXml" Target="../ink/ink16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1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1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1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F526BB-2687-4CC6-88E1-D0F6ABD10D7D}"/>
              </a:ext>
            </a:extLst>
          </p:cNvPr>
          <p:cNvSpPr>
            <a:spLocks noGrp="1"/>
          </p:cNvSpPr>
          <p:nvPr>
            <p:ph type="ctrTitle"/>
          </p:nvPr>
        </p:nvSpPr>
        <p:spPr/>
        <p:txBody>
          <a:bodyPr/>
          <a:lstStyle/>
          <a:p>
            <a:r>
              <a:rPr lang="en-IE" dirty="0"/>
              <a:t>Sensors, Microcontrollers &amp; Packet Tracer</a:t>
            </a:r>
          </a:p>
        </p:txBody>
      </p:sp>
      <p:sp>
        <p:nvSpPr>
          <p:cNvPr id="3" name="Subtitle 2">
            <a:extLst>
              <a:ext uri="{FF2B5EF4-FFF2-40B4-BE49-F238E27FC236}">
                <a16:creationId xmlns:a16="http://schemas.microsoft.com/office/drawing/2014/main" id="{65332F19-567A-42D2-BCFD-DBB349C47E31}"/>
              </a:ext>
            </a:extLst>
          </p:cNvPr>
          <p:cNvSpPr>
            <a:spLocks noGrp="1"/>
          </p:cNvSpPr>
          <p:nvPr>
            <p:ph type="subTitle" idx="1"/>
          </p:nvPr>
        </p:nvSpPr>
        <p:spPr/>
        <p:txBody>
          <a:bodyPr/>
          <a:lstStyle/>
          <a:p>
            <a:r>
              <a:rPr lang="en-IE" dirty="0"/>
              <a:t>Frank Walsh</a:t>
            </a:r>
          </a:p>
        </p:txBody>
      </p:sp>
    </p:spTree>
    <p:extLst>
      <p:ext uri="{BB962C8B-B14F-4D97-AF65-F5344CB8AC3E}">
        <p14:creationId xmlns:p14="http://schemas.microsoft.com/office/powerpoint/2010/main" val="7931194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9A52AD-0009-4C06-AA6B-F899552DF507}"/>
              </a:ext>
            </a:extLst>
          </p:cNvPr>
          <p:cNvSpPr>
            <a:spLocks noGrp="1"/>
          </p:cNvSpPr>
          <p:nvPr>
            <p:ph type="title"/>
          </p:nvPr>
        </p:nvSpPr>
        <p:spPr/>
        <p:txBody>
          <a:bodyPr/>
          <a:lstStyle/>
          <a:p>
            <a:r>
              <a:rPr lang="en-IE" dirty="0"/>
              <a:t>Agenda</a:t>
            </a:r>
          </a:p>
        </p:txBody>
      </p:sp>
      <p:sp>
        <p:nvSpPr>
          <p:cNvPr id="3" name="Content Placeholder 2">
            <a:extLst>
              <a:ext uri="{FF2B5EF4-FFF2-40B4-BE49-F238E27FC236}">
                <a16:creationId xmlns:a16="http://schemas.microsoft.com/office/drawing/2014/main" id="{01341012-9081-41AA-B6E5-D09D7CAD4744}"/>
              </a:ext>
            </a:extLst>
          </p:cNvPr>
          <p:cNvSpPr>
            <a:spLocks noGrp="1"/>
          </p:cNvSpPr>
          <p:nvPr>
            <p:ph idx="1"/>
          </p:nvPr>
        </p:nvSpPr>
        <p:spPr/>
        <p:txBody>
          <a:bodyPr/>
          <a:lstStyle/>
          <a:p>
            <a:pPr marL="0" indent="0">
              <a:buNone/>
            </a:pPr>
            <a:r>
              <a:rPr lang="en-US" sz="2800" dirty="0"/>
              <a:t>Main </a:t>
            </a:r>
            <a:r>
              <a:rPr lang="en-US" dirty="0"/>
              <a:t>aim is to </a:t>
            </a:r>
            <a:r>
              <a:rPr lang="en-US" sz="2800" dirty="0"/>
              <a:t>provide enough knowledge so we can build and understand basic sensor/actuator systems using </a:t>
            </a:r>
            <a:r>
              <a:rPr lang="en-US" dirty="0"/>
              <a:t>SBC/Microcontroller</a:t>
            </a:r>
            <a:endParaRPr lang="en-US" sz="2800" dirty="0"/>
          </a:p>
          <a:p>
            <a:pPr lvl="1"/>
            <a:r>
              <a:rPr lang="en-US" dirty="0"/>
              <a:t>Can simulate this in </a:t>
            </a:r>
            <a:r>
              <a:rPr lang="en-US" dirty="0" err="1"/>
              <a:t>PacketTracer</a:t>
            </a:r>
            <a:r>
              <a:rPr lang="en-US" dirty="0"/>
              <a:t> for now</a:t>
            </a:r>
          </a:p>
          <a:p>
            <a:r>
              <a:rPr lang="en-US" dirty="0"/>
              <a:t>Sensors/Transducers</a:t>
            </a:r>
          </a:p>
          <a:p>
            <a:r>
              <a:rPr lang="en-US" dirty="0"/>
              <a:t>Sensor Types</a:t>
            </a:r>
          </a:p>
          <a:p>
            <a:r>
              <a:rPr lang="en-US" dirty="0"/>
              <a:t>Connecting to a SBC</a:t>
            </a:r>
          </a:p>
          <a:p>
            <a:r>
              <a:rPr lang="en-US" dirty="0"/>
              <a:t>Sensors in Packet Tracer</a:t>
            </a:r>
          </a:p>
          <a:p>
            <a:endParaRPr lang="en-US" dirty="0"/>
          </a:p>
          <a:p>
            <a:endParaRPr lang="en-IE" dirty="0"/>
          </a:p>
        </p:txBody>
      </p:sp>
    </p:spTree>
    <p:extLst>
      <p:ext uri="{BB962C8B-B14F-4D97-AF65-F5344CB8AC3E}">
        <p14:creationId xmlns:p14="http://schemas.microsoft.com/office/powerpoint/2010/main" val="22625481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A9C3BE-5D88-470A-9C51-C3FB43B77413}"/>
              </a:ext>
            </a:extLst>
          </p:cNvPr>
          <p:cNvSpPr>
            <a:spLocks noGrp="1"/>
          </p:cNvSpPr>
          <p:nvPr>
            <p:ph type="title"/>
          </p:nvPr>
        </p:nvSpPr>
        <p:spPr>
          <a:xfrm>
            <a:off x="838200" y="723578"/>
            <a:ext cx="5843337" cy="1645501"/>
          </a:xfrm>
        </p:spPr>
        <p:txBody>
          <a:bodyPr>
            <a:normAutofit/>
          </a:bodyPr>
          <a:lstStyle/>
          <a:p>
            <a:r>
              <a:rPr lang="en-IE" dirty="0"/>
              <a:t>Context: Physical Computing</a:t>
            </a:r>
          </a:p>
        </p:txBody>
      </p:sp>
      <p:sp>
        <p:nvSpPr>
          <p:cNvPr id="3" name="Content Placeholder 2">
            <a:extLst>
              <a:ext uri="{FF2B5EF4-FFF2-40B4-BE49-F238E27FC236}">
                <a16:creationId xmlns:a16="http://schemas.microsoft.com/office/drawing/2014/main" id="{E2D83EA1-3919-427D-95F9-D5DD69C36C50}"/>
              </a:ext>
            </a:extLst>
          </p:cNvPr>
          <p:cNvSpPr>
            <a:spLocks noGrp="1"/>
          </p:cNvSpPr>
          <p:nvPr>
            <p:ph idx="1"/>
          </p:nvPr>
        </p:nvSpPr>
        <p:spPr>
          <a:xfrm>
            <a:off x="838200" y="2548467"/>
            <a:ext cx="4595071" cy="3628495"/>
          </a:xfrm>
        </p:spPr>
        <p:txBody>
          <a:bodyPr>
            <a:normAutofit/>
          </a:bodyPr>
          <a:lstStyle/>
          <a:p>
            <a:r>
              <a:rPr lang="en-IE" sz="1700"/>
              <a:t>Break away from conventional input/output peripherals:</a:t>
            </a:r>
          </a:p>
          <a:p>
            <a:pPr lvl="1"/>
            <a:r>
              <a:rPr lang="en-IE" sz="1700"/>
              <a:t>Keyboard, mouse, screen</a:t>
            </a:r>
          </a:p>
          <a:p>
            <a:r>
              <a:rPr lang="en-IE" sz="1700"/>
              <a:t>Think about how human/environment signals can be captured and changed into electronic signals that can be interpreted by a computing device.</a:t>
            </a:r>
          </a:p>
          <a:p>
            <a:r>
              <a:rPr lang="en-GB" sz="1700"/>
              <a:t>Physical computing applications tend to depend on people for input (and sometimes output), and transform that input into another form, like an animation, a sound, or motion.</a:t>
            </a:r>
          </a:p>
          <a:p>
            <a:r>
              <a:rPr lang="en-GB" sz="1700"/>
              <a:t>Sometimes powerfully fuses art and technology. </a:t>
            </a:r>
            <a:endParaRPr lang="en-IE" sz="1700"/>
          </a:p>
        </p:txBody>
      </p:sp>
      <p:pic>
        <p:nvPicPr>
          <p:cNvPr id="5" name="Picture 4">
            <a:extLst>
              <a:ext uri="{FF2B5EF4-FFF2-40B4-BE49-F238E27FC236}">
                <a16:creationId xmlns:a16="http://schemas.microsoft.com/office/drawing/2014/main" id="{DAAEE604-67F0-4347-B31C-558F6D4D832C}"/>
              </a:ext>
            </a:extLst>
          </p:cNvPr>
          <p:cNvPicPr>
            <a:picLocks noChangeAspect="1"/>
          </p:cNvPicPr>
          <p:nvPr/>
        </p:nvPicPr>
        <p:blipFill>
          <a:blip r:embed="rId3"/>
          <a:stretch>
            <a:fillRect/>
          </a:stretch>
        </p:blipFill>
        <p:spPr>
          <a:xfrm>
            <a:off x="6740025" y="321734"/>
            <a:ext cx="1726082" cy="2739814"/>
          </a:xfrm>
          <a:prstGeom prst="rect">
            <a:avLst/>
          </a:prstGeom>
        </p:spPr>
      </p:pic>
      <p:pic>
        <p:nvPicPr>
          <p:cNvPr id="4" name="Picture 3" descr="Diagram&#10;&#10;Description automatically generated">
            <a:extLst>
              <a:ext uri="{FF2B5EF4-FFF2-40B4-BE49-F238E27FC236}">
                <a16:creationId xmlns:a16="http://schemas.microsoft.com/office/drawing/2014/main" id="{C8912B64-3C43-4C4B-950A-FBDACCC705C1}"/>
              </a:ext>
            </a:extLst>
          </p:cNvPr>
          <p:cNvPicPr>
            <a:picLocks noChangeAspect="1"/>
          </p:cNvPicPr>
          <p:nvPr/>
        </p:nvPicPr>
        <p:blipFill rotWithShape="1">
          <a:blip r:embed="rId4"/>
          <a:srcRect t="2871" r="-1" b="15458"/>
          <a:stretch/>
        </p:blipFill>
        <p:spPr>
          <a:xfrm>
            <a:off x="9502775" y="545681"/>
            <a:ext cx="2364317" cy="2291919"/>
          </a:xfrm>
          <a:prstGeom prst="rect">
            <a:avLst/>
          </a:prstGeom>
        </p:spPr>
      </p:pic>
      <p:pic>
        <p:nvPicPr>
          <p:cNvPr id="6" name="Picture 5" descr="A picture containing table, small, sitting, desk&#10;&#10;Description automatically generated">
            <a:extLst>
              <a:ext uri="{FF2B5EF4-FFF2-40B4-BE49-F238E27FC236}">
                <a16:creationId xmlns:a16="http://schemas.microsoft.com/office/drawing/2014/main" id="{661E5B4D-6301-497E-854E-68D21F5504C5}"/>
              </a:ext>
            </a:extLst>
          </p:cNvPr>
          <p:cNvPicPr>
            <a:picLocks noChangeAspect="1"/>
          </p:cNvPicPr>
          <p:nvPr/>
        </p:nvPicPr>
        <p:blipFill>
          <a:blip r:embed="rId5"/>
          <a:stretch>
            <a:fillRect/>
          </a:stretch>
        </p:blipFill>
        <p:spPr>
          <a:xfrm>
            <a:off x="7454953" y="3796452"/>
            <a:ext cx="3378093" cy="2559898"/>
          </a:xfrm>
          <a:prstGeom prst="rect">
            <a:avLst/>
          </a:prstGeom>
        </p:spPr>
      </p:pic>
    </p:spTree>
    <p:extLst>
      <p:ext uri="{BB962C8B-B14F-4D97-AF65-F5344CB8AC3E}">
        <p14:creationId xmlns:p14="http://schemas.microsoft.com/office/powerpoint/2010/main" val="4448971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1259310" y="209434"/>
            <a:ext cx="10932690" cy="6439132"/>
          </a:xfrm>
          <a:prstGeom prst="rect">
            <a:avLst/>
          </a:prstGeom>
        </p:spPr>
      </p:pic>
      <p:sp>
        <p:nvSpPr>
          <p:cNvPr id="3" name="TextBox 2">
            <a:extLst>
              <a:ext uri="{FF2B5EF4-FFF2-40B4-BE49-F238E27FC236}">
                <a16:creationId xmlns:a16="http://schemas.microsoft.com/office/drawing/2014/main" id="{1250B463-3A75-532D-1576-5936D3B16495}"/>
              </a:ext>
            </a:extLst>
          </p:cNvPr>
          <p:cNvSpPr txBox="1"/>
          <p:nvPr/>
        </p:nvSpPr>
        <p:spPr>
          <a:xfrm>
            <a:off x="8428550" y="5312994"/>
            <a:ext cx="4103827" cy="1200329"/>
          </a:xfrm>
          <a:prstGeom prst="rect">
            <a:avLst/>
          </a:prstGeom>
          <a:solidFill>
            <a:schemeClr val="bg1"/>
          </a:solidFill>
        </p:spPr>
        <p:txBody>
          <a:bodyPr wrap="square" rtlCol="0">
            <a:spAutoFit/>
          </a:bodyPr>
          <a:lstStyle/>
          <a:p>
            <a:r>
              <a:rPr lang="en-GB" sz="2400" dirty="0"/>
              <a:t>Simple Example: Night Light</a:t>
            </a:r>
          </a:p>
          <a:p>
            <a:endParaRPr lang="en-GB" sz="2400" dirty="0"/>
          </a:p>
          <a:p>
            <a:endParaRPr lang="en-IE"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92516" y="466196"/>
            <a:ext cx="11323143" cy="6122053"/>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2F6272-21E3-47D0-AEE1-9ED121F424FE}"/>
              </a:ext>
            </a:extLst>
          </p:cNvPr>
          <p:cNvSpPr>
            <a:spLocks noGrp="1"/>
          </p:cNvSpPr>
          <p:nvPr>
            <p:ph type="title"/>
          </p:nvPr>
        </p:nvSpPr>
        <p:spPr>
          <a:xfrm>
            <a:off x="648929" y="629266"/>
            <a:ext cx="3505495" cy="1622321"/>
          </a:xfrm>
        </p:spPr>
        <p:txBody>
          <a:bodyPr>
            <a:normAutofit/>
          </a:bodyPr>
          <a:lstStyle/>
          <a:p>
            <a:r>
              <a:rPr lang="en-IE" dirty="0"/>
              <a:t>What are Sensors</a:t>
            </a:r>
          </a:p>
        </p:txBody>
      </p:sp>
      <p:sp>
        <p:nvSpPr>
          <p:cNvPr id="3" name="Content Placeholder 2">
            <a:extLst>
              <a:ext uri="{FF2B5EF4-FFF2-40B4-BE49-F238E27FC236}">
                <a16:creationId xmlns:a16="http://schemas.microsoft.com/office/drawing/2014/main" id="{28DBFD1D-08F4-4C53-96BA-C6E11AA5CE2D}"/>
              </a:ext>
            </a:extLst>
          </p:cNvPr>
          <p:cNvSpPr>
            <a:spLocks noGrp="1"/>
          </p:cNvSpPr>
          <p:nvPr>
            <p:ph idx="1"/>
          </p:nvPr>
        </p:nvSpPr>
        <p:spPr>
          <a:xfrm>
            <a:off x="648931" y="2438400"/>
            <a:ext cx="3505494" cy="3785419"/>
          </a:xfrm>
        </p:spPr>
        <p:txBody>
          <a:bodyPr>
            <a:normAutofit fontScale="92500" lnSpcReduction="10000"/>
          </a:bodyPr>
          <a:lstStyle/>
          <a:p>
            <a:r>
              <a:rPr lang="en-GB" sz="1400" dirty="0"/>
              <a:t>Transducer</a:t>
            </a:r>
          </a:p>
          <a:p>
            <a:pPr lvl="1"/>
            <a:r>
              <a:rPr lang="en-GB" sz="1400" dirty="0"/>
              <a:t>a device that converts a primary form of energy into a corresponding signal with a different energy form</a:t>
            </a:r>
          </a:p>
          <a:p>
            <a:pPr lvl="1"/>
            <a:r>
              <a:rPr lang="en-GB" sz="1400" dirty="0"/>
              <a:t>Primary Energy Forms: mechanical, thermal, electromagnetic, optical, chemical, etc.</a:t>
            </a:r>
          </a:p>
          <a:p>
            <a:pPr lvl="1"/>
            <a:r>
              <a:rPr lang="en-GB" sz="1400" dirty="0"/>
              <a:t>Can be a </a:t>
            </a:r>
            <a:r>
              <a:rPr lang="en-GB" sz="1400" b="1" dirty="0"/>
              <a:t>sensor</a:t>
            </a:r>
            <a:r>
              <a:rPr lang="en-GB" sz="1400" dirty="0"/>
              <a:t> or an </a:t>
            </a:r>
            <a:r>
              <a:rPr lang="en-GB" sz="1400" b="1" dirty="0"/>
              <a:t>actuator</a:t>
            </a:r>
            <a:endParaRPr lang="en-IE" sz="1400" dirty="0"/>
          </a:p>
          <a:p>
            <a:r>
              <a:rPr lang="en-IE" sz="1400" dirty="0"/>
              <a:t>A Sensor is a device that detects/measures a signal/stimulus</a:t>
            </a:r>
          </a:p>
          <a:p>
            <a:pPr lvl="1"/>
            <a:r>
              <a:rPr lang="en-IE" sz="1400" dirty="0"/>
              <a:t>Acquires data from the “real world”</a:t>
            </a:r>
          </a:p>
          <a:p>
            <a:r>
              <a:rPr lang="en-IE" sz="1400" dirty="0"/>
              <a:t>An Actuator generates a signal or stimulus from electrical signal.</a:t>
            </a:r>
          </a:p>
          <a:p>
            <a:pPr lvl="1"/>
            <a:r>
              <a:rPr lang="en-IE" sz="1000" dirty="0"/>
              <a:t>Example: Servo Motor.</a:t>
            </a:r>
          </a:p>
          <a:p>
            <a:r>
              <a:rPr lang="en-IE" sz="1400" dirty="0"/>
              <a:t>Sensors are everywhere</a:t>
            </a:r>
          </a:p>
          <a:p>
            <a:pPr lvl="1"/>
            <a:r>
              <a:rPr lang="en-US" altLang="en-US" sz="1000" dirty="0"/>
              <a:t>In our bodies, automobiles, airplanes, cellular telephones, radios</a:t>
            </a:r>
            <a:endParaRPr lang="en-IE" sz="1000" dirty="0"/>
          </a:p>
          <a:p>
            <a:pPr lvl="1"/>
            <a:r>
              <a:rPr lang="en-IE" sz="1000" dirty="0"/>
              <a:t>Necessary for automation. </a:t>
            </a:r>
          </a:p>
        </p:txBody>
      </p:sp>
      <p:sp>
        <p:nvSpPr>
          <p:cNvPr id="9" name="Rectangle 8">
            <a:extLst>
              <a:ext uri="{FF2B5EF4-FFF2-40B4-BE49-F238E27FC236}">
                <a16:creationId xmlns:a16="http://schemas.microsoft.com/office/drawing/2014/main" id="{5E39A796-BE83-48B1-B33F-35C4A32AAB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9056" y="0"/>
            <a:ext cx="7552944" cy="6858000"/>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ounded Rectangle 9">
            <a:extLst>
              <a:ext uri="{FF2B5EF4-FFF2-40B4-BE49-F238E27FC236}">
                <a16:creationId xmlns:a16="http://schemas.microsoft.com/office/drawing/2014/main" id="{72F84B47-E267-4194-8194-831DB7B55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23688" y="557784"/>
            <a:ext cx="6584098" cy="5739187"/>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cartoon of a device&#10;&#10;AI-generated content may be incorrect.">
            <a:extLst>
              <a:ext uri="{FF2B5EF4-FFF2-40B4-BE49-F238E27FC236}">
                <a16:creationId xmlns:a16="http://schemas.microsoft.com/office/drawing/2014/main" id="{D6DD1243-8C40-7BAE-9545-62461A1625D2}"/>
              </a:ext>
            </a:extLst>
          </p:cNvPr>
          <p:cNvPicPr>
            <a:picLocks noChangeAspect="1"/>
          </p:cNvPicPr>
          <p:nvPr/>
        </p:nvPicPr>
        <p:blipFill>
          <a:blip r:embed="rId2"/>
          <a:stretch>
            <a:fillRect/>
          </a:stretch>
        </p:blipFill>
        <p:spPr>
          <a:xfrm>
            <a:off x="4747828" y="387502"/>
            <a:ext cx="6959958" cy="6312224"/>
          </a:xfrm>
          <a:prstGeom prst="rect">
            <a:avLst/>
          </a:prstGeom>
        </p:spPr>
      </p:pic>
    </p:spTree>
    <p:extLst>
      <p:ext uri="{BB962C8B-B14F-4D97-AF65-F5344CB8AC3E}">
        <p14:creationId xmlns:p14="http://schemas.microsoft.com/office/powerpoint/2010/main" val="21930766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DE73CA-0563-504A-F301-3020A3B3BE2D}"/>
              </a:ext>
            </a:extLst>
          </p:cNvPr>
          <p:cNvSpPr>
            <a:spLocks noGrp="1"/>
          </p:cNvSpPr>
          <p:nvPr>
            <p:ph type="title"/>
          </p:nvPr>
        </p:nvSpPr>
        <p:spPr>
          <a:xfrm>
            <a:off x="2170161" y="365341"/>
            <a:ext cx="9183270" cy="1287788"/>
          </a:xfrm>
        </p:spPr>
        <p:txBody>
          <a:bodyPr/>
          <a:lstStyle/>
          <a:p>
            <a:r>
              <a:rPr lang="en-IE" sz="8368" dirty="0"/>
              <a:t>QI </a:t>
            </a:r>
          </a:p>
        </p:txBody>
      </p:sp>
      <p:pic>
        <p:nvPicPr>
          <p:cNvPr id="7" name="Picture 6">
            <a:extLst>
              <a:ext uri="{FF2B5EF4-FFF2-40B4-BE49-F238E27FC236}">
                <a16:creationId xmlns:a16="http://schemas.microsoft.com/office/drawing/2014/main" id="{3A98F521-D177-8780-A1C7-F313ABCF1FA2}"/>
              </a:ext>
            </a:extLst>
          </p:cNvPr>
          <p:cNvPicPr>
            <a:picLocks noChangeAspect="1"/>
          </p:cNvPicPr>
          <p:nvPr/>
        </p:nvPicPr>
        <p:blipFill>
          <a:blip r:embed="rId3"/>
          <a:stretch>
            <a:fillRect/>
          </a:stretch>
        </p:blipFill>
        <p:spPr>
          <a:xfrm>
            <a:off x="838570" y="325680"/>
            <a:ext cx="1079667" cy="1325470"/>
          </a:xfrm>
          <a:prstGeom prst="rect">
            <a:avLst/>
          </a:prstGeom>
        </p:spPr>
      </p:pic>
      <p:sp>
        <p:nvSpPr>
          <p:cNvPr id="8" name="Text Placeholder 7">
            <a:extLst>
              <a:ext uri="{FF2B5EF4-FFF2-40B4-BE49-F238E27FC236}">
                <a16:creationId xmlns:a16="http://schemas.microsoft.com/office/drawing/2014/main" id="{BA7905C7-B261-1E3F-1109-0D641D997068}"/>
              </a:ext>
            </a:extLst>
          </p:cNvPr>
          <p:cNvSpPr>
            <a:spLocks noGrp="1"/>
          </p:cNvSpPr>
          <p:nvPr>
            <p:ph type="body" idx="1"/>
          </p:nvPr>
        </p:nvSpPr>
        <p:spPr/>
        <p:txBody>
          <a:bodyPr/>
          <a:lstStyle/>
          <a:p>
            <a:endParaRPr lang="en-IE" dirty="0"/>
          </a:p>
        </p:txBody>
      </p:sp>
      <p:pic>
        <p:nvPicPr>
          <p:cNvPr id="9" name="object 2">
            <a:extLst>
              <a:ext uri="{FF2B5EF4-FFF2-40B4-BE49-F238E27FC236}">
                <a16:creationId xmlns:a16="http://schemas.microsoft.com/office/drawing/2014/main" id="{10DDEAAC-6D7F-2F1F-299A-F272E3F3E20A}"/>
              </a:ext>
            </a:extLst>
          </p:cNvPr>
          <p:cNvPicPr/>
          <p:nvPr/>
        </p:nvPicPr>
        <p:blipFill>
          <a:blip r:embed="rId4" cstate="print"/>
          <a:srcRect l="37276"/>
          <a:stretch/>
        </p:blipFill>
        <p:spPr>
          <a:xfrm>
            <a:off x="3478413" y="702743"/>
            <a:ext cx="6918673" cy="5648054"/>
          </a:xfrm>
          <a:prstGeom prst="rect">
            <a:avLst/>
          </a:prstGeom>
        </p:spPr>
      </p:pic>
    </p:spTree>
    <p:extLst>
      <p:ext uri="{BB962C8B-B14F-4D97-AF65-F5344CB8AC3E}">
        <p14:creationId xmlns:p14="http://schemas.microsoft.com/office/powerpoint/2010/main" val="12192165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7" name="Rectangle 2056">
            <a:extLst>
              <a:ext uri="{FF2B5EF4-FFF2-40B4-BE49-F238E27FC236}">
                <a16:creationId xmlns:a16="http://schemas.microsoft.com/office/drawing/2014/main" id="{352BEC0E-22F8-46D0-9632-375DB541B0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51A367F-6449-40F6-B604-CB36A9A1C51D}"/>
              </a:ext>
            </a:extLst>
          </p:cNvPr>
          <p:cNvSpPr>
            <a:spLocks noGrp="1"/>
          </p:cNvSpPr>
          <p:nvPr>
            <p:ph type="title"/>
          </p:nvPr>
        </p:nvSpPr>
        <p:spPr>
          <a:xfrm>
            <a:off x="640080" y="329184"/>
            <a:ext cx="6894576" cy="1783080"/>
          </a:xfrm>
        </p:spPr>
        <p:txBody>
          <a:bodyPr anchor="b">
            <a:normAutofit/>
          </a:bodyPr>
          <a:lstStyle/>
          <a:p>
            <a:r>
              <a:rPr lang="en-IE" sz="5400"/>
              <a:t>Electricity 101: Ohms Law</a:t>
            </a:r>
          </a:p>
        </p:txBody>
      </p:sp>
      <p:sp>
        <p:nvSpPr>
          <p:cNvPr id="2059"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8952" y="2395728"/>
            <a:ext cx="4243589" cy="18288"/>
          </a:xfrm>
          <a:custGeom>
            <a:avLst/>
            <a:gdLst>
              <a:gd name="csX0" fmla="*/ 0 w 4243589"/>
              <a:gd name="csY0" fmla="*/ 0 h 18288"/>
              <a:gd name="csX1" fmla="*/ 478919 w 4243589"/>
              <a:gd name="csY1" fmla="*/ 0 h 18288"/>
              <a:gd name="csX2" fmla="*/ 957839 w 4243589"/>
              <a:gd name="csY2" fmla="*/ 0 h 18288"/>
              <a:gd name="csX3" fmla="*/ 1521630 w 4243589"/>
              <a:gd name="csY3" fmla="*/ 0 h 18288"/>
              <a:gd name="csX4" fmla="*/ 2212729 w 4243589"/>
              <a:gd name="csY4" fmla="*/ 0 h 18288"/>
              <a:gd name="csX5" fmla="*/ 2734084 w 4243589"/>
              <a:gd name="csY5" fmla="*/ 0 h 18288"/>
              <a:gd name="csX6" fmla="*/ 3255439 w 4243589"/>
              <a:gd name="csY6" fmla="*/ 0 h 18288"/>
              <a:gd name="csX7" fmla="*/ 4243589 w 4243589"/>
              <a:gd name="csY7" fmla="*/ 0 h 18288"/>
              <a:gd name="csX8" fmla="*/ 4243589 w 4243589"/>
              <a:gd name="csY8" fmla="*/ 18288 h 18288"/>
              <a:gd name="csX9" fmla="*/ 3594926 w 4243589"/>
              <a:gd name="csY9" fmla="*/ 18288 h 18288"/>
              <a:gd name="csX10" fmla="*/ 3073571 w 4243589"/>
              <a:gd name="csY10" fmla="*/ 18288 h 18288"/>
              <a:gd name="csX11" fmla="*/ 2552216 w 4243589"/>
              <a:gd name="csY11" fmla="*/ 18288 h 18288"/>
              <a:gd name="csX12" fmla="*/ 1903553 w 4243589"/>
              <a:gd name="csY12" fmla="*/ 18288 h 18288"/>
              <a:gd name="csX13" fmla="*/ 1212454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9A0FF207-39B1-4F15-A9F7-3A13820EF50A}"/>
              </a:ext>
            </a:extLst>
          </p:cNvPr>
          <p:cNvSpPr>
            <a:spLocks noGrp="1"/>
          </p:cNvSpPr>
          <p:nvPr>
            <p:ph idx="1"/>
          </p:nvPr>
        </p:nvSpPr>
        <p:spPr>
          <a:xfrm>
            <a:off x="640080" y="2706624"/>
            <a:ext cx="6894576" cy="3483864"/>
          </a:xfrm>
        </p:spPr>
        <p:txBody>
          <a:bodyPr>
            <a:normAutofit/>
          </a:bodyPr>
          <a:lstStyle/>
          <a:p>
            <a:r>
              <a:rPr lang="en-GB" sz="2000" b="1" i="0" dirty="0">
                <a:effectLst/>
                <a:latin typeface="Merriweather"/>
              </a:rPr>
              <a:t>Voltage (V)</a:t>
            </a:r>
            <a:r>
              <a:rPr lang="en-GB" sz="2000" b="0" i="0" dirty="0">
                <a:effectLst/>
                <a:latin typeface="Merriweather"/>
              </a:rPr>
              <a:t>, </a:t>
            </a:r>
            <a:r>
              <a:rPr lang="en-GB" sz="2000" b="1" i="0" dirty="0">
                <a:effectLst/>
                <a:latin typeface="Merriweather"/>
              </a:rPr>
              <a:t>Current (I)</a:t>
            </a:r>
            <a:r>
              <a:rPr lang="en-GB" sz="2000" b="0" i="0" dirty="0">
                <a:effectLst/>
                <a:latin typeface="Merriweather"/>
              </a:rPr>
              <a:t>, and </a:t>
            </a:r>
            <a:r>
              <a:rPr lang="en-GB" sz="2000" b="1" i="0" dirty="0">
                <a:effectLst/>
                <a:latin typeface="Merriweather"/>
              </a:rPr>
              <a:t>Resistance (R)</a:t>
            </a:r>
            <a:r>
              <a:rPr lang="en-GB" sz="2000" b="0" i="0" dirty="0">
                <a:effectLst/>
                <a:latin typeface="Merriweather"/>
              </a:rPr>
              <a:t> are all related, by the following formula:</a:t>
            </a:r>
          </a:p>
          <a:p>
            <a:endParaRPr lang="en-GB" sz="2000" dirty="0">
              <a:latin typeface="Merriweather"/>
            </a:endParaRPr>
          </a:p>
          <a:p>
            <a:pPr marL="0" indent="0">
              <a:buNone/>
            </a:pPr>
            <a:r>
              <a:rPr lang="en-IE" sz="2000" b="1" i="0" dirty="0">
                <a:effectLst/>
                <a:latin typeface="Merriweather"/>
              </a:rPr>
              <a:t>V = I x R</a:t>
            </a:r>
          </a:p>
          <a:p>
            <a:pPr marL="0" indent="0">
              <a:buNone/>
            </a:pPr>
            <a:endParaRPr lang="en-IE" sz="2000" b="1" dirty="0">
              <a:latin typeface="Merriweather"/>
            </a:endParaRPr>
          </a:p>
          <a:p>
            <a:r>
              <a:rPr lang="en-GB" sz="2000" b="1" i="0" dirty="0">
                <a:effectLst/>
                <a:latin typeface="Merriweather"/>
              </a:rPr>
              <a:t>electrical power (P)</a:t>
            </a:r>
            <a:r>
              <a:rPr lang="en-GB" sz="2000" b="0" i="0" dirty="0">
                <a:effectLst/>
                <a:latin typeface="Merriweather"/>
              </a:rPr>
              <a:t> (measured in watts), </a:t>
            </a:r>
            <a:br>
              <a:rPr lang="en-GB" sz="2000" b="0" i="0" dirty="0">
                <a:effectLst/>
                <a:latin typeface="Merriweather"/>
              </a:rPr>
            </a:br>
            <a:r>
              <a:rPr lang="en-GB" sz="2000" b="0" i="0" dirty="0">
                <a:effectLst/>
                <a:latin typeface="Merriweather"/>
              </a:rPr>
              <a:t>as follows:</a:t>
            </a:r>
          </a:p>
          <a:p>
            <a:pPr marL="0" indent="0">
              <a:buNone/>
            </a:pPr>
            <a:r>
              <a:rPr lang="en-GB" sz="2000" b="1" i="0" dirty="0">
                <a:effectLst/>
                <a:latin typeface="Merriweather"/>
              </a:rPr>
              <a:t>Watts = Volts * Amps</a:t>
            </a:r>
            <a:endParaRPr lang="en-GB" sz="2000" b="0" i="0" dirty="0">
              <a:effectLst/>
              <a:latin typeface="Merriweather"/>
            </a:endParaRPr>
          </a:p>
          <a:p>
            <a:pPr marL="0" indent="0">
              <a:buNone/>
            </a:pPr>
            <a:r>
              <a:rPr lang="en-GB" sz="2000" b="1" i="0" dirty="0">
                <a:effectLst/>
                <a:latin typeface="Merriweather"/>
              </a:rPr>
              <a:t>P = V * I</a:t>
            </a:r>
            <a:endParaRPr lang="en-GB" sz="2000" b="0" i="0" dirty="0">
              <a:effectLst/>
              <a:latin typeface="Merriweather"/>
            </a:endParaRPr>
          </a:p>
          <a:p>
            <a:pPr marL="0" indent="0">
              <a:buNone/>
            </a:pPr>
            <a:endParaRPr lang="en-GB" sz="2000" b="1" i="0" dirty="0">
              <a:effectLst/>
              <a:latin typeface="Merriweather"/>
            </a:endParaRPr>
          </a:p>
        </p:txBody>
      </p:sp>
      <p:pic>
        <p:nvPicPr>
          <p:cNvPr id="2052" name="Picture 4" descr="Simple circuit showing the direction of current flowing from the + V terminal to ground">
            <a:extLst>
              <a:ext uri="{FF2B5EF4-FFF2-40B4-BE49-F238E27FC236}">
                <a16:creationId xmlns:a16="http://schemas.microsoft.com/office/drawing/2014/main" id="{150C8FE5-348A-488C-B653-F23F770C4DD4}"/>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8583041" y="329183"/>
            <a:ext cx="2575813" cy="3429969"/>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Three equations using ohms law to calculate Voltage, Amperage, or Resistance. A circle is divided into 3 sections, each section containing one element of Ohms law, V for voltage, I for Amperage, R for resistance. Each equation is adjacent to the corresponding section of the circle">
            <a:extLst>
              <a:ext uri="{FF2B5EF4-FFF2-40B4-BE49-F238E27FC236}">
                <a16:creationId xmlns:a16="http://schemas.microsoft.com/office/drawing/2014/main" id="{A10A0044-90E7-4859-8407-EB27D949DB76}"/>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8312035" y="4079193"/>
            <a:ext cx="3099538" cy="21762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223486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87742" y="563758"/>
            <a:ext cx="10542237" cy="580497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5D6B8B-8F5D-4A64-9C19-FF4CC93C6C77}"/>
              </a:ext>
            </a:extLst>
          </p:cNvPr>
          <p:cNvSpPr>
            <a:spLocks noGrp="1"/>
          </p:cNvSpPr>
          <p:nvPr>
            <p:ph type="title"/>
          </p:nvPr>
        </p:nvSpPr>
        <p:spPr/>
        <p:txBody>
          <a:bodyPr/>
          <a:lstStyle/>
          <a:p>
            <a:r>
              <a:rPr lang="en-IE" dirty="0"/>
              <a:t>Sensor Systems</a:t>
            </a:r>
          </a:p>
        </p:txBody>
      </p:sp>
      <p:sp>
        <p:nvSpPr>
          <p:cNvPr id="3" name="Content Placeholder 2">
            <a:extLst>
              <a:ext uri="{FF2B5EF4-FFF2-40B4-BE49-F238E27FC236}">
                <a16:creationId xmlns:a16="http://schemas.microsoft.com/office/drawing/2014/main" id="{CB0B5F16-371F-48C1-A212-7AC40F489267}"/>
              </a:ext>
            </a:extLst>
          </p:cNvPr>
          <p:cNvSpPr>
            <a:spLocks noGrp="1"/>
          </p:cNvSpPr>
          <p:nvPr>
            <p:ph idx="1"/>
          </p:nvPr>
        </p:nvSpPr>
        <p:spPr/>
        <p:txBody>
          <a:bodyPr/>
          <a:lstStyle/>
          <a:p>
            <a:r>
              <a:rPr lang="en-IE" dirty="0"/>
              <a:t>Typically interested in electronic sensors</a:t>
            </a:r>
          </a:p>
          <a:p>
            <a:pPr lvl="1"/>
            <a:r>
              <a:rPr lang="en-US" altLang="en-US" sz="2400" dirty="0"/>
              <a:t>convert desired</a:t>
            </a:r>
            <a:r>
              <a:rPr lang="en-US" altLang="en-US" dirty="0"/>
              <a:t> parameter into electrically measurable signal</a:t>
            </a:r>
          </a:p>
          <a:p>
            <a:r>
              <a:rPr lang="en-US" altLang="en-US" dirty="0"/>
              <a:t>A Sensor may include:</a:t>
            </a:r>
          </a:p>
          <a:p>
            <a:pPr lvl="1"/>
            <a:r>
              <a:rPr lang="en-US" altLang="en-US" sz="2400" u="sng" dirty="0"/>
              <a:t>primary transducer</a:t>
            </a:r>
            <a:r>
              <a:rPr lang="en-US" altLang="en-US" sz="2400" dirty="0"/>
              <a:t>: changes “real world” parameter into electrical signal</a:t>
            </a:r>
          </a:p>
          <a:p>
            <a:pPr lvl="1"/>
            <a:r>
              <a:rPr lang="en-US" altLang="en-US" sz="2400" u="sng" dirty="0"/>
              <a:t>secondary transducer</a:t>
            </a:r>
            <a:r>
              <a:rPr lang="en-US" altLang="en-US" sz="2400" dirty="0"/>
              <a:t>: converts electrical signal into analog or digital values</a:t>
            </a:r>
          </a:p>
          <a:p>
            <a:r>
              <a:rPr lang="en-US" altLang="en-US" dirty="0"/>
              <a:t>Simple Electronic Sensor System:</a:t>
            </a:r>
          </a:p>
          <a:p>
            <a:pPr marL="0" indent="0">
              <a:buNone/>
            </a:pPr>
            <a:endParaRPr lang="en-US" altLang="en-US" dirty="0"/>
          </a:p>
        </p:txBody>
      </p:sp>
      <p:pic>
        <p:nvPicPr>
          <p:cNvPr id="5" name="Picture 4">
            <a:extLst>
              <a:ext uri="{FF2B5EF4-FFF2-40B4-BE49-F238E27FC236}">
                <a16:creationId xmlns:a16="http://schemas.microsoft.com/office/drawing/2014/main" id="{103AA77D-B12C-4D5E-9DB9-BB458B6F5ACE}"/>
              </a:ext>
            </a:extLst>
          </p:cNvPr>
          <p:cNvPicPr>
            <a:picLocks noChangeAspect="1"/>
          </p:cNvPicPr>
          <p:nvPr/>
        </p:nvPicPr>
        <p:blipFill>
          <a:blip r:embed="rId2"/>
          <a:stretch>
            <a:fillRect/>
          </a:stretch>
        </p:blipFill>
        <p:spPr>
          <a:xfrm>
            <a:off x="569004" y="4426700"/>
            <a:ext cx="10515600" cy="2066175"/>
          </a:xfrm>
          <a:prstGeom prst="rect">
            <a:avLst/>
          </a:prstGeom>
        </p:spPr>
      </p:pic>
    </p:spTree>
    <p:extLst>
      <p:ext uri="{BB962C8B-B14F-4D97-AF65-F5344CB8AC3E}">
        <p14:creationId xmlns:p14="http://schemas.microsoft.com/office/powerpoint/2010/main" val="15710820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65149F3-186D-4EA2-9FF9-425497EB6AC0}"/>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kern="1200">
                <a:solidFill>
                  <a:schemeClr val="bg1"/>
                </a:solidFill>
                <a:latin typeface="+mj-lt"/>
                <a:ea typeface="+mj-ea"/>
                <a:cs typeface="+mj-cs"/>
              </a:rPr>
              <a:t>Detectable Phenomena</a:t>
            </a:r>
          </a:p>
        </p:txBody>
      </p:sp>
      <p:pic>
        <p:nvPicPr>
          <p:cNvPr id="5" name="Content Placeholder 4">
            <a:extLst>
              <a:ext uri="{FF2B5EF4-FFF2-40B4-BE49-F238E27FC236}">
                <a16:creationId xmlns:a16="http://schemas.microsoft.com/office/drawing/2014/main" id="{906C2E78-5803-42A2-9150-42199D6DDB6E}"/>
              </a:ext>
            </a:extLst>
          </p:cNvPr>
          <p:cNvPicPr>
            <a:picLocks noGrp="1" noChangeAspect="1"/>
          </p:cNvPicPr>
          <p:nvPr>
            <p:ph idx="1"/>
          </p:nvPr>
        </p:nvPicPr>
        <p:blipFill>
          <a:blip r:embed="rId2"/>
          <a:stretch>
            <a:fillRect/>
          </a:stretch>
        </p:blipFill>
        <p:spPr>
          <a:xfrm>
            <a:off x="643467" y="1950309"/>
            <a:ext cx="10905066" cy="3844034"/>
          </a:xfrm>
          <a:prstGeom prst="rect">
            <a:avLst/>
          </a:prstGeom>
        </p:spPr>
      </p:pic>
    </p:spTree>
    <p:extLst>
      <p:ext uri="{BB962C8B-B14F-4D97-AF65-F5344CB8AC3E}">
        <p14:creationId xmlns:p14="http://schemas.microsoft.com/office/powerpoint/2010/main" val="18993200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4845A0EE-C4C8-4AE1-B3C6-1261368AC0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468548" cy="6858000"/>
          </a:xfrm>
          <a:prstGeom prst="rect">
            <a:avLst/>
          </a:prstGeom>
          <a:solidFill>
            <a:srgbClr val="3352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83534596-F14A-189E-6D9D-22F01DD008B5}"/>
              </a:ext>
            </a:extLst>
          </p:cNvPr>
          <p:cNvPicPr>
            <a:picLocks noChangeAspect="1"/>
          </p:cNvPicPr>
          <p:nvPr/>
        </p:nvPicPr>
        <p:blipFill>
          <a:blip r:embed="rId2"/>
          <a:stretch>
            <a:fillRect/>
          </a:stretch>
        </p:blipFill>
        <p:spPr>
          <a:xfrm>
            <a:off x="6096000" y="654050"/>
            <a:ext cx="5459413" cy="1873250"/>
          </a:xfrm>
          <a:prstGeom prst="rect">
            <a:avLst/>
          </a:prstGeom>
        </p:spPr>
      </p:pic>
      <p:pic>
        <p:nvPicPr>
          <p:cNvPr id="6" name="Picture 5">
            <a:extLst>
              <a:ext uri="{FF2B5EF4-FFF2-40B4-BE49-F238E27FC236}">
                <a16:creationId xmlns:a16="http://schemas.microsoft.com/office/drawing/2014/main" id="{812E2760-FD38-4641-9AC6-C270002CB62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0177" y="3017095"/>
            <a:ext cx="5459413" cy="3608388"/>
          </a:xfrm>
          <a:prstGeom prst="rect">
            <a:avLst/>
          </a:prstGeom>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CB257F4F-8EEE-4F5A-A9AB-206A8DCE08A7}"/>
              </a:ext>
            </a:extLst>
          </p:cNvPr>
          <p:cNvSpPr>
            <a:spLocks noGrp="1"/>
          </p:cNvSpPr>
          <p:nvPr>
            <p:ph type="title"/>
          </p:nvPr>
        </p:nvSpPr>
        <p:spPr>
          <a:xfrm>
            <a:off x="621629" y="640080"/>
            <a:ext cx="4225290" cy="5578816"/>
          </a:xfrm>
        </p:spPr>
        <p:txBody>
          <a:bodyPr vert="horz" lIns="91440" tIns="45720" rIns="91440" bIns="45720" rtlCol="0" anchor="ctr">
            <a:normAutofit/>
          </a:bodyPr>
          <a:lstStyle/>
          <a:p>
            <a:pPr algn="ctr"/>
            <a:r>
              <a:rPr lang="en-US" kern="1200">
                <a:solidFill>
                  <a:srgbClr val="FFFFFF"/>
                </a:solidFill>
                <a:latin typeface="+mj-lt"/>
                <a:ea typeface="+mj-ea"/>
                <a:cs typeface="+mj-cs"/>
              </a:rPr>
              <a:t>Sensor Use: Project Examples</a:t>
            </a:r>
          </a:p>
        </p:txBody>
      </p:sp>
    </p:spTree>
    <p:extLst>
      <p:ext uri="{BB962C8B-B14F-4D97-AF65-F5344CB8AC3E}">
        <p14:creationId xmlns:p14="http://schemas.microsoft.com/office/powerpoint/2010/main" val="8835681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782969" y="514339"/>
            <a:ext cx="11030303" cy="5648054"/>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rcRect l="37974" b="52563"/>
          <a:stretch>
            <a:fillRect/>
          </a:stretch>
        </p:blipFill>
        <p:spPr>
          <a:xfrm>
            <a:off x="3964840" y="842111"/>
            <a:ext cx="6902257" cy="2586889"/>
          </a:xfrm>
          <a:prstGeom prst="rect">
            <a:avLst/>
          </a:prstGeom>
        </p:spPr>
      </p:pic>
      <p:sp>
        <p:nvSpPr>
          <p:cNvPr id="3" name="Title 1">
            <a:extLst>
              <a:ext uri="{FF2B5EF4-FFF2-40B4-BE49-F238E27FC236}">
                <a16:creationId xmlns:a16="http://schemas.microsoft.com/office/drawing/2014/main" id="{0112B4CE-ED10-49D4-7530-B97EF39D31F3}"/>
              </a:ext>
            </a:extLst>
          </p:cNvPr>
          <p:cNvSpPr txBox="1">
            <a:spLocks/>
          </p:cNvSpPr>
          <p:nvPr/>
        </p:nvSpPr>
        <p:spPr>
          <a:xfrm>
            <a:off x="2170161" y="365341"/>
            <a:ext cx="9183270" cy="1287788"/>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E" sz="8368"/>
              <a:t>QI </a:t>
            </a:r>
            <a:endParaRPr lang="en-IE" sz="8368" dirty="0"/>
          </a:p>
        </p:txBody>
      </p:sp>
      <p:pic>
        <p:nvPicPr>
          <p:cNvPr id="4" name="Picture 3">
            <a:extLst>
              <a:ext uri="{FF2B5EF4-FFF2-40B4-BE49-F238E27FC236}">
                <a16:creationId xmlns:a16="http://schemas.microsoft.com/office/drawing/2014/main" id="{B367D80B-9664-8575-6C82-509C8DED728C}"/>
              </a:ext>
            </a:extLst>
          </p:cNvPr>
          <p:cNvPicPr>
            <a:picLocks noChangeAspect="1"/>
          </p:cNvPicPr>
          <p:nvPr/>
        </p:nvPicPr>
        <p:blipFill>
          <a:blip r:embed="rId3"/>
          <a:stretch>
            <a:fillRect/>
          </a:stretch>
        </p:blipFill>
        <p:spPr>
          <a:xfrm>
            <a:off x="838570" y="325680"/>
            <a:ext cx="1079667" cy="132547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23A72C-1F13-45F3-8190-BBA627F4CFB0}"/>
              </a:ext>
            </a:extLst>
          </p:cNvPr>
          <p:cNvSpPr>
            <a:spLocks noGrp="1"/>
          </p:cNvSpPr>
          <p:nvPr>
            <p:ph type="title"/>
          </p:nvPr>
        </p:nvSpPr>
        <p:spPr/>
        <p:txBody>
          <a:bodyPr/>
          <a:lstStyle/>
          <a:p>
            <a:r>
              <a:rPr lang="en-IE" dirty="0"/>
              <a:t>Temperature Sensors</a:t>
            </a:r>
          </a:p>
        </p:txBody>
      </p:sp>
      <p:sp>
        <p:nvSpPr>
          <p:cNvPr id="3" name="Content Placeholder 2">
            <a:extLst>
              <a:ext uri="{FF2B5EF4-FFF2-40B4-BE49-F238E27FC236}">
                <a16:creationId xmlns:a16="http://schemas.microsoft.com/office/drawing/2014/main" id="{A2D06035-0FBB-4F6E-B800-5D49FE1711A6}"/>
              </a:ext>
            </a:extLst>
          </p:cNvPr>
          <p:cNvSpPr>
            <a:spLocks noGrp="1"/>
          </p:cNvSpPr>
          <p:nvPr>
            <p:ph idx="1"/>
          </p:nvPr>
        </p:nvSpPr>
        <p:spPr/>
        <p:txBody>
          <a:bodyPr>
            <a:normAutofit/>
          </a:bodyPr>
          <a:lstStyle/>
          <a:p>
            <a:r>
              <a:rPr lang="en-GB" dirty="0"/>
              <a:t>Temperature sensors appear in building, chemical process plants, engines, appliances, computers, and many other devices that require temperature monitoring</a:t>
            </a:r>
          </a:p>
          <a:p>
            <a:r>
              <a:rPr lang="en-GB" dirty="0"/>
              <a:t>Many physical phenomena depend on temperature, so we can often measure temperature indirectly by measuring pressure, volume, electrical resistance, and strain</a:t>
            </a:r>
          </a:p>
          <a:p>
            <a:r>
              <a:rPr lang="en-GB" dirty="0"/>
              <a:t>Type of common temperature transducer                                                                      </a:t>
            </a:r>
          </a:p>
          <a:p>
            <a:pPr lvl="1"/>
            <a:r>
              <a:rPr lang="en-GB" dirty="0"/>
              <a:t>Resistance Temperature Detector (RTD)</a:t>
            </a:r>
          </a:p>
          <a:p>
            <a:pPr lvl="1"/>
            <a:r>
              <a:rPr lang="en-GB" dirty="0"/>
              <a:t>Thermistors</a:t>
            </a:r>
          </a:p>
          <a:p>
            <a:pPr lvl="1"/>
            <a:r>
              <a:rPr lang="en-GB" dirty="0"/>
              <a:t>Thermocouples</a:t>
            </a:r>
            <a:endParaRPr lang="en-IE" dirty="0"/>
          </a:p>
        </p:txBody>
      </p:sp>
      <p:pic>
        <p:nvPicPr>
          <p:cNvPr id="7" name="Picture 6">
            <a:extLst>
              <a:ext uri="{FF2B5EF4-FFF2-40B4-BE49-F238E27FC236}">
                <a16:creationId xmlns:a16="http://schemas.microsoft.com/office/drawing/2014/main" id="{E841ED9D-8E77-4A81-9072-583BF83D7AA5}"/>
              </a:ext>
            </a:extLst>
          </p:cNvPr>
          <p:cNvPicPr>
            <a:picLocks noChangeAspect="1"/>
          </p:cNvPicPr>
          <p:nvPr/>
        </p:nvPicPr>
        <p:blipFill>
          <a:blip r:embed="rId2"/>
          <a:stretch>
            <a:fillRect/>
          </a:stretch>
        </p:blipFill>
        <p:spPr>
          <a:xfrm>
            <a:off x="8522987" y="6311900"/>
            <a:ext cx="2444750" cy="349250"/>
          </a:xfrm>
          <a:prstGeom prst="rect">
            <a:avLst/>
          </a:prstGeom>
        </p:spPr>
      </p:pic>
      <p:pic>
        <p:nvPicPr>
          <p:cNvPr id="8" name="Picture 7">
            <a:extLst>
              <a:ext uri="{FF2B5EF4-FFF2-40B4-BE49-F238E27FC236}">
                <a16:creationId xmlns:a16="http://schemas.microsoft.com/office/drawing/2014/main" id="{E594F48D-953A-45E7-B648-D7D00A02204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20405" y="4698137"/>
            <a:ext cx="4298438" cy="13432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289663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254B34-81B5-48B2-9FA3-66D52454B13C}"/>
              </a:ext>
            </a:extLst>
          </p:cNvPr>
          <p:cNvSpPr>
            <a:spLocks noGrp="1"/>
          </p:cNvSpPr>
          <p:nvPr>
            <p:ph type="title"/>
          </p:nvPr>
        </p:nvSpPr>
        <p:spPr/>
        <p:txBody>
          <a:bodyPr/>
          <a:lstStyle/>
          <a:p>
            <a:r>
              <a:rPr lang="en-IE" dirty="0"/>
              <a:t>Thermistor</a:t>
            </a:r>
          </a:p>
        </p:txBody>
      </p:sp>
      <p:sp>
        <p:nvSpPr>
          <p:cNvPr id="3" name="Content Placeholder 2">
            <a:extLst>
              <a:ext uri="{FF2B5EF4-FFF2-40B4-BE49-F238E27FC236}">
                <a16:creationId xmlns:a16="http://schemas.microsoft.com/office/drawing/2014/main" id="{C022D857-7C28-4499-A6AE-9F2891CAECFD}"/>
              </a:ext>
            </a:extLst>
          </p:cNvPr>
          <p:cNvSpPr>
            <a:spLocks noGrp="1"/>
          </p:cNvSpPr>
          <p:nvPr>
            <p:ph idx="1"/>
          </p:nvPr>
        </p:nvSpPr>
        <p:spPr/>
        <p:txBody>
          <a:bodyPr/>
          <a:lstStyle/>
          <a:p>
            <a:r>
              <a:rPr lang="en-MY" sz="2800" dirty="0"/>
              <a:t>A thermistor is a type of resistor with resistance varying according to its temperature. The resistance is measured by passing a small, measured direct current through it and measuring the voltage drop produced.</a:t>
            </a:r>
          </a:p>
          <a:p>
            <a:endParaRPr lang="en-IE" dirty="0"/>
          </a:p>
        </p:txBody>
      </p:sp>
      <p:pic>
        <p:nvPicPr>
          <p:cNvPr id="4" name="Picture 3">
            <a:extLst>
              <a:ext uri="{FF2B5EF4-FFF2-40B4-BE49-F238E27FC236}">
                <a16:creationId xmlns:a16="http://schemas.microsoft.com/office/drawing/2014/main" id="{B5AADCE6-F403-4456-AF5B-D55AC0DF850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3588837"/>
            <a:ext cx="4303572" cy="3073980"/>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NTC Thermistor Circuit">
            <a:extLst>
              <a:ext uri="{FF2B5EF4-FFF2-40B4-BE49-F238E27FC236}">
                <a16:creationId xmlns:a16="http://schemas.microsoft.com/office/drawing/2014/main" id="{A3C26700-4B79-49A9-A494-5AA97002F54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12878" y="3350176"/>
            <a:ext cx="4453894" cy="32092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951597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EBBF15-4430-4F00-AAFE-E0489B362A35}"/>
              </a:ext>
            </a:extLst>
          </p:cNvPr>
          <p:cNvSpPr>
            <a:spLocks noGrp="1"/>
          </p:cNvSpPr>
          <p:nvPr>
            <p:ph type="title"/>
          </p:nvPr>
        </p:nvSpPr>
        <p:spPr/>
        <p:txBody>
          <a:bodyPr/>
          <a:lstStyle/>
          <a:p>
            <a:r>
              <a:rPr lang="en-IE" dirty="0"/>
              <a:t>Potentiometer</a:t>
            </a:r>
          </a:p>
        </p:txBody>
      </p:sp>
      <p:pic>
        <p:nvPicPr>
          <p:cNvPr id="6" name="Content Placeholder 5" descr="A diagram of a broken cylinder&#10;&#10;AI-generated content may be incorrect.">
            <a:extLst>
              <a:ext uri="{FF2B5EF4-FFF2-40B4-BE49-F238E27FC236}">
                <a16:creationId xmlns:a16="http://schemas.microsoft.com/office/drawing/2014/main" id="{7FBEC1CA-6729-CB60-AE32-A7D548149FA2}"/>
              </a:ext>
            </a:extLst>
          </p:cNvPr>
          <p:cNvPicPr>
            <a:picLocks noGrp="1" noChangeAspect="1"/>
          </p:cNvPicPr>
          <p:nvPr>
            <p:ph idx="1"/>
          </p:nvPr>
        </p:nvPicPr>
        <p:blipFill>
          <a:blip r:embed="rId2"/>
          <a:stretch>
            <a:fillRect/>
          </a:stretch>
        </p:blipFill>
        <p:spPr>
          <a:xfrm>
            <a:off x="1002321" y="2141537"/>
            <a:ext cx="9894749" cy="4351338"/>
          </a:xfrm>
          <a:prstGeom prst="rect">
            <a:avLst/>
          </a:prstGeom>
        </p:spPr>
      </p:pic>
      <p:pic>
        <p:nvPicPr>
          <p:cNvPr id="5" name="Picture 4">
            <a:extLst>
              <a:ext uri="{FF2B5EF4-FFF2-40B4-BE49-F238E27FC236}">
                <a16:creationId xmlns:a16="http://schemas.microsoft.com/office/drawing/2014/main" id="{DAE7A6C8-A8CA-402C-B5CA-2B2C60BBE873}"/>
              </a:ext>
            </a:extLst>
          </p:cNvPr>
          <p:cNvPicPr>
            <a:picLocks noChangeAspect="1"/>
          </p:cNvPicPr>
          <p:nvPr/>
        </p:nvPicPr>
        <p:blipFill>
          <a:blip r:embed="rId3"/>
          <a:srcRect l="47396" b="60782"/>
          <a:stretch>
            <a:fillRect/>
          </a:stretch>
        </p:blipFill>
        <p:spPr>
          <a:xfrm>
            <a:off x="5106008" y="74661"/>
            <a:ext cx="6413515" cy="2081494"/>
          </a:xfrm>
          <a:prstGeom prst="rect">
            <a:avLst/>
          </a:prstGeom>
        </p:spPr>
      </p:pic>
    </p:spTree>
    <p:extLst>
      <p:ext uri="{BB962C8B-B14F-4D97-AF65-F5344CB8AC3E}">
        <p14:creationId xmlns:p14="http://schemas.microsoft.com/office/powerpoint/2010/main" val="23737940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54CC02-CDA3-454C-B5D1-1938CD9766C9}"/>
              </a:ext>
            </a:extLst>
          </p:cNvPr>
          <p:cNvSpPr>
            <a:spLocks noGrp="1"/>
          </p:cNvSpPr>
          <p:nvPr>
            <p:ph type="title"/>
          </p:nvPr>
        </p:nvSpPr>
        <p:spPr/>
        <p:txBody>
          <a:bodyPr/>
          <a:lstStyle/>
          <a:p>
            <a:r>
              <a:rPr lang="en-IE" dirty="0"/>
              <a:t>Band Sensor</a:t>
            </a:r>
          </a:p>
        </p:txBody>
      </p:sp>
      <p:sp>
        <p:nvSpPr>
          <p:cNvPr id="3" name="Content Placeholder 2">
            <a:extLst>
              <a:ext uri="{FF2B5EF4-FFF2-40B4-BE49-F238E27FC236}">
                <a16:creationId xmlns:a16="http://schemas.microsoft.com/office/drawing/2014/main" id="{486F9AB7-27E5-4B7D-A92D-E6DFAFE1AFC8}"/>
              </a:ext>
            </a:extLst>
          </p:cNvPr>
          <p:cNvSpPr>
            <a:spLocks noGrp="1"/>
          </p:cNvSpPr>
          <p:nvPr>
            <p:ph idx="1"/>
          </p:nvPr>
        </p:nvSpPr>
        <p:spPr/>
        <p:txBody>
          <a:bodyPr/>
          <a:lstStyle/>
          <a:p>
            <a:endParaRPr lang="en-IE"/>
          </a:p>
        </p:txBody>
      </p:sp>
      <p:pic>
        <p:nvPicPr>
          <p:cNvPr id="5" name="Picture 4">
            <a:extLst>
              <a:ext uri="{FF2B5EF4-FFF2-40B4-BE49-F238E27FC236}">
                <a16:creationId xmlns:a16="http://schemas.microsoft.com/office/drawing/2014/main" id="{17E2DC52-5A5F-4134-A720-9F114EBC6F02}"/>
              </a:ext>
            </a:extLst>
          </p:cNvPr>
          <p:cNvPicPr>
            <a:picLocks noChangeAspect="1"/>
          </p:cNvPicPr>
          <p:nvPr/>
        </p:nvPicPr>
        <p:blipFill>
          <a:blip r:embed="rId2"/>
          <a:stretch>
            <a:fillRect/>
          </a:stretch>
        </p:blipFill>
        <p:spPr>
          <a:xfrm>
            <a:off x="0" y="1745035"/>
            <a:ext cx="12192000" cy="4512517"/>
          </a:xfrm>
          <a:prstGeom prst="rect">
            <a:avLst/>
          </a:prstGeom>
        </p:spPr>
      </p:pic>
    </p:spTree>
    <p:extLst>
      <p:ext uri="{BB962C8B-B14F-4D97-AF65-F5344CB8AC3E}">
        <p14:creationId xmlns:p14="http://schemas.microsoft.com/office/powerpoint/2010/main" val="27838292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694F1C-0A71-4D60-9390-EEFD417C6860}"/>
              </a:ext>
            </a:extLst>
          </p:cNvPr>
          <p:cNvSpPr>
            <a:spLocks noGrp="1"/>
          </p:cNvSpPr>
          <p:nvPr>
            <p:ph type="title"/>
          </p:nvPr>
        </p:nvSpPr>
        <p:spPr>
          <a:xfrm>
            <a:off x="649224" y="629266"/>
            <a:ext cx="5102351" cy="1676603"/>
          </a:xfrm>
        </p:spPr>
        <p:txBody>
          <a:bodyPr>
            <a:normAutofit/>
          </a:bodyPr>
          <a:lstStyle/>
          <a:p>
            <a:r>
              <a:rPr lang="en-IE" dirty="0"/>
              <a:t>Force Sensor</a:t>
            </a:r>
          </a:p>
        </p:txBody>
      </p:sp>
      <p:sp>
        <p:nvSpPr>
          <p:cNvPr id="3" name="Content Placeholder 2">
            <a:extLst>
              <a:ext uri="{FF2B5EF4-FFF2-40B4-BE49-F238E27FC236}">
                <a16:creationId xmlns:a16="http://schemas.microsoft.com/office/drawing/2014/main" id="{D21084F3-75F0-42F8-9873-C7E33A54DF82}"/>
              </a:ext>
            </a:extLst>
          </p:cNvPr>
          <p:cNvSpPr>
            <a:spLocks noGrp="1"/>
          </p:cNvSpPr>
          <p:nvPr>
            <p:ph idx="1"/>
          </p:nvPr>
        </p:nvSpPr>
        <p:spPr>
          <a:xfrm>
            <a:off x="649224" y="1884784"/>
            <a:ext cx="5446776" cy="4749281"/>
          </a:xfrm>
        </p:spPr>
        <p:txBody>
          <a:bodyPr>
            <a:normAutofit/>
          </a:bodyPr>
          <a:lstStyle/>
          <a:p>
            <a:r>
              <a:rPr lang="en-GB" sz="2000" dirty="0"/>
              <a:t>Detect and measure a relative change in force or applied load</a:t>
            </a:r>
          </a:p>
          <a:p>
            <a:r>
              <a:rPr lang="en-GB" sz="2000" dirty="0"/>
              <a:t>Detect and measure the rate of change in force</a:t>
            </a:r>
          </a:p>
          <a:p>
            <a:r>
              <a:rPr lang="en-GB" sz="2000" dirty="0"/>
              <a:t>Identify force thresholds and trigger appropriate action</a:t>
            </a:r>
          </a:p>
          <a:p>
            <a:r>
              <a:rPr lang="en-GB" sz="2000" dirty="0"/>
              <a:t>Detect contact and/or touch</a:t>
            </a:r>
          </a:p>
          <a:p>
            <a:r>
              <a:rPr lang="en-GB" sz="2000" dirty="0"/>
              <a:t>Applications:</a:t>
            </a:r>
          </a:p>
          <a:p>
            <a:pPr lvl="1"/>
            <a:r>
              <a:rPr lang="en-GB" sz="2000" dirty="0"/>
              <a:t>Touch Pads (i.e. VR Gloves, Joysticks)</a:t>
            </a:r>
          </a:p>
          <a:p>
            <a:pPr lvl="1"/>
            <a:r>
              <a:rPr lang="en-GB" sz="2000" dirty="0"/>
              <a:t>Alarm Systems	</a:t>
            </a:r>
          </a:p>
          <a:p>
            <a:pPr lvl="1"/>
            <a:r>
              <a:rPr lang="en-GB" sz="2000" dirty="0"/>
              <a:t>Aerospace</a:t>
            </a:r>
          </a:p>
          <a:p>
            <a:pPr lvl="1"/>
            <a:r>
              <a:rPr lang="en-GB" sz="2000" dirty="0"/>
              <a:t>Robotic Grip Force</a:t>
            </a:r>
          </a:p>
        </p:txBody>
      </p:sp>
      <p:sp>
        <p:nvSpPr>
          <p:cNvPr id="10" name="Rectangle 9">
            <a:extLst>
              <a:ext uri="{FF2B5EF4-FFF2-40B4-BE49-F238E27FC236}">
                <a16:creationId xmlns:a16="http://schemas.microsoft.com/office/drawing/2014/main" id="{C95B82D5-A8BB-45BF-BED8-C7B2068921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30112" y="0"/>
            <a:ext cx="5961888" cy="6858000"/>
          </a:xfrm>
          <a:prstGeom prst="rect">
            <a:avLst/>
          </a:prstGeom>
          <a:solidFill>
            <a:srgbClr val="394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 Rectangle 9">
            <a:extLst>
              <a:ext uri="{FF2B5EF4-FFF2-40B4-BE49-F238E27FC236}">
                <a16:creationId xmlns:a16="http://schemas.microsoft.com/office/drawing/2014/main" id="{296C61EC-FBF4-4216-BE67-6C864D30A0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29984" y="484633"/>
            <a:ext cx="4846320" cy="2743200"/>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30056 FlexiForce Sensor Pack">
            <a:extLst>
              <a:ext uri="{FF2B5EF4-FFF2-40B4-BE49-F238E27FC236}">
                <a16:creationId xmlns:a16="http://schemas.microsoft.com/office/drawing/2014/main" id="{0C1C4097-9504-4781-9C99-94FF6745F999}"/>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8001000" y="694945"/>
            <a:ext cx="2322576" cy="2322576"/>
          </a:xfrm>
          <a:prstGeom prst="rect">
            <a:avLst/>
          </a:prstGeom>
          <a:noFill/>
          <a:extLst>
            <a:ext uri="{909E8E84-426E-40DD-AFC4-6F175D3DCCD1}">
              <a14:hiddenFill xmlns:a14="http://schemas.microsoft.com/office/drawing/2010/main">
                <a:solidFill>
                  <a:srgbClr val="FFFFFF"/>
                </a:solidFill>
              </a14:hiddenFill>
            </a:ext>
          </a:extLst>
        </p:spPr>
      </p:pic>
      <p:sp>
        <p:nvSpPr>
          <p:cNvPr id="14" name="Rounded Rectangle 9">
            <a:extLst>
              <a:ext uri="{FF2B5EF4-FFF2-40B4-BE49-F238E27FC236}">
                <a16:creationId xmlns:a16="http://schemas.microsoft.com/office/drawing/2014/main" id="{39D6C490-0229-4573-9696-B73E5B3A9C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29984" y="3511296"/>
            <a:ext cx="4846320" cy="2743200"/>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Related image">
            <a:extLst>
              <a:ext uri="{FF2B5EF4-FFF2-40B4-BE49-F238E27FC236}">
                <a16:creationId xmlns:a16="http://schemas.microsoft.com/office/drawing/2014/main" id="{7FB1A714-C70A-4F6C-9A70-C8DD07D27548}"/>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7554969" y="3721608"/>
            <a:ext cx="3214638" cy="2322576"/>
          </a:xfrm>
          <a:prstGeom prst="rect">
            <a:avLst/>
          </a:prstGeom>
          <a:noFill/>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86997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F187C9-8DA5-4093-B6B1-F446637EC5BB}"/>
              </a:ext>
            </a:extLst>
          </p:cNvPr>
          <p:cNvSpPr>
            <a:spLocks noGrp="1"/>
          </p:cNvSpPr>
          <p:nvPr>
            <p:ph type="title"/>
          </p:nvPr>
        </p:nvSpPr>
        <p:spPr/>
        <p:txBody>
          <a:bodyPr/>
          <a:lstStyle/>
          <a:p>
            <a:r>
              <a:rPr lang="en-IE" dirty="0"/>
              <a:t>Accelerometers</a:t>
            </a:r>
          </a:p>
        </p:txBody>
      </p:sp>
      <p:sp>
        <p:nvSpPr>
          <p:cNvPr id="3" name="Content Placeholder 2">
            <a:extLst>
              <a:ext uri="{FF2B5EF4-FFF2-40B4-BE49-F238E27FC236}">
                <a16:creationId xmlns:a16="http://schemas.microsoft.com/office/drawing/2014/main" id="{DA148176-1AE2-4064-B1E6-4CBB5D68065E}"/>
              </a:ext>
            </a:extLst>
          </p:cNvPr>
          <p:cNvSpPr>
            <a:spLocks noGrp="1"/>
          </p:cNvSpPr>
          <p:nvPr>
            <p:ph idx="1"/>
          </p:nvPr>
        </p:nvSpPr>
        <p:spPr/>
        <p:txBody>
          <a:bodyPr/>
          <a:lstStyle/>
          <a:p>
            <a:r>
              <a:rPr lang="en-IE" dirty="0"/>
              <a:t>Measures Acceleration</a:t>
            </a:r>
          </a:p>
          <a:p>
            <a:r>
              <a:rPr lang="en-IE" dirty="0"/>
              <a:t>Application:</a:t>
            </a:r>
          </a:p>
          <a:p>
            <a:pPr lvl="1">
              <a:lnSpc>
                <a:spcPct val="90000"/>
              </a:lnSpc>
            </a:pPr>
            <a:r>
              <a:rPr lang="en-US" altLang="en-US" dirty="0"/>
              <a:t>Vibrations, blasts, impacts, shock waves</a:t>
            </a:r>
          </a:p>
          <a:p>
            <a:pPr lvl="1">
              <a:lnSpc>
                <a:spcPct val="90000"/>
              </a:lnSpc>
            </a:pPr>
            <a:r>
              <a:rPr lang="en-US" altLang="en-US" dirty="0"/>
              <a:t>Air bags, washing machines, car alarm</a:t>
            </a:r>
          </a:p>
          <a:p>
            <a:r>
              <a:rPr lang="en-GB" altLang="en-US" dirty="0"/>
              <a:t>They can come in 1, 2 or 3 axis configurations</a:t>
            </a:r>
          </a:p>
          <a:p>
            <a:pPr lvl="1"/>
            <a:r>
              <a:rPr lang="en-GB" altLang="en-US" dirty="0"/>
              <a:t>With 3 axis it gives a vector of the accelerations direction (after accounting for gravity)</a:t>
            </a:r>
          </a:p>
          <a:p>
            <a:r>
              <a:rPr lang="en-US" altLang="en-US" sz="2800" dirty="0">
                <a:ea typeface="ＭＳ Ｐゴシック" panose="020B0600070205080204" pitchFamily="34" charset="-128"/>
                <a:cs typeface="Arial" panose="020B0604020202020204" pitchFamily="34" charset="0"/>
              </a:rPr>
              <a:t>Used in electronics like the Wii and iPhone for user input</a:t>
            </a:r>
            <a:endParaRPr lang="en-GB" altLang="en-US" dirty="0"/>
          </a:p>
          <a:p>
            <a:endParaRPr lang="en-US" altLang="en-US" dirty="0"/>
          </a:p>
        </p:txBody>
      </p:sp>
      <p:pic>
        <p:nvPicPr>
          <p:cNvPr id="4" name="Picture 3">
            <a:extLst>
              <a:ext uri="{FF2B5EF4-FFF2-40B4-BE49-F238E27FC236}">
                <a16:creationId xmlns:a16="http://schemas.microsoft.com/office/drawing/2014/main" id="{B564BE9C-DA4C-4074-9B8F-885381C0DAD4}"/>
              </a:ext>
            </a:extLst>
          </p:cNvPr>
          <p:cNvPicPr>
            <a:picLocks noChangeAspect="1"/>
          </p:cNvPicPr>
          <p:nvPr/>
        </p:nvPicPr>
        <p:blipFill>
          <a:blip r:embed="rId2">
            <a:lum bright="-2000"/>
            <a:extLst>
              <a:ext uri="{28A0092B-C50C-407E-A947-70E740481C1C}">
                <a14:useLocalDpi xmlns:a14="http://schemas.microsoft.com/office/drawing/2010/main" val="0"/>
              </a:ext>
            </a:extLst>
          </a:blip>
          <a:srcRect/>
          <a:stretch>
            <a:fillRect/>
          </a:stretch>
        </p:blipFill>
        <p:spPr bwMode="auto">
          <a:xfrm>
            <a:off x="9018422" y="726047"/>
            <a:ext cx="2569729" cy="25443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4">
            <a:extLst>
              <a:ext uri="{FF2B5EF4-FFF2-40B4-BE49-F238E27FC236}">
                <a16:creationId xmlns:a16="http://schemas.microsoft.com/office/drawing/2014/main" id="{711B9D7D-F203-4CA9-A97C-19F6786A095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2918" t="4269" r="31442" b="9896"/>
          <a:stretch/>
        </p:blipFill>
        <p:spPr bwMode="auto">
          <a:xfrm>
            <a:off x="7256485" y="681037"/>
            <a:ext cx="1527586" cy="28615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192247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E0D697-7E46-4A10-A419-6AB77059C730}"/>
              </a:ext>
            </a:extLst>
          </p:cNvPr>
          <p:cNvSpPr>
            <a:spLocks noGrp="1"/>
          </p:cNvSpPr>
          <p:nvPr>
            <p:ph type="title"/>
          </p:nvPr>
        </p:nvSpPr>
        <p:spPr/>
        <p:txBody>
          <a:bodyPr/>
          <a:lstStyle/>
          <a:p>
            <a:r>
              <a:rPr lang="en-IE" dirty="0"/>
              <a:t>Light Sensor</a:t>
            </a:r>
          </a:p>
        </p:txBody>
      </p:sp>
      <p:sp>
        <p:nvSpPr>
          <p:cNvPr id="3" name="Content Placeholder 2">
            <a:extLst>
              <a:ext uri="{FF2B5EF4-FFF2-40B4-BE49-F238E27FC236}">
                <a16:creationId xmlns:a16="http://schemas.microsoft.com/office/drawing/2014/main" id="{409059DF-9FC0-4DF6-B4B0-BC5B983BFEC2}"/>
              </a:ext>
            </a:extLst>
          </p:cNvPr>
          <p:cNvSpPr>
            <a:spLocks noGrp="1"/>
          </p:cNvSpPr>
          <p:nvPr>
            <p:ph idx="1"/>
          </p:nvPr>
        </p:nvSpPr>
        <p:spPr/>
        <p:txBody>
          <a:bodyPr/>
          <a:lstStyle/>
          <a:p>
            <a:pPr lvl="1"/>
            <a:r>
              <a:rPr lang="en-US" altLang="en-US" sz="2200" dirty="0"/>
              <a:t>photoconductor</a:t>
            </a:r>
          </a:p>
          <a:p>
            <a:pPr lvl="2"/>
            <a:r>
              <a:rPr lang="en-US" altLang="en-US" sz="2200" dirty="0">
                <a:sym typeface="Symbol" panose="05050102010706020507" pitchFamily="18" charset="2"/>
              </a:rPr>
              <a:t>light </a:t>
            </a:r>
            <a:r>
              <a:rPr lang="en-US" altLang="en-US" sz="2200" dirty="0">
                <a:sym typeface="Wingdings" panose="05000000000000000000" pitchFamily="2" charset="2"/>
              </a:rPr>
              <a:t> </a:t>
            </a:r>
            <a:r>
              <a:rPr lang="en-US" altLang="en-US" sz="2200" dirty="0">
                <a:sym typeface="Symbol" panose="05050102010706020507" pitchFamily="18" charset="2"/>
              </a:rPr>
              <a:t>R</a:t>
            </a:r>
          </a:p>
          <a:p>
            <a:pPr lvl="2"/>
            <a:endParaRPr lang="en-US" altLang="en-US" sz="2200" dirty="0"/>
          </a:p>
          <a:p>
            <a:pPr lvl="1"/>
            <a:endParaRPr lang="en-US" altLang="en-US" sz="2200" dirty="0"/>
          </a:p>
          <a:p>
            <a:pPr lvl="1"/>
            <a:endParaRPr lang="en-US" altLang="en-US" sz="2200" dirty="0"/>
          </a:p>
          <a:p>
            <a:pPr lvl="1"/>
            <a:r>
              <a:rPr lang="en-US" altLang="en-US" sz="2200" dirty="0"/>
              <a:t>photodiode</a:t>
            </a:r>
          </a:p>
          <a:p>
            <a:pPr lvl="2"/>
            <a:r>
              <a:rPr lang="en-US" altLang="en-US" sz="2200" dirty="0">
                <a:sym typeface="Symbol" panose="05050102010706020507" pitchFamily="18" charset="2"/>
              </a:rPr>
              <a:t>light </a:t>
            </a:r>
            <a:r>
              <a:rPr lang="en-US" altLang="en-US" sz="2200" dirty="0">
                <a:sym typeface="Wingdings" panose="05000000000000000000" pitchFamily="2" charset="2"/>
              </a:rPr>
              <a:t> </a:t>
            </a:r>
            <a:r>
              <a:rPr lang="en-US" altLang="en-US" sz="2200" dirty="0">
                <a:sym typeface="Symbol" panose="05050102010706020507" pitchFamily="18" charset="2"/>
              </a:rPr>
              <a:t>I</a:t>
            </a:r>
          </a:p>
          <a:p>
            <a:endParaRPr lang="en-IE" dirty="0"/>
          </a:p>
        </p:txBody>
      </p:sp>
      <p:pic>
        <p:nvPicPr>
          <p:cNvPr id="4" name="Picture 3">
            <a:extLst>
              <a:ext uri="{FF2B5EF4-FFF2-40B4-BE49-F238E27FC236}">
                <a16:creationId xmlns:a16="http://schemas.microsoft.com/office/drawing/2014/main" id="{A0193226-1125-438B-A4F4-F564AA6149C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08702" y="1204594"/>
            <a:ext cx="4718816" cy="19013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4">
            <a:extLst>
              <a:ext uri="{FF2B5EF4-FFF2-40B4-BE49-F238E27FC236}">
                <a16:creationId xmlns:a16="http://schemas.microsoft.com/office/drawing/2014/main" id="{49FBCC61-4451-46FF-AEDC-996F67A71FF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08702" y="3512342"/>
            <a:ext cx="3656787" cy="21243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5">
            <a:extLst>
              <a:ext uri="{FF2B5EF4-FFF2-40B4-BE49-F238E27FC236}">
                <a16:creationId xmlns:a16="http://schemas.microsoft.com/office/drawing/2014/main" id="{6AB84DC1-555A-44A8-907D-5D01992C638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05848" y="5527870"/>
            <a:ext cx="3298841" cy="605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6">
            <a:extLst>
              <a:ext uri="{FF2B5EF4-FFF2-40B4-BE49-F238E27FC236}">
                <a16:creationId xmlns:a16="http://schemas.microsoft.com/office/drawing/2014/main" id="{CAE0AC79-C807-46A9-88F3-ABB23303F2D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220325" y="2000257"/>
            <a:ext cx="1971675" cy="19716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044826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6C06C9-A5C8-48D6-921B-A7C10934FFAE}"/>
              </a:ext>
            </a:extLst>
          </p:cNvPr>
          <p:cNvSpPr>
            <a:spLocks noGrp="1"/>
          </p:cNvSpPr>
          <p:nvPr>
            <p:ph type="title"/>
          </p:nvPr>
        </p:nvSpPr>
        <p:spPr/>
        <p:txBody>
          <a:bodyPr/>
          <a:lstStyle/>
          <a:p>
            <a:r>
              <a:rPr lang="en-IE" dirty="0"/>
              <a:t>Optical Encoders</a:t>
            </a:r>
          </a:p>
        </p:txBody>
      </p:sp>
      <p:pic>
        <p:nvPicPr>
          <p:cNvPr id="9" name="Content Placeholder 8" descr="A black and white logo&#10;&#10;Description automatically generated with medium confidence">
            <a:extLst>
              <a:ext uri="{FF2B5EF4-FFF2-40B4-BE49-F238E27FC236}">
                <a16:creationId xmlns:a16="http://schemas.microsoft.com/office/drawing/2014/main" id="{428C5E63-5FF3-4692-8B93-F5C01840479A}"/>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6659484" y="501635"/>
            <a:ext cx="3686175" cy="2143125"/>
          </a:xfrm>
        </p:spPr>
      </p:pic>
      <p:pic>
        <p:nvPicPr>
          <p:cNvPr id="4" name="Picture 3">
            <a:extLst>
              <a:ext uri="{FF2B5EF4-FFF2-40B4-BE49-F238E27FC236}">
                <a16:creationId xmlns:a16="http://schemas.microsoft.com/office/drawing/2014/main" id="{AD95184C-C5C4-4A94-9333-5A6A4FC3C2A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46018" y="5076428"/>
            <a:ext cx="3113106" cy="1501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4">
            <a:extLst>
              <a:ext uri="{FF2B5EF4-FFF2-40B4-BE49-F238E27FC236}">
                <a16:creationId xmlns:a16="http://schemas.microsoft.com/office/drawing/2014/main" id="{937C3F84-F5E9-446B-AC01-ED9067D31DE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59484" y="3395958"/>
            <a:ext cx="3033713" cy="390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5">
            <a:extLst>
              <a:ext uri="{FF2B5EF4-FFF2-40B4-BE49-F238E27FC236}">
                <a16:creationId xmlns:a16="http://schemas.microsoft.com/office/drawing/2014/main" id="{833C9592-D1F4-4BDA-BD69-E1A7EED443B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59659" y="3875968"/>
            <a:ext cx="3708400" cy="1512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6">
            <a:extLst>
              <a:ext uri="{FF2B5EF4-FFF2-40B4-BE49-F238E27FC236}">
                <a16:creationId xmlns:a16="http://schemas.microsoft.com/office/drawing/2014/main" id="{F7D88A39-3849-46BC-B4D9-30B73D59A699}"/>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3384" t="10991" r="4342" b="5129"/>
          <a:stretch/>
        </p:blipFill>
        <p:spPr bwMode="auto">
          <a:xfrm>
            <a:off x="987490" y="1479132"/>
            <a:ext cx="4447309" cy="47936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554085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E7DEC-057C-4B71-A627-005E9EEC04F3}"/>
              </a:ext>
            </a:extLst>
          </p:cNvPr>
          <p:cNvSpPr>
            <a:spLocks noGrp="1"/>
          </p:cNvSpPr>
          <p:nvPr>
            <p:ph type="title"/>
          </p:nvPr>
        </p:nvSpPr>
        <p:spPr/>
        <p:txBody>
          <a:bodyPr/>
          <a:lstStyle/>
          <a:p>
            <a:r>
              <a:rPr lang="en-IE" dirty="0"/>
              <a:t>Sample Problem: Sensor Analysis</a:t>
            </a:r>
          </a:p>
        </p:txBody>
      </p:sp>
      <p:sp>
        <p:nvSpPr>
          <p:cNvPr id="3" name="Content Placeholder 2">
            <a:extLst>
              <a:ext uri="{FF2B5EF4-FFF2-40B4-BE49-F238E27FC236}">
                <a16:creationId xmlns:a16="http://schemas.microsoft.com/office/drawing/2014/main" id="{06176727-BB68-4A25-B9BF-4BA15D1FB43B}"/>
              </a:ext>
            </a:extLst>
          </p:cNvPr>
          <p:cNvSpPr>
            <a:spLocks noGrp="1"/>
          </p:cNvSpPr>
          <p:nvPr>
            <p:ph idx="1"/>
          </p:nvPr>
        </p:nvSpPr>
        <p:spPr>
          <a:xfrm>
            <a:off x="1192763" y="2141537"/>
            <a:ext cx="10515600" cy="4351338"/>
          </a:xfrm>
        </p:spPr>
        <p:txBody>
          <a:bodyPr>
            <a:normAutofit lnSpcReduction="10000"/>
          </a:bodyPr>
          <a:lstStyle/>
          <a:p>
            <a:endParaRPr lang="en-IE" dirty="0"/>
          </a:p>
          <a:p>
            <a:endParaRPr lang="en-IE" dirty="0"/>
          </a:p>
          <a:p>
            <a:endParaRPr lang="en-IE" dirty="0"/>
          </a:p>
          <a:p>
            <a:endParaRPr lang="en-IE" dirty="0"/>
          </a:p>
          <a:p>
            <a:endParaRPr lang="en-IE" dirty="0"/>
          </a:p>
          <a:p>
            <a:endParaRPr lang="en-IE" dirty="0"/>
          </a:p>
          <a:p>
            <a:r>
              <a:rPr lang="en-IE" dirty="0"/>
              <a:t>How far does vehicle travel for 1 encoder count?</a:t>
            </a:r>
          </a:p>
          <a:p>
            <a:r>
              <a:rPr lang="en-IE" dirty="0"/>
              <a:t>How many counts are there per meter of travel?</a:t>
            </a:r>
          </a:p>
          <a:p>
            <a:r>
              <a:rPr lang="en-IE" dirty="0"/>
              <a:t>What should the wheel diameter be for 1cm / count.</a:t>
            </a:r>
          </a:p>
        </p:txBody>
      </p:sp>
      <p:pic>
        <p:nvPicPr>
          <p:cNvPr id="4" name="Picture 3" descr="legoEncoder">
            <a:extLst>
              <a:ext uri="{FF2B5EF4-FFF2-40B4-BE49-F238E27FC236}">
                <a16:creationId xmlns:a16="http://schemas.microsoft.com/office/drawing/2014/main" id="{3C3DB265-22E1-4284-8E13-287895EAFA4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59553" y="2141537"/>
            <a:ext cx="2654300" cy="160020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EC082AA9-D6C1-4201-9BBE-FCB12B0A011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87844" y="3821905"/>
            <a:ext cx="2627313" cy="390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5" descr="legoWheel">
            <a:extLst>
              <a:ext uri="{FF2B5EF4-FFF2-40B4-BE49-F238E27FC236}">
                <a16:creationId xmlns:a16="http://schemas.microsoft.com/office/drawing/2014/main" id="{449C30F1-BE30-4701-95CC-7FCCDEDC630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0" y="2061369"/>
            <a:ext cx="2836863" cy="2435225"/>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B830DB76-EE43-427F-BFC5-8CDADBEA9BE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54175" y="4496594"/>
            <a:ext cx="31750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7">
            <a:extLst>
              <a:ext uri="{FF2B5EF4-FFF2-40B4-BE49-F238E27FC236}">
                <a16:creationId xmlns:a16="http://schemas.microsoft.com/office/drawing/2014/main" id="{8E85DB34-B1B9-4797-B1A1-DC3F3E5653E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905319" y="3135096"/>
            <a:ext cx="622300" cy="679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8">
            <a:extLst>
              <a:ext uri="{FF2B5EF4-FFF2-40B4-BE49-F238E27FC236}">
                <a16:creationId xmlns:a16="http://schemas.microsoft.com/office/drawing/2014/main" id="{EBE619DA-0586-4363-B53B-4A021598AF7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312780" y="3188277"/>
            <a:ext cx="965200" cy="573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638950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E0E042-BAD3-4959-9262-ED91E136685F}"/>
              </a:ext>
            </a:extLst>
          </p:cNvPr>
          <p:cNvSpPr>
            <a:spLocks noGrp="1"/>
          </p:cNvSpPr>
          <p:nvPr>
            <p:ph type="title"/>
          </p:nvPr>
        </p:nvSpPr>
        <p:spPr/>
        <p:txBody>
          <a:bodyPr/>
          <a:lstStyle/>
          <a:p>
            <a:r>
              <a:rPr lang="en-IE" dirty="0"/>
              <a:t>Sample Problem: How far does vehicle travel for 1 encoder count?</a:t>
            </a:r>
          </a:p>
        </p:txBody>
      </p:sp>
      <mc:AlternateContent xmlns:mc="http://schemas.openxmlformats.org/markup-compatibility/2006" xmlns:p14="http://schemas.microsoft.com/office/powerpoint/2010/main" xmlns:aink="http://schemas.microsoft.com/office/drawing/2016/ink">
        <mc:Choice Requires="p14 aink">
          <p:contentPart p14:bwMode="auto" r:id="rId2">
            <p14:nvContentPartPr>
              <p14:cNvPr id="5" name="Ink 4">
                <a:extLst>
                  <a:ext uri="{FF2B5EF4-FFF2-40B4-BE49-F238E27FC236}">
                    <a16:creationId xmlns:a16="http://schemas.microsoft.com/office/drawing/2014/main" id="{B3AA5219-48D7-4578-B4C3-B259989476C3}"/>
                  </a:ext>
                </a:extLst>
              </p14:cNvPr>
              <p14:cNvContentPartPr/>
              <p14:nvPr/>
            </p14:nvContentPartPr>
            <p14:xfrm>
              <a:off x="1294466" y="2068577"/>
              <a:ext cx="1626840" cy="1791360"/>
            </p14:xfrm>
          </p:contentPart>
        </mc:Choice>
        <mc:Fallback xmlns="">
          <p:pic>
            <p:nvPicPr>
              <p:cNvPr id="5" name="Ink 4">
                <a:extLst>
                  <a:ext uri="{FF2B5EF4-FFF2-40B4-BE49-F238E27FC236}">
                    <a16:creationId xmlns:a16="http://schemas.microsoft.com/office/drawing/2014/main" id="{B3AA5219-48D7-4578-B4C3-B259989476C3}"/>
                  </a:ext>
                </a:extLst>
              </p:cNvPr>
              <p:cNvPicPr/>
              <p:nvPr/>
            </p:nvPicPr>
            <p:blipFill>
              <a:blip r:embed="rId3"/>
              <a:stretch>
                <a:fillRect/>
              </a:stretch>
            </p:blipFill>
            <p:spPr>
              <a:xfrm>
                <a:off x="1285466" y="2059577"/>
                <a:ext cx="1644480" cy="1809000"/>
              </a:xfrm>
              <a:prstGeom prst="rect">
                <a:avLst/>
              </a:prstGeom>
            </p:spPr>
          </p:pic>
        </mc:Fallback>
      </mc:AlternateContent>
      <p:grpSp>
        <p:nvGrpSpPr>
          <p:cNvPr id="19" name="Group 18">
            <a:extLst>
              <a:ext uri="{FF2B5EF4-FFF2-40B4-BE49-F238E27FC236}">
                <a16:creationId xmlns:a16="http://schemas.microsoft.com/office/drawing/2014/main" id="{6E6D3A6F-6264-450F-ABC7-09B79ACD8C3D}"/>
              </a:ext>
            </a:extLst>
          </p:cNvPr>
          <p:cNvGrpSpPr/>
          <p:nvPr/>
        </p:nvGrpSpPr>
        <p:grpSpPr>
          <a:xfrm>
            <a:off x="1040666" y="1634417"/>
            <a:ext cx="2275200" cy="1509480"/>
            <a:chOff x="1040666" y="1634417"/>
            <a:chExt cx="2275200" cy="1509480"/>
          </a:xfrm>
        </p:grpSpPr>
        <mc:AlternateContent xmlns:mc="http://schemas.openxmlformats.org/markup-compatibility/2006" xmlns:p14="http://schemas.microsoft.com/office/powerpoint/2010/main" xmlns:aink="http://schemas.microsoft.com/office/drawing/2016/ink">
          <mc:Choice Requires="p14 aink">
            <p:contentPart p14:bwMode="auto" r:id="rId4">
              <p14:nvContentPartPr>
                <p14:cNvPr id="6" name="Ink 5">
                  <a:extLst>
                    <a:ext uri="{FF2B5EF4-FFF2-40B4-BE49-F238E27FC236}">
                      <a16:creationId xmlns:a16="http://schemas.microsoft.com/office/drawing/2014/main" id="{EAF915B2-09B8-4EAD-9972-DFA3BE4D6B57}"/>
                    </a:ext>
                  </a:extLst>
                </p14:cNvPr>
                <p14:cNvContentPartPr/>
                <p14:nvPr/>
              </p14:nvContentPartPr>
              <p14:xfrm>
                <a:off x="1288706" y="2826377"/>
                <a:ext cx="101880" cy="170640"/>
              </p14:xfrm>
            </p:contentPart>
          </mc:Choice>
          <mc:Fallback xmlns="">
            <p:pic>
              <p:nvPicPr>
                <p:cNvPr id="6" name="Ink 5">
                  <a:extLst>
                    <a:ext uri="{FF2B5EF4-FFF2-40B4-BE49-F238E27FC236}">
                      <a16:creationId xmlns:a16="http://schemas.microsoft.com/office/drawing/2014/main" id="{EAF915B2-09B8-4EAD-9972-DFA3BE4D6B57}"/>
                    </a:ext>
                  </a:extLst>
                </p:cNvPr>
                <p:cNvPicPr/>
                <p:nvPr/>
              </p:nvPicPr>
              <p:blipFill>
                <a:blip r:embed="rId5"/>
                <a:stretch>
                  <a:fillRect/>
                </a:stretch>
              </p:blipFill>
              <p:spPr>
                <a:xfrm>
                  <a:off x="1279706" y="2817377"/>
                  <a:ext cx="119520" cy="1882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6">
              <p14:nvContentPartPr>
                <p14:cNvPr id="7" name="Ink 6">
                  <a:extLst>
                    <a:ext uri="{FF2B5EF4-FFF2-40B4-BE49-F238E27FC236}">
                      <a16:creationId xmlns:a16="http://schemas.microsoft.com/office/drawing/2014/main" id="{55AECBF3-6666-4D48-B578-687FE585341D}"/>
                    </a:ext>
                  </a:extLst>
                </p14:cNvPr>
                <p14:cNvContentPartPr/>
                <p14:nvPr/>
              </p14:nvContentPartPr>
              <p14:xfrm>
                <a:off x="1299866" y="2850857"/>
                <a:ext cx="1573560" cy="45720"/>
              </p14:xfrm>
            </p:contentPart>
          </mc:Choice>
          <mc:Fallback xmlns="">
            <p:pic>
              <p:nvPicPr>
                <p:cNvPr id="7" name="Ink 6">
                  <a:extLst>
                    <a:ext uri="{FF2B5EF4-FFF2-40B4-BE49-F238E27FC236}">
                      <a16:creationId xmlns:a16="http://schemas.microsoft.com/office/drawing/2014/main" id="{55AECBF3-6666-4D48-B578-687FE585341D}"/>
                    </a:ext>
                  </a:extLst>
                </p:cNvPr>
                <p:cNvPicPr/>
                <p:nvPr/>
              </p:nvPicPr>
              <p:blipFill>
                <a:blip r:embed="rId7"/>
                <a:stretch>
                  <a:fillRect/>
                </a:stretch>
              </p:blipFill>
              <p:spPr>
                <a:xfrm>
                  <a:off x="1291226" y="2842217"/>
                  <a:ext cx="1591200" cy="633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8">
              <p14:nvContentPartPr>
                <p14:cNvPr id="8" name="Ink 7">
                  <a:extLst>
                    <a:ext uri="{FF2B5EF4-FFF2-40B4-BE49-F238E27FC236}">
                      <a16:creationId xmlns:a16="http://schemas.microsoft.com/office/drawing/2014/main" id="{51C57852-06BC-4A1D-80BF-0E1023F4A214}"/>
                    </a:ext>
                  </a:extLst>
                </p14:cNvPr>
                <p14:cNvContentPartPr/>
                <p14:nvPr/>
              </p14:nvContentPartPr>
              <p14:xfrm>
                <a:off x="2750666" y="2746097"/>
                <a:ext cx="160920" cy="199440"/>
              </p14:xfrm>
            </p:contentPart>
          </mc:Choice>
          <mc:Fallback xmlns="">
            <p:pic>
              <p:nvPicPr>
                <p:cNvPr id="8" name="Ink 7">
                  <a:extLst>
                    <a:ext uri="{FF2B5EF4-FFF2-40B4-BE49-F238E27FC236}">
                      <a16:creationId xmlns:a16="http://schemas.microsoft.com/office/drawing/2014/main" id="{51C57852-06BC-4A1D-80BF-0E1023F4A214}"/>
                    </a:ext>
                  </a:extLst>
                </p:cNvPr>
                <p:cNvPicPr/>
                <p:nvPr/>
              </p:nvPicPr>
              <p:blipFill>
                <a:blip r:embed="rId9"/>
                <a:stretch>
                  <a:fillRect/>
                </a:stretch>
              </p:blipFill>
              <p:spPr>
                <a:xfrm>
                  <a:off x="2742026" y="2737097"/>
                  <a:ext cx="178560" cy="2170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0">
              <p14:nvContentPartPr>
                <p14:cNvPr id="15" name="Ink 14">
                  <a:extLst>
                    <a:ext uri="{FF2B5EF4-FFF2-40B4-BE49-F238E27FC236}">
                      <a16:creationId xmlns:a16="http://schemas.microsoft.com/office/drawing/2014/main" id="{9D9CA39E-B664-441D-BB93-00ACE8C48989}"/>
                    </a:ext>
                  </a:extLst>
                </p14:cNvPr>
                <p14:cNvContentPartPr/>
                <p14:nvPr/>
              </p14:nvContentPartPr>
              <p14:xfrm>
                <a:off x="1040666" y="1634417"/>
                <a:ext cx="2108520" cy="1509480"/>
              </p14:xfrm>
            </p:contentPart>
          </mc:Choice>
          <mc:Fallback xmlns="">
            <p:pic>
              <p:nvPicPr>
                <p:cNvPr id="15" name="Ink 14">
                  <a:extLst>
                    <a:ext uri="{FF2B5EF4-FFF2-40B4-BE49-F238E27FC236}">
                      <a16:creationId xmlns:a16="http://schemas.microsoft.com/office/drawing/2014/main" id="{9D9CA39E-B664-441D-BB93-00ACE8C48989}"/>
                    </a:ext>
                  </a:extLst>
                </p:cNvPr>
                <p:cNvPicPr/>
                <p:nvPr/>
              </p:nvPicPr>
              <p:blipFill>
                <a:blip r:embed="rId11"/>
                <a:stretch>
                  <a:fillRect/>
                </a:stretch>
              </p:blipFill>
              <p:spPr>
                <a:xfrm>
                  <a:off x="1032026" y="1625417"/>
                  <a:ext cx="2126160" cy="15271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2">
              <p14:nvContentPartPr>
                <p14:cNvPr id="16" name="Ink 15">
                  <a:extLst>
                    <a:ext uri="{FF2B5EF4-FFF2-40B4-BE49-F238E27FC236}">
                      <a16:creationId xmlns:a16="http://schemas.microsoft.com/office/drawing/2014/main" id="{6141CD35-F7EC-4851-BFB5-4B58148FA023}"/>
                    </a:ext>
                  </a:extLst>
                </p14:cNvPr>
                <p14:cNvContentPartPr/>
                <p14:nvPr/>
              </p14:nvContentPartPr>
              <p14:xfrm>
                <a:off x="3032546" y="2675177"/>
                <a:ext cx="283320" cy="297000"/>
              </p14:xfrm>
            </p:contentPart>
          </mc:Choice>
          <mc:Fallback xmlns="">
            <p:pic>
              <p:nvPicPr>
                <p:cNvPr id="16" name="Ink 15">
                  <a:extLst>
                    <a:ext uri="{FF2B5EF4-FFF2-40B4-BE49-F238E27FC236}">
                      <a16:creationId xmlns:a16="http://schemas.microsoft.com/office/drawing/2014/main" id="{6141CD35-F7EC-4851-BFB5-4B58148FA023}"/>
                    </a:ext>
                  </a:extLst>
                </p:cNvPr>
                <p:cNvPicPr/>
                <p:nvPr/>
              </p:nvPicPr>
              <p:blipFill>
                <a:blip r:embed="rId13"/>
                <a:stretch>
                  <a:fillRect/>
                </a:stretch>
              </p:blipFill>
              <p:spPr>
                <a:xfrm>
                  <a:off x="3023906" y="2666177"/>
                  <a:ext cx="300960" cy="3146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4">
              <p14:nvContentPartPr>
                <p14:cNvPr id="18" name="Ink 17">
                  <a:extLst>
                    <a:ext uri="{FF2B5EF4-FFF2-40B4-BE49-F238E27FC236}">
                      <a16:creationId xmlns:a16="http://schemas.microsoft.com/office/drawing/2014/main" id="{2ED8F73B-DB2E-4CBB-B80F-775E6E8B6DA0}"/>
                    </a:ext>
                  </a:extLst>
                </p14:cNvPr>
                <p14:cNvContentPartPr/>
                <p14:nvPr/>
              </p14:nvContentPartPr>
              <p14:xfrm>
                <a:off x="3004826" y="1746017"/>
                <a:ext cx="138960" cy="231840"/>
              </p14:xfrm>
            </p:contentPart>
          </mc:Choice>
          <mc:Fallback xmlns="">
            <p:pic>
              <p:nvPicPr>
                <p:cNvPr id="18" name="Ink 17">
                  <a:extLst>
                    <a:ext uri="{FF2B5EF4-FFF2-40B4-BE49-F238E27FC236}">
                      <a16:creationId xmlns:a16="http://schemas.microsoft.com/office/drawing/2014/main" id="{2ED8F73B-DB2E-4CBB-B80F-775E6E8B6DA0}"/>
                    </a:ext>
                  </a:extLst>
                </p:cNvPr>
                <p:cNvPicPr/>
                <p:nvPr/>
              </p:nvPicPr>
              <p:blipFill>
                <a:blip r:embed="rId15"/>
                <a:stretch>
                  <a:fillRect/>
                </a:stretch>
              </p:blipFill>
              <p:spPr>
                <a:xfrm>
                  <a:off x="2995826" y="1737017"/>
                  <a:ext cx="156600" cy="249480"/>
                </a:xfrm>
                <a:prstGeom prst="rect">
                  <a:avLst/>
                </a:prstGeom>
              </p:spPr>
            </p:pic>
          </mc:Fallback>
        </mc:AlternateContent>
      </p:grpSp>
      <p:grpSp>
        <p:nvGrpSpPr>
          <p:cNvPr id="26" name="Group 25">
            <a:extLst>
              <a:ext uri="{FF2B5EF4-FFF2-40B4-BE49-F238E27FC236}">
                <a16:creationId xmlns:a16="http://schemas.microsoft.com/office/drawing/2014/main" id="{E3507E26-80BE-4805-AADD-36EC395AD8F6}"/>
              </a:ext>
            </a:extLst>
          </p:cNvPr>
          <p:cNvGrpSpPr/>
          <p:nvPr/>
        </p:nvGrpSpPr>
        <p:grpSpPr>
          <a:xfrm>
            <a:off x="1860746" y="2343617"/>
            <a:ext cx="272880" cy="486360"/>
            <a:chOff x="1860746" y="2343617"/>
            <a:chExt cx="272880" cy="486360"/>
          </a:xfrm>
        </p:grpSpPr>
        <mc:AlternateContent xmlns:mc="http://schemas.openxmlformats.org/markup-compatibility/2006" xmlns:p14="http://schemas.microsoft.com/office/powerpoint/2010/main" xmlns:aink="http://schemas.microsoft.com/office/drawing/2016/ink">
          <mc:Choice Requires="p14 aink">
            <p:contentPart p14:bwMode="auto" r:id="rId16">
              <p14:nvContentPartPr>
                <p14:cNvPr id="24" name="Ink 23">
                  <a:extLst>
                    <a:ext uri="{FF2B5EF4-FFF2-40B4-BE49-F238E27FC236}">
                      <a16:creationId xmlns:a16="http://schemas.microsoft.com/office/drawing/2014/main" id="{8F1CFBA5-8AE8-4C76-8C00-1F242323654D}"/>
                    </a:ext>
                  </a:extLst>
                </p14:cNvPr>
                <p14:cNvContentPartPr/>
                <p14:nvPr/>
              </p14:nvContentPartPr>
              <p14:xfrm>
                <a:off x="1920866" y="2421017"/>
                <a:ext cx="35640" cy="333720"/>
              </p14:xfrm>
            </p:contentPart>
          </mc:Choice>
          <mc:Fallback xmlns="">
            <p:pic>
              <p:nvPicPr>
                <p:cNvPr id="24" name="Ink 23">
                  <a:extLst>
                    <a:ext uri="{FF2B5EF4-FFF2-40B4-BE49-F238E27FC236}">
                      <a16:creationId xmlns:a16="http://schemas.microsoft.com/office/drawing/2014/main" id="{8F1CFBA5-8AE8-4C76-8C00-1F242323654D}"/>
                    </a:ext>
                  </a:extLst>
                </p:cNvPr>
                <p:cNvPicPr/>
                <p:nvPr/>
              </p:nvPicPr>
              <p:blipFill>
                <a:blip r:embed="rId17"/>
                <a:stretch>
                  <a:fillRect/>
                </a:stretch>
              </p:blipFill>
              <p:spPr>
                <a:xfrm>
                  <a:off x="1911866" y="2412017"/>
                  <a:ext cx="53280" cy="3513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8">
              <p14:nvContentPartPr>
                <p14:cNvPr id="25" name="Ink 24">
                  <a:extLst>
                    <a:ext uri="{FF2B5EF4-FFF2-40B4-BE49-F238E27FC236}">
                      <a16:creationId xmlns:a16="http://schemas.microsoft.com/office/drawing/2014/main" id="{7FF91A48-AB0E-4E51-AC89-85A3E4CDAD3F}"/>
                    </a:ext>
                  </a:extLst>
                </p14:cNvPr>
                <p14:cNvContentPartPr/>
                <p14:nvPr/>
              </p14:nvContentPartPr>
              <p14:xfrm>
                <a:off x="1860746" y="2343617"/>
                <a:ext cx="272880" cy="486360"/>
              </p14:xfrm>
            </p:contentPart>
          </mc:Choice>
          <mc:Fallback xmlns="">
            <p:pic>
              <p:nvPicPr>
                <p:cNvPr id="25" name="Ink 24">
                  <a:extLst>
                    <a:ext uri="{FF2B5EF4-FFF2-40B4-BE49-F238E27FC236}">
                      <a16:creationId xmlns:a16="http://schemas.microsoft.com/office/drawing/2014/main" id="{7FF91A48-AB0E-4E51-AC89-85A3E4CDAD3F}"/>
                    </a:ext>
                  </a:extLst>
                </p:cNvPr>
                <p:cNvPicPr/>
                <p:nvPr/>
              </p:nvPicPr>
              <p:blipFill>
                <a:blip r:embed="rId19"/>
                <a:stretch>
                  <a:fillRect/>
                </a:stretch>
              </p:blipFill>
              <p:spPr>
                <a:xfrm>
                  <a:off x="1851746" y="2334977"/>
                  <a:ext cx="290520" cy="504000"/>
                </a:xfrm>
                <a:prstGeom prst="rect">
                  <a:avLst/>
                </a:prstGeom>
              </p:spPr>
            </p:pic>
          </mc:Fallback>
        </mc:AlternateContent>
      </p:grpSp>
      <mc:AlternateContent xmlns:mc="http://schemas.openxmlformats.org/markup-compatibility/2006" xmlns:p14="http://schemas.microsoft.com/office/powerpoint/2010/main" xmlns:aink="http://schemas.microsoft.com/office/drawing/2016/ink">
        <mc:Choice Requires="p14 aink">
          <p:contentPart p14:bwMode="auto" r:id="rId20">
            <p14:nvContentPartPr>
              <p14:cNvPr id="27" name="Ink 26">
                <a:extLst>
                  <a:ext uri="{FF2B5EF4-FFF2-40B4-BE49-F238E27FC236}">
                    <a16:creationId xmlns:a16="http://schemas.microsoft.com/office/drawing/2014/main" id="{C8C1D197-FF7E-4610-9604-BE8B1060C95C}"/>
                  </a:ext>
                </a:extLst>
              </p14:cNvPr>
              <p14:cNvContentPartPr/>
              <p14:nvPr/>
            </p14:nvContentPartPr>
            <p14:xfrm>
              <a:off x="5188586" y="1843217"/>
              <a:ext cx="192600" cy="411480"/>
            </p14:xfrm>
          </p:contentPart>
        </mc:Choice>
        <mc:Fallback xmlns="">
          <p:pic>
            <p:nvPicPr>
              <p:cNvPr id="27" name="Ink 26">
                <a:extLst>
                  <a:ext uri="{FF2B5EF4-FFF2-40B4-BE49-F238E27FC236}">
                    <a16:creationId xmlns:a16="http://schemas.microsoft.com/office/drawing/2014/main" id="{C8C1D197-FF7E-4610-9604-BE8B1060C95C}"/>
                  </a:ext>
                </a:extLst>
              </p:cNvPr>
              <p:cNvPicPr/>
              <p:nvPr/>
            </p:nvPicPr>
            <p:blipFill>
              <a:blip r:embed="rId21"/>
              <a:stretch>
                <a:fillRect/>
              </a:stretch>
            </p:blipFill>
            <p:spPr>
              <a:xfrm>
                <a:off x="5179946" y="1834577"/>
                <a:ext cx="210240" cy="4291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2">
            <p14:nvContentPartPr>
              <p14:cNvPr id="28" name="Ink 27">
                <a:extLst>
                  <a:ext uri="{FF2B5EF4-FFF2-40B4-BE49-F238E27FC236}">
                    <a16:creationId xmlns:a16="http://schemas.microsoft.com/office/drawing/2014/main" id="{A7C7DF54-2D1D-41FA-A6CF-29B80DC26129}"/>
                  </a:ext>
                </a:extLst>
              </p14:cNvPr>
              <p14:cNvContentPartPr/>
              <p14:nvPr/>
            </p14:nvContentPartPr>
            <p14:xfrm>
              <a:off x="5512586" y="1968857"/>
              <a:ext cx="202320" cy="18720"/>
            </p14:xfrm>
          </p:contentPart>
        </mc:Choice>
        <mc:Fallback xmlns="">
          <p:pic>
            <p:nvPicPr>
              <p:cNvPr id="28" name="Ink 27">
                <a:extLst>
                  <a:ext uri="{FF2B5EF4-FFF2-40B4-BE49-F238E27FC236}">
                    <a16:creationId xmlns:a16="http://schemas.microsoft.com/office/drawing/2014/main" id="{A7C7DF54-2D1D-41FA-A6CF-29B80DC26129}"/>
                  </a:ext>
                </a:extLst>
              </p:cNvPr>
              <p:cNvPicPr/>
              <p:nvPr/>
            </p:nvPicPr>
            <p:blipFill>
              <a:blip r:embed="rId23"/>
              <a:stretch>
                <a:fillRect/>
              </a:stretch>
            </p:blipFill>
            <p:spPr>
              <a:xfrm>
                <a:off x="5503946" y="1959857"/>
                <a:ext cx="219960" cy="363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4">
            <p14:nvContentPartPr>
              <p14:cNvPr id="29" name="Ink 28">
                <a:extLst>
                  <a:ext uri="{FF2B5EF4-FFF2-40B4-BE49-F238E27FC236}">
                    <a16:creationId xmlns:a16="http://schemas.microsoft.com/office/drawing/2014/main" id="{5D725D77-1C5D-463A-9A05-3751B86C578C}"/>
                  </a:ext>
                </a:extLst>
              </p14:cNvPr>
              <p14:cNvContentPartPr/>
              <p14:nvPr/>
            </p14:nvContentPartPr>
            <p14:xfrm>
              <a:off x="5528426" y="2107457"/>
              <a:ext cx="162720" cy="18720"/>
            </p14:xfrm>
          </p:contentPart>
        </mc:Choice>
        <mc:Fallback xmlns="">
          <p:pic>
            <p:nvPicPr>
              <p:cNvPr id="29" name="Ink 28">
                <a:extLst>
                  <a:ext uri="{FF2B5EF4-FFF2-40B4-BE49-F238E27FC236}">
                    <a16:creationId xmlns:a16="http://schemas.microsoft.com/office/drawing/2014/main" id="{5D725D77-1C5D-463A-9A05-3751B86C578C}"/>
                  </a:ext>
                </a:extLst>
              </p:cNvPr>
              <p:cNvPicPr/>
              <p:nvPr/>
            </p:nvPicPr>
            <p:blipFill>
              <a:blip r:embed="rId25"/>
              <a:stretch>
                <a:fillRect/>
              </a:stretch>
            </p:blipFill>
            <p:spPr>
              <a:xfrm>
                <a:off x="5519426" y="2098817"/>
                <a:ext cx="180360" cy="363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6">
            <p14:nvContentPartPr>
              <p14:cNvPr id="33" name="Ink 32">
                <a:extLst>
                  <a:ext uri="{FF2B5EF4-FFF2-40B4-BE49-F238E27FC236}">
                    <a16:creationId xmlns:a16="http://schemas.microsoft.com/office/drawing/2014/main" id="{9C101774-F834-4A33-AC67-C315018CBB14}"/>
                  </a:ext>
                </a:extLst>
              </p14:cNvPr>
              <p14:cNvContentPartPr/>
              <p14:nvPr/>
            </p14:nvContentPartPr>
            <p14:xfrm>
              <a:off x="5844506" y="1749977"/>
              <a:ext cx="581400" cy="178200"/>
            </p14:xfrm>
          </p:contentPart>
        </mc:Choice>
        <mc:Fallback xmlns="">
          <p:pic>
            <p:nvPicPr>
              <p:cNvPr id="33" name="Ink 32">
                <a:extLst>
                  <a:ext uri="{FF2B5EF4-FFF2-40B4-BE49-F238E27FC236}">
                    <a16:creationId xmlns:a16="http://schemas.microsoft.com/office/drawing/2014/main" id="{9C101774-F834-4A33-AC67-C315018CBB14}"/>
                  </a:ext>
                </a:extLst>
              </p:cNvPr>
              <p:cNvPicPr/>
              <p:nvPr/>
            </p:nvPicPr>
            <p:blipFill>
              <a:blip r:embed="rId27"/>
              <a:stretch>
                <a:fillRect/>
              </a:stretch>
            </p:blipFill>
            <p:spPr>
              <a:xfrm>
                <a:off x="5835866" y="1741337"/>
                <a:ext cx="599040" cy="1958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8">
            <p14:nvContentPartPr>
              <p14:cNvPr id="34" name="Ink 33">
                <a:extLst>
                  <a:ext uri="{FF2B5EF4-FFF2-40B4-BE49-F238E27FC236}">
                    <a16:creationId xmlns:a16="http://schemas.microsoft.com/office/drawing/2014/main" id="{58536DA1-65CE-4D74-991C-6C9E1AD2F0BB}"/>
                  </a:ext>
                </a:extLst>
              </p14:cNvPr>
              <p14:cNvContentPartPr/>
              <p14:nvPr/>
            </p14:nvContentPartPr>
            <p14:xfrm>
              <a:off x="5847386" y="1908017"/>
              <a:ext cx="161640" cy="312480"/>
            </p14:xfrm>
          </p:contentPart>
        </mc:Choice>
        <mc:Fallback xmlns="">
          <p:pic>
            <p:nvPicPr>
              <p:cNvPr id="34" name="Ink 33">
                <a:extLst>
                  <a:ext uri="{FF2B5EF4-FFF2-40B4-BE49-F238E27FC236}">
                    <a16:creationId xmlns:a16="http://schemas.microsoft.com/office/drawing/2014/main" id="{58536DA1-65CE-4D74-991C-6C9E1AD2F0BB}"/>
                  </a:ext>
                </a:extLst>
              </p:cNvPr>
              <p:cNvPicPr/>
              <p:nvPr/>
            </p:nvPicPr>
            <p:blipFill>
              <a:blip r:embed="rId29"/>
              <a:stretch>
                <a:fillRect/>
              </a:stretch>
            </p:blipFill>
            <p:spPr>
              <a:xfrm>
                <a:off x="5838386" y="1899377"/>
                <a:ext cx="179280" cy="3301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0">
            <p14:nvContentPartPr>
              <p14:cNvPr id="35" name="Ink 34">
                <a:extLst>
                  <a:ext uri="{FF2B5EF4-FFF2-40B4-BE49-F238E27FC236}">
                    <a16:creationId xmlns:a16="http://schemas.microsoft.com/office/drawing/2014/main" id="{7B3E00B5-5350-4097-B28E-D0E33DE1FBD3}"/>
                  </a:ext>
                </a:extLst>
              </p14:cNvPr>
              <p14:cNvContentPartPr/>
              <p14:nvPr/>
            </p14:nvContentPartPr>
            <p14:xfrm>
              <a:off x="6135026" y="1934297"/>
              <a:ext cx="169920" cy="245880"/>
            </p14:xfrm>
          </p:contentPart>
        </mc:Choice>
        <mc:Fallback xmlns="">
          <p:pic>
            <p:nvPicPr>
              <p:cNvPr id="35" name="Ink 34">
                <a:extLst>
                  <a:ext uri="{FF2B5EF4-FFF2-40B4-BE49-F238E27FC236}">
                    <a16:creationId xmlns:a16="http://schemas.microsoft.com/office/drawing/2014/main" id="{7B3E00B5-5350-4097-B28E-D0E33DE1FBD3}"/>
                  </a:ext>
                </a:extLst>
              </p:cNvPr>
              <p:cNvPicPr/>
              <p:nvPr/>
            </p:nvPicPr>
            <p:blipFill>
              <a:blip r:embed="rId31"/>
              <a:stretch>
                <a:fillRect/>
              </a:stretch>
            </p:blipFill>
            <p:spPr>
              <a:xfrm>
                <a:off x="6126026" y="1925297"/>
                <a:ext cx="187560" cy="2635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2">
            <p14:nvContentPartPr>
              <p14:cNvPr id="37" name="Ink 36">
                <a:extLst>
                  <a:ext uri="{FF2B5EF4-FFF2-40B4-BE49-F238E27FC236}">
                    <a16:creationId xmlns:a16="http://schemas.microsoft.com/office/drawing/2014/main" id="{447A2862-63A4-4F94-9428-8E30F15DD470}"/>
                  </a:ext>
                </a:extLst>
              </p14:cNvPr>
              <p14:cNvContentPartPr/>
              <p14:nvPr/>
            </p14:nvContentPartPr>
            <p14:xfrm>
              <a:off x="6473066" y="1688417"/>
              <a:ext cx="97920" cy="480240"/>
            </p14:xfrm>
          </p:contentPart>
        </mc:Choice>
        <mc:Fallback xmlns="">
          <p:pic>
            <p:nvPicPr>
              <p:cNvPr id="37" name="Ink 36">
                <a:extLst>
                  <a:ext uri="{FF2B5EF4-FFF2-40B4-BE49-F238E27FC236}">
                    <a16:creationId xmlns:a16="http://schemas.microsoft.com/office/drawing/2014/main" id="{447A2862-63A4-4F94-9428-8E30F15DD470}"/>
                  </a:ext>
                </a:extLst>
              </p:cNvPr>
              <p:cNvPicPr/>
              <p:nvPr/>
            </p:nvPicPr>
            <p:blipFill>
              <a:blip r:embed="rId33"/>
              <a:stretch>
                <a:fillRect/>
              </a:stretch>
            </p:blipFill>
            <p:spPr>
              <a:xfrm>
                <a:off x="6464426" y="1679777"/>
                <a:ext cx="115560" cy="4978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4">
            <p14:nvContentPartPr>
              <p14:cNvPr id="38" name="Ink 37">
                <a:extLst>
                  <a:ext uri="{FF2B5EF4-FFF2-40B4-BE49-F238E27FC236}">
                    <a16:creationId xmlns:a16="http://schemas.microsoft.com/office/drawing/2014/main" id="{8C4E5891-3F5B-4353-BE6A-A258218CBF33}"/>
                  </a:ext>
                </a:extLst>
              </p14:cNvPr>
              <p14:cNvContentPartPr/>
              <p14:nvPr/>
            </p14:nvContentPartPr>
            <p14:xfrm>
              <a:off x="6380906" y="1656737"/>
              <a:ext cx="329040" cy="667080"/>
            </p14:xfrm>
          </p:contentPart>
        </mc:Choice>
        <mc:Fallback xmlns="">
          <p:pic>
            <p:nvPicPr>
              <p:cNvPr id="38" name="Ink 37">
                <a:extLst>
                  <a:ext uri="{FF2B5EF4-FFF2-40B4-BE49-F238E27FC236}">
                    <a16:creationId xmlns:a16="http://schemas.microsoft.com/office/drawing/2014/main" id="{8C4E5891-3F5B-4353-BE6A-A258218CBF33}"/>
                  </a:ext>
                </a:extLst>
              </p:cNvPr>
              <p:cNvPicPr/>
              <p:nvPr/>
            </p:nvPicPr>
            <p:blipFill>
              <a:blip r:embed="rId35"/>
              <a:stretch>
                <a:fillRect/>
              </a:stretch>
            </p:blipFill>
            <p:spPr>
              <a:xfrm>
                <a:off x="6371906" y="1647737"/>
                <a:ext cx="346680" cy="6847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6">
            <p14:nvContentPartPr>
              <p14:cNvPr id="40" name="Ink 39">
                <a:extLst>
                  <a:ext uri="{FF2B5EF4-FFF2-40B4-BE49-F238E27FC236}">
                    <a16:creationId xmlns:a16="http://schemas.microsoft.com/office/drawing/2014/main" id="{19DE66D4-1560-459E-8DEE-4A60D08C8AB9}"/>
                  </a:ext>
                </a:extLst>
              </p14:cNvPr>
              <p14:cNvContentPartPr/>
              <p14:nvPr/>
            </p14:nvContentPartPr>
            <p14:xfrm>
              <a:off x="6948626" y="1842137"/>
              <a:ext cx="260280" cy="43920"/>
            </p14:xfrm>
          </p:contentPart>
        </mc:Choice>
        <mc:Fallback xmlns="">
          <p:pic>
            <p:nvPicPr>
              <p:cNvPr id="40" name="Ink 39">
                <a:extLst>
                  <a:ext uri="{FF2B5EF4-FFF2-40B4-BE49-F238E27FC236}">
                    <a16:creationId xmlns:a16="http://schemas.microsoft.com/office/drawing/2014/main" id="{19DE66D4-1560-459E-8DEE-4A60D08C8AB9}"/>
                  </a:ext>
                </a:extLst>
              </p:cNvPr>
              <p:cNvPicPr/>
              <p:nvPr/>
            </p:nvPicPr>
            <p:blipFill>
              <a:blip r:embed="rId37"/>
              <a:stretch>
                <a:fillRect/>
              </a:stretch>
            </p:blipFill>
            <p:spPr>
              <a:xfrm>
                <a:off x="6939986" y="1833497"/>
                <a:ext cx="277920" cy="615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8">
            <p14:nvContentPartPr>
              <p14:cNvPr id="41" name="Ink 40">
                <a:extLst>
                  <a:ext uri="{FF2B5EF4-FFF2-40B4-BE49-F238E27FC236}">
                    <a16:creationId xmlns:a16="http://schemas.microsoft.com/office/drawing/2014/main" id="{9C77900E-E609-4568-A410-46445F671656}"/>
                  </a:ext>
                </a:extLst>
              </p14:cNvPr>
              <p14:cNvContentPartPr/>
              <p14:nvPr/>
            </p14:nvContentPartPr>
            <p14:xfrm>
              <a:off x="6910106" y="2041577"/>
              <a:ext cx="212040" cy="44280"/>
            </p14:xfrm>
          </p:contentPart>
        </mc:Choice>
        <mc:Fallback xmlns="">
          <p:pic>
            <p:nvPicPr>
              <p:cNvPr id="41" name="Ink 40">
                <a:extLst>
                  <a:ext uri="{FF2B5EF4-FFF2-40B4-BE49-F238E27FC236}">
                    <a16:creationId xmlns:a16="http://schemas.microsoft.com/office/drawing/2014/main" id="{9C77900E-E609-4568-A410-46445F671656}"/>
                  </a:ext>
                </a:extLst>
              </p:cNvPr>
              <p:cNvPicPr/>
              <p:nvPr/>
            </p:nvPicPr>
            <p:blipFill>
              <a:blip r:embed="rId39"/>
              <a:stretch>
                <a:fillRect/>
              </a:stretch>
            </p:blipFill>
            <p:spPr>
              <a:xfrm>
                <a:off x="6901106" y="2032937"/>
                <a:ext cx="229680" cy="61920"/>
              </a:xfrm>
              <a:prstGeom prst="rect">
                <a:avLst/>
              </a:prstGeom>
            </p:spPr>
          </p:pic>
        </mc:Fallback>
      </mc:AlternateContent>
      <p:grpSp>
        <p:nvGrpSpPr>
          <p:cNvPr id="47" name="Group 46">
            <a:extLst>
              <a:ext uri="{FF2B5EF4-FFF2-40B4-BE49-F238E27FC236}">
                <a16:creationId xmlns:a16="http://schemas.microsoft.com/office/drawing/2014/main" id="{95F1397A-1B52-485C-8A49-A5B95922E07D}"/>
              </a:ext>
            </a:extLst>
          </p:cNvPr>
          <p:cNvGrpSpPr/>
          <p:nvPr/>
        </p:nvGrpSpPr>
        <p:grpSpPr>
          <a:xfrm>
            <a:off x="7438946" y="1618937"/>
            <a:ext cx="699480" cy="628200"/>
            <a:chOff x="7438946" y="1618937"/>
            <a:chExt cx="699480" cy="628200"/>
          </a:xfrm>
        </p:grpSpPr>
        <mc:AlternateContent xmlns:mc="http://schemas.openxmlformats.org/markup-compatibility/2006" xmlns:p14="http://schemas.microsoft.com/office/powerpoint/2010/main" xmlns:aink="http://schemas.microsoft.com/office/drawing/2016/ink">
          <mc:Choice Requires="p14 aink">
            <p:contentPart p14:bwMode="auto" r:id="rId40">
              <p14:nvContentPartPr>
                <p14:cNvPr id="42" name="Ink 41">
                  <a:extLst>
                    <a:ext uri="{FF2B5EF4-FFF2-40B4-BE49-F238E27FC236}">
                      <a16:creationId xmlns:a16="http://schemas.microsoft.com/office/drawing/2014/main" id="{CFF6339D-4EAF-48D5-B0B3-5AA601A896CE}"/>
                    </a:ext>
                  </a:extLst>
                </p14:cNvPr>
                <p14:cNvContentPartPr/>
                <p14:nvPr/>
              </p14:nvContentPartPr>
              <p14:xfrm>
                <a:off x="7438946" y="1663217"/>
                <a:ext cx="285840" cy="583920"/>
              </p14:xfrm>
            </p:contentPart>
          </mc:Choice>
          <mc:Fallback xmlns="">
            <p:pic>
              <p:nvPicPr>
                <p:cNvPr id="42" name="Ink 41">
                  <a:extLst>
                    <a:ext uri="{FF2B5EF4-FFF2-40B4-BE49-F238E27FC236}">
                      <a16:creationId xmlns:a16="http://schemas.microsoft.com/office/drawing/2014/main" id="{CFF6339D-4EAF-48D5-B0B3-5AA601A896CE}"/>
                    </a:ext>
                  </a:extLst>
                </p:cNvPr>
                <p:cNvPicPr/>
                <p:nvPr/>
              </p:nvPicPr>
              <p:blipFill>
                <a:blip r:embed="rId41"/>
                <a:stretch>
                  <a:fillRect/>
                </a:stretch>
              </p:blipFill>
              <p:spPr>
                <a:xfrm>
                  <a:off x="7429946" y="1654217"/>
                  <a:ext cx="303480" cy="6015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42">
              <p14:nvContentPartPr>
                <p14:cNvPr id="43" name="Ink 42">
                  <a:extLst>
                    <a:ext uri="{FF2B5EF4-FFF2-40B4-BE49-F238E27FC236}">
                      <a16:creationId xmlns:a16="http://schemas.microsoft.com/office/drawing/2014/main" id="{1BF3D866-BE56-48C5-B36D-FEA021C0F86A}"/>
                    </a:ext>
                  </a:extLst>
                </p14:cNvPr>
                <p14:cNvContentPartPr/>
                <p14:nvPr/>
              </p14:nvContentPartPr>
              <p14:xfrm>
                <a:off x="7859066" y="2014937"/>
                <a:ext cx="9360" cy="6840"/>
              </p14:xfrm>
            </p:contentPart>
          </mc:Choice>
          <mc:Fallback xmlns="">
            <p:pic>
              <p:nvPicPr>
                <p:cNvPr id="43" name="Ink 42">
                  <a:extLst>
                    <a:ext uri="{FF2B5EF4-FFF2-40B4-BE49-F238E27FC236}">
                      <a16:creationId xmlns:a16="http://schemas.microsoft.com/office/drawing/2014/main" id="{1BF3D866-BE56-48C5-B36D-FEA021C0F86A}"/>
                    </a:ext>
                  </a:extLst>
                </p:cNvPr>
                <p:cNvPicPr/>
                <p:nvPr/>
              </p:nvPicPr>
              <p:blipFill>
                <a:blip r:embed="rId43"/>
                <a:stretch>
                  <a:fillRect/>
                </a:stretch>
              </p:blipFill>
              <p:spPr>
                <a:xfrm>
                  <a:off x="7850426" y="2005937"/>
                  <a:ext cx="27000" cy="244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44">
              <p14:nvContentPartPr>
                <p14:cNvPr id="45" name="Ink 44">
                  <a:extLst>
                    <a:ext uri="{FF2B5EF4-FFF2-40B4-BE49-F238E27FC236}">
                      <a16:creationId xmlns:a16="http://schemas.microsoft.com/office/drawing/2014/main" id="{57CA457E-48DE-4A98-98FA-69BB99F6FA90}"/>
                    </a:ext>
                  </a:extLst>
                </p14:cNvPr>
                <p14:cNvContentPartPr/>
                <p14:nvPr/>
              </p14:nvContentPartPr>
              <p14:xfrm>
                <a:off x="7843586" y="1972817"/>
                <a:ext cx="47520" cy="59760"/>
              </p14:xfrm>
            </p:contentPart>
          </mc:Choice>
          <mc:Fallback xmlns="">
            <p:pic>
              <p:nvPicPr>
                <p:cNvPr id="45" name="Ink 44">
                  <a:extLst>
                    <a:ext uri="{FF2B5EF4-FFF2-40B4-BE49-F238E27FC236}">
                      <a16:creationId xmlns:a16="http://schemas.microsoft.com/office/drawing/2014/main" id="{57CA457E-48DE-4A98-98FA-69BB99F6FA90}"/>
                    </a:ext>
                  </a:extLst>
                </p:cNvPr>
                <p:cNvPicPr/>
                <p:nvPr/>
              </p:nvPicPr>
              <p:blipFill>
                <a:blip r:embed="rId45"/>
                <a:stretch>
                  <a:fillRect/>
                </a:stretch>
              </p:blipFill>
              <p:spPr>
                <a:xfrm>
                  <a:off x="7834946" y="1963817"/>
                  <a:ext cx="65160" cy="774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46">
              <p14:nvContentPartPr>
                <p14:cNvPr id="46" name="Ink 45">
                  <a:extLst>
                    <a:ext uri="{FF2B5EF4-FFF2-40B4-BE49-F238E27FC236}">
                      <a16:creationId xmlns:a16="http://schemas.microsoft.com/office/drawing/2014/main" id="{842C8E4A-7FD1-403F-ADB9-228D672F5E88}"/>
                    </a:ext>
                  </a:extLst>
                </p14:cNvPr>
                <p14:cNvContentPartPr/>
                <p14:nvPr/>
              </p14:nvContentPartPr>
              <p14:xfrm>
                <a:off x="8010986" y="1618937"/>
                <a:ext cx="127440" cy="606600"/>
              </p14:xfrm>
            </p:contentPart>
          </mc:Choice>
          <mc:Fallback xmlns="">
            <p:pic>
              <p:nvPicPr>
                <p:cNvPr id="46" name="Ink 45">
                  <a:extLst>
                    <a:ext uri="{FF2B5EF4-FFF2-40B4-BE49-F238E27FC236}">
                      <a16:creationId xmlns:a16="http://schemas.microsoft.com/office/drawing/2014/main" id="{842C8E4A-7FD1-403F-ADB9-228D672F5E88}"/>
                    </a:ext>
                  </a:extLst>
                </p:cNvPr>
                <p:cNvPicPr/>
                <p:nvPr/>
              </p:nvPicPr>
              <p:blipFill>
                <a:blip r:embed="rId47"/>
                <a:stretch>
                  <a:fillRect/>
                </a:stretch>
              </p:blipFill>
              <p:spPr>
                <a:xfrm>
                  <a:off x="8002346" y="1609937"/>
                  <a:ext cx="145080" cy="624240"/>
                </a:xfrm>
                <a:prstGeom prst="rect">
                  <a:avLst/>
                </a:prstGeom>
              </p:spPr>
            </p:pic>
          </mc:Fallback>
        </mc:AlternateContent>
      </p:grpSp>
      <p:grpSp>
        <p:nvGrpSpPr>
          <p:cNvPr id="51" name="Group 50">
            <a:extLst>
              <a:ext uri="{FF2B5EF4-FFF2-40B4-BE49-F238E27FC236}">
                <a16:creationId xmlns:a16="http://schemas.microsoft.com/office/drawing/2014/main" id="{39716CCA-97A4-44E7-B771-70BE4E539A68}"/>
              </a:ext>
            </a:extLst>
          </p:cNvPr>
          <p:cNvGrpSpPr/>
          <p:nvPr/>
        </p:nvGrpSpPr>
        <p:grpSpPr>
          <a:xfrm>
            <a:off x="8224826" y="1688057"/>
            <a:ext cx="616320" cy="505080"/>
            <a:chOff x="8224826" y="1688057"/>
            <a:chExt cx="616320" cy="505080"/>
          </a:xfrm>
        </p:grpSpPr>
        <mc:AlternateContent xmlns:mc="http://schemas.openxmlformats.org/markup-compatibility/2006" xmlns:p14="http://schemas.microsoft.com/office/powerpoint/2010/main" xmlns:aink="http://schemas.microsoft.com/office/drawing/2016/ink">
          <mc:Choice Requires="p14 aink">
            <p:contentPart p14:bwMode="auto" r:id="rId48">
              <p14:nvContentPartPr>
                <p14:cNvPr id="48" name="Ink 47">
                  <a:extLst>
                    <a:ext uri="{FF2B5EF4-FFF2-40B4-BE49-F238E27FC236}">
                      <a16:creationId xmlns:a16="http://schemas.microsoft.com/office/drawing/2014/main" id="{B45A1A99-D962-416E-B64E-FD1F8C722847}"/>
                    </a:ext>
                  </a:extLst>
                </p14:cNvPr>
                <p14:cNvContentPartPr/>
                <p14:nvPr/>
              </p14:nvContentPartPr>
              <p14:xfrm>
                <a:off x="8225186" y="1688057"/>
                <a:ext cx="615960" cy="185760"/>
              </p14:xfrm>
            </p:contentPart>
          </mc:Choice>
          <mc:Fallback xmlns="">
            <p:pic>
              <p:nvPicPr>
                <p:cNvPr id="48" name="Ink 47">
                  <a:extLst>
                    <a:ext uri="{FF2B5EF4-FFF2-40B4-BE49-F238E27FC236}">
                      <a16:creationId xmlns:a16="http://schemas.microsoft.com/office/drawing/2014/main" id="{B45A1A99-D962-416E-B64E-FD1F8C722847}"/>
                    </a:ext>
                  </a:extLst>
                </p:cNvPr>
                <p:cNvPicPr/>
                <p:nvPr/>
              </p:nvPicPr>
              <p:blipFill>
                <a:blip r:embed="rId49"/>
                <a:stretch>
                  <a:fillRect/>
                </a:stretch>
              </p:blipFill>
              <p:spPr>
                <a:xfrm>
                  <a:off x="8216546" y="1679417"/>
                  <a:ext cx="633600" cy="2034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50">
              <p14:nvContentPartPr>
                <p14:cNvPr id="49" name="Ink 48">
                  <a:extLst>
                    <a:ext uri="{FF2B5EF4-FFF2-40B4-BE49-F238E27FC236}">
                      <a16:creationId xmlns:a16="http://schemas.microsoft.com/office/drawing/2014/main" id="{E485A81E-234D-4000-9C75-6AEA2B732CF9}"/>
                    </a:ext>
                  </a:extLst>
                </p14:cNvPr>
                <p14:cNvContentPartPr/>
                <p14:nvPr/>
              </p14:nvContentPartPr>
              <p14:xfrm>
                <a:off x="8224826" y="1831697"/>
                <a:ext cx="189720" cy="361440"/>
              </p14:xfrm>
            </p:contentPart>
          </mc:Choice>
          <mc:Fallback xmlns="">
            <p:pic>
              <p:nvPicPr>
                <p:cNvPr id="49" name="Ink 48">
                  <a:extLst>
                    <a:ext uri="{FF2B5EF4-FFF2-40B4-BE49-F238E27FC236}">
                      <a16:creationId xmlns:a16="http://schemas.microsoft.com/office/drawing/2014/main" id="{E485A81E-234D-4000-9C75-6AEA2B732CF9}"/>
                    </a:ext>
                  </a:extLst>
                </p:cNvPr>
                <p:cNvPicPr/>
                <p:nvPr/>
              </p:nvPicPr>
              <p:blipFill>
                <a:blip r:embed="rId51"/>
                <a:stretch>
                  <a:fillRect/>
                </a:stretch>
              </p:blipFill>
              <p:spPr>
                <a:xfrm>
                  <a:off x="8215826" y="1822697"/>
                  <a:ext cx="207360" cy="3790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52">
              <p14:nvContentPartPr>
                <p14:cNvPr id="50" name="Ink 49">
                  <a:extLst>
                    <a:ext uri="{FF2B5EF4-FFF2-40B4-BE49-F238E27FC236}">
                      <a16:creationId xmlns:a16="http://schemas.microsoft.com/office/drawing/2014/main" id="{2CAAFA38-726A-43AF-B386-CBDF8FA1AE06}"/>
                    </a:ext>
                  </a:extLst>
                </p14:cNvPr>
                <p14:cNvContentPartPr/>
                <p14:nvPr/>
              </p14:nvContentPartPr>
              <p14:xfrm>
                <a:off x="8526146" y="1845737"/>
                <a:ext cx="226800" cy="329760"/>
              </p14:xfrm>
            </p:contentPart>
          </mc:Choice>
          <mc:Fallback xmlns="">
            <p:pic>
              <p:nvPicPr>
                <p:cNvPr id="50" name="Ink 49">
                  <a:extLst>
                    <a:ext uri="{FF2B5EF4-FFF2-40B4-BE49-F238E27FC236}">
                      <a16:creationId xmlns:a16="http://schemas.microsoft.com/office/drawing/2014/main" id="{2CAAFA38-726A-43AF-B386-CBDF8FA1AE06}"/>
                    </a:ext>
                  </a:extLst>
                </p:cNvPr>
                <p:cNvPicPr/>
                <p:nvPr/>
              </p:nvPicPr>
              <p:blipFill>
                <a:blip r:embed="rId53"/>
                <a:stretch>
                  <a:fillRect/>
                </a:stretch>
              </p:blipFill>
              <p:spPr>
                <a:xfrm>
                  <a:off x="8517506" y="1836737"/>
                  <a:ext cx="244440" cy="347400"/>
                </a:xfrm>
                <a:prstGeom prst="rect">
                  <a:avLst/>
                </a:prstGeom>
              </p:spPr>
            </p:pic>
          </mc:Fallback>
        </mc:AlternateContent>
      </p:grpSp>
      <p:grpSp>
        <p:nvGrpSpPr>
          <p:cNvPr id="61" name="Group 60">
            <a:extLst>
              <a:ext uri="{FF2B5EF4-FFF2-40B4-BE49-F238E27FC236}">
                <a16:creationId xmlns:a16="http://schemas.microsoft.com/office/drawing/2014/main" id="{2E9CC219-B185-4A16-B52C-CF17E44F4D08}"/>
              </a:ext>
            </a:extLst>
          </p:cNvPr>
          <p:cNvGrpSpPr/>
          <p:nvPr/>
        </p:nvGrpSpPr>
        <p:grpSpPr>
          <a:xfrm>
            <a:off x="3556706" y="1693457"/>
            <a:ext cx="1177560" cy="365760"/>
            <a:chOff x="3556706" y="1693457"/>
            <a:chExt cx="1177560" cy="365760"/>
          </a:xfrm>
        </p:grpSpPr>
        <mc:AlternateContent xmlns:mc="http://schemas.openxmlformats.org/markup-compatibility/2006" xmlns:p14="http://schemas.microsoft.com/office/powerpoint/2010/main" xmlns:aink="http://schemas.microsoft.com/office/drawing/2016/ink">
          <mc:Choice Requires="p14 aink">
            <p:contentPart p14:bwMode="auto" r:id="rId54">
              <p14:nvContentPartPr>
                <p14:cNvPr id="52" name="Ink 51">
                  <a:extLst>
                    <a:ext uri="{FF2B5EF4-FFF2-40B4-BE49-F238E27FC236}">
                      <a16:creationId xmlns:a16="http://schemas.microsoft.com/office/drawing/2014/main" id="{0681AE7F-23CE-4828-B279-A80553D62F52}"/>
                    </a:ext>
                  </a:extLst>
                </p14:cNvPr>
                <p14:cNvContentPartPr/>
                <p14:nvPr/>
              </p14:nvContentPartPr>
              <p14:xfrm>
                <a:off x="3620786" y="1761857"/>
                <a:ext cx="46080" cy="273240"/>
              </p14:xfrm>
            </p:contentPart>
          </mc:Choice>
          <mc:Fallback xmlns="">
            <p:pic>
              <p:nvPicPr>
                <p:cNvPr id="52" name="Ink 51">
                  <a:extLst>
                    <a:ext uri="{FF2B5EF4-FFF2-40B4-BE49-F238E27FC236}">
                      <a16:creationId xmlns:a16="http://schemas.microsoft.com/office/drawing/2014/main" id="{0681AE7F-23CE-4828-B279-A80553D62F52}"/>
                    </a:ext>
                  </a:extLst>
                </p:cNvPr>
                <p:cNvPicPr/>
                <p:nvPr/>
              </p:nvPicPr>
              <p:blipFill>
                <a:blip r:embed="rId55"/>
                <a:stretch>
                  <a:fillRect/>
                </a:stretch>
              </p:blipFill>
              <p:spPr>
                <a:xfrm>
                  <a:off x="3612146" y="1752857"/>
                  <a:ext cx="63720" cy="2908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56">
              <p14:nvContentPartPr>
                <p14:cNvPr id="53" name="Ink 52">
                  <a:extLst>
                    <a:ext uri="{FF2B5EF4-FFF2-40B4-BE49-F238E27FC236}">
                      <a16:creationId xmlns:a16="http://schemas.microsoft.com/office/drawing/2014/main" id="{D14D5BA3-4D25-45C3-9B27-9DF7D2DF5E5C}"/>
                    </a:ext>
                  </a:extLst>
                </p14:cNvPr>
                <p14:cNvContentPartPr/>
                <p14:nvPr/>
              </p14:nvContentPartPr>
              <p14:xfrm>
                <a:off x="3556706" y="1693457"/>
                <a:ext cx="196920" cy="365760"/>
              </p14:xfrm>
            </p:contentPart>
          </mc:Choice>
          <mc:Fallback xmlns="">
            <p:pic>
              <p:nvPicPr>
                <p:cNvPr id="53" name="Ink 52">
                  <a:extLst>
                    <a:ext uri="{FF2B5EF4-FFF2-40B4-BE49-F238E27FC236}">
                      <a16:creationId xmlns:a16="http://schemas.microsoft.com/office/drawing/2014/main" id="{D14D5BA3-4D25-45C3-9B27-9DF7D2DF5E5C}"/>
                    </a:ext>
                  </a:extLst>
                </p:cNvPr>
                <p:cNvPicPr/>
                <p:nvPr/>
              </p:nvPicPr>
              <p:blipFill>
                <a:blip r:embed="rId57"/>
                <a:stretch>
                  <a:fillRect/>
                </a:stretch>
              </p:blipFill>
              <p:spPr>
                <a:xfrm>
                  <a:off x="3547706" y="1684457"/>
                  <a:ext cx="214560" cy="3834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58">
              <p14:nvContentPartPr>
                <p14:cNvPr id="54" name="Ink 53">
                  <a:extLst>
                    <a:ext uri="{FF2B5EF4-FFF2-40B4-BE49-F238E27FC236}">
                      <a16:creationId xmlns:a16="http://schemas.microsoft.com/office/drawing/2014/main" id="{C6E296D6-EA48-46F7-ACD3-6E96835A7814}"/>
                    </a:ext>
                  </a:extLst>
                </p14:cNvPr>
                <p14:cNvContentPartPr/>
                <p14:nvPr/>
              </p14:nvContentPartPr>
              <p14:xfrm>
                <a:off x="3896186" y="1813697"/>
                <a:ext cx="106920" cy="23040"/>
              </p14:xfrm>
            </p:contentPart>
          </mc:Choice>
          <mc:Fallback xmlns="">
            <p:pic>
              <p:nvPicPr>
                <p:cNvPr id="54" name="Ink 53">
                  <a:extLst>
                    <a:ext uri="{FF2B5EF4-FFF2-40B4-BE49-F238E27FC236}">
                      <a16:creationId xmlns:a16="http://schemas.microsoft.com/office/drawing/2014/main" id="{C6E296D6-EA48-46F7-ACD3-6E96835A7814}"/>
                    </a:ext>
                  </a:extLst>
                </p:cNvPr>
                <p:cNvPicPr/>
                <p:nvPr/>
              </p:nvPicPr>
              <p:blipFill>
                <a:blip r:embed="rId59"/>
                <a:stretch>
                  <a:fillRect/>
                </a:stretch>
              </p:blipFill>
              <p:spPr>
                <a:xfrm>
                  <a:off x="3887546" y="1805057"/>
                  <a:ext cx="124560" cy="406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60">
              <p14:nvContentPartPr>
                <p14:cNvPr id="55" name="Ink 54">
                  <a:extLst>
                    <a:ext uri="{FF2B5EF4-FFF2-40B4-BE49-F238E27FC236}">
                      <a16:creationId xmlns:a16="http://schemas.microsoft.com/office/drawing/2014/main" id="{D94AB03F-E5D6-4804-87B0-E9A7E2B1BAA9}"/>
                    </a:ext>
                  </a:extLst>
                </p14:cNvPr>
                <p14:cNvContentPartPr/>
                <p14:nvPr/>
              </p14:nvContentPartPr>
              <p14:xfrm>
                <a:off x="3865586" y="1909097"/>
                <a:ext cx="104400" cy="26280"/>
              </p14:xfrm>
            </p:contentPart>
          </mc:Choice>
          <mc:Fallback xmlns="">
            <p:pic>
              <p:nvPicPr>
                <p:cNvPr id="55" name="Ink 54">
                  <a:extLst>
                    <a:ext uri="{FF2B5EF4-FFF2-40B4-BE49-F238E27FC236}">
                      <a16:creationId xmlns:a16="http://schemas.microsoft.com/office/drawing/2014/main" id="{D94AB03F-E5D6-4804-87B0-E9A7E2B1BAA9}"/>
                    </a:ext>
                  </a:extLst>
                </p:cNvPr>
                <p:cNvPicPr/>
                <p:nvPr/>
              </p:nvPicPr>
              <p:blipFill>
                <a:blip r:embed="rId61"/>
                <a:stretch>
                  <a:fillRect/>
                </a:stretch>
              </p:blipFill>
              <p:spPr>
                <a:xfrm>
                  <a:off x="3856586" y="1900457"/>
                  <a:ext cx="122040" cy="439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62">
              <p14:nvContentPartPr>
                <p14:cNvPr id="56" name="Ink 55">
                  <a:extLst>
                    <a:ext uri="{FF2B5EF4-FFF2-40B4-BE49-F238E27FC236}">
                      <a16:creationId xmlns:a16="http://schemas.microsoft.com/office/drawing/2014/main" id="{0B73BC45-EF61-4BCC-9B30-61B3D6D6ACEB}"/>
                    </a:ext>
                  </a:extLst>
                </p14:cNvPr>
                <p14:cNvContentPartPr/>
                <p14:nvPr/>
              </p14:nvContentPartPr>
              <p14:xfrm>
                <a:off x="4095266" y="1746377"/>
                <a:ext cx="139320" cy="295560"/>
              </p14:xfrm>
            </p:contentPart>
          </mc:Choice>
          <mc:Fallback xmlns="">
            <p:pic>
              <p:nvPicPr>
                <p:cNvPr id="56" name="Ink 55">
                  <a:extLst>
                    <a:ext uri="{FF2B5EF4-FFF2-40B4-BE49-F238E27FC236}">
                      <a16:creationId xmlns:a16="http://schemas.microsoft.com/office/drawing/2014/main" id="{0B73BC45-EF61-4BCC-9B30-61B3D6D6ACEB}"/>
                    </a:ext>
                  </a:extLst>
                </p:cNvPr>
                <p:cNvPicPr/>
                <p:nvPr/>
              </p:nvPicPr>
              <p:blipFill>
                <a:blip r:embed="rId63"/>
                <a:stretch>
                  <a:fillRect/>
                </a:stretch>
              </p:blipFill>
              <p:spPr>
                <a:xfrm>
                  <a:off x="4086626" y="1737377"/>
                  <a:ext cx="156960" cy="3132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64">
              <p14:nvContentPartPr>
                <p14:cNvPr id="57" name="Ink 56">
                  <a:extLst>
                    <a:ext uri="{FF2B5EF4-FFF2-40B4-BE49-F238E27FC236}">
                      <a16:creationId xmlns:a16="http://schemas.microsoft.com/office/drawing/2014/main" id="{53BD7803-C601-432B-B848-693B794D5CA0}"/>
                    </a:ext>
                  </a:extLst>
                </p14:cNvPr>
                <p14:cNvContentPartPr/>
                <p14:nvPr/>
              </p14:nvContentPartPr>
              <p14:xfrm>
                <a:off x="4306586" y="1926017"/>
                <a:ext cx="24480" cy="11520"/>
              </p14:xfrm>
            </p:contentPart>
          </mc:Choice>
          <mc:Fallback xmlns="">
            <p:pic>
              <p:nvPicPr>
                <p:cNvPr id="57" name="Ink 56">
                  <a:extLst>
                    <a:ext uri="{FF2B5EF4-FFF2-40B4-BE49-F238E27FC236}">
                      <a16:creationId xmlns:a16="http://schemas.microsoft.com/office/drawing/2014/main" id="{53BD7803-C601-432B-B848-693B794D5CA0}"/>
                    </a:ext>
                  </a:extLst>
                </p:cNvPr>
                <p:cNvPicPr/>
                <p:nvPr/>
              </p:nvPicPr>
              <p:blipFill>
                <a:blip r:embed="rId65"/>
                <a:stretch>
                  <a:fillRect/>
                </a:stretch>
              </p:blipFill>
              <p:spPr>
                <a:xfrm>
                  <a:off x="4297946" y="1917017"/>
                  <a:ext cx="42120" cy="291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66">
              <p14:nvContentPartPr>
                <p14:cNvPr id="58" name="Ink 57">
                  <a:extLst>
                    <a:ext uri="{FF2B5EF4-FFF2-40B4-BE49-F238E27FC236}">
                      <a16:creationId xmlns:a16="http://schemas.microsoft.com/office/drawing/2014/main" id="{E6843366-6E89-4268-B9F3-790AE093D2CC}"/>
                    </a:ext>
                  </a:extLst>
                </p14:cNvPr>
                <p14:cNvContentPartPr/>
                <p14:nvPr/>
              </p14:nvContentPartPr>
              <p14:xfrm>
                <a:off x="4417826" y="1748177"/>
                <a:ext cx="32400" cy="270000"/>
              </p14:xfrm>
            </p:contentPart>
          </mc:Choice>
          <mc:Fallback xmlns="">
            <p:pic>
              <p:nvPicPr>
                <p:cNvPr id="58" name="Ink 57">
                  <a:extLst>
                    <a:ext uri="{FF2B5EF4-FFF2-40B4-BE49-F238E27FC236}">
                      <a16:creationId xmlns:a16="http://schemas.microsoft.com/office/drawing/2014/main" id="{E6843366-6E89-4268-B9F3-790AE093D2CC}"/>
                    </a:ext>
                  </a:extLst>
                </p:cNvPr>
                <p:cNvPicPr/>
                <p:nvPr/>
              </p:nvPicPr>
              <p:blipFill>
                <a:blip r:embed="rId67"/>
                <a:stretch>
                  <a:fillRect/>
                </a:stretch>
              </p:blipFill>
              <p:spPr>
                <a:xfrm>
                  <a:off x="4409186" y="1739537"/>
                  <a:ext cx="50040" cy="2876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68">
              <p14:nvContentPartPr>
                <p14:cNvPr id="60" name="Ink 59">
                  <a:extLst>
                    <a:ext uri="{FF2B5EF4-FFF2-40B4-BE49-F238E27FC236}">
                      <a16:creationId xmlns:a16="http://schemas.microsoft.com/office/drawing/2014/main" id="{3EE3FFC4-BEAA-44B4-9959-2B6903E51130}"/>
                    </a:ext>
                  </a:extLst>
                </p14:cNvPr>
                <p14:cNvContentPartPr/>
                <p14:nvPr/>
              </p14:nvContentPartPr>
              <p14:xfrm>
                <a:off x="4524746" y="1864457"/>
                <a:ext cx="209520" cy="162720"/>
              </p14:xfrm>
            </p:contentPart>
          </mc:Choice>
          <mc:Fallback xmlns="">
            <p:pic>
              <p:nvPicPr>
                <p:cNvPr id="60" name="Ink 59">
                  <a:extLst>
                    <a:ext uri="{FF2B5EF4-FFF2-40B4-BE49-F238E27FC236}">
                      <a16:creationId xmlns:a16="http://schemas.microsoft.com/office/drawing/2014/main" id="{3EE3FFC4-BEAA-44B4-9959-2B6903E51130}"/>
                    </a:ext>
                  </a:extLst>
                </p:cNvPr>
                <p:cNvPicPr/>
                <p:nvPr/>
              </p:nvPicPr>
              <p:blipFill>
                <a:blip r:embed="rId69"/>
                <a:stretch>
                  <a:fillRect/>
                </a:stretch>
              </p:blipFill>
              <p:spPr>
                <a:xfrm>
                  <a:off x="4516106" y="1855457"/>
                  <a:ext cx="227160" cy="180360"/>
                </a:xfrm>
                <a:prstGeom prst="rect">
                  <a:avLst/>
                </a:prstGeom>
              </p:spPr>
            </p:pic>
          </mc:Fallback>
        </mc:AlternateContent>
      </p:grpSp>
      <mc:AlternateContent xmlns:mc="http://schemas.openxmlformats.org/markup-compatibility/2006" xmlns:p14="http://schemas.microsoft.com/office/powerpoint/2010/main" xmlns:aink="http://schemas.microsoft.com/office/drawing/2016/ink">
        <mc:Choice Requires="p14 aink">
          <p:contentPart p14:bwMode="auto" r:id="rId70">
            <p14:nvContentPartPr>
              <p14:cNvPr id="106" name="Ink 105">
                <a:extLst>
                  <a:ext uri="{FF2B5EF4-FFF2-40B4-BE49-F238E27FC236}">
                    <a16:creationId xmlns:a16="http://schemas.microsoft.com/office/drawing/2014/main" id="{B2A254E8-7B39-4D81-AECD-F3D5C3F65C8F}"/>
                  </a:ext>
                </a:extLst>
              </p14:cNvPr>
              <p14:cNvContentPartPr/>
              <p14:nvPr/>
            </p14:nvContentPartPr>
            <p14:xfrm>
              <a:off x="10201946" y="3041297"/>
              <a:ext cx="1440" cy="10440"/>
            </p14:xfrm>
          </p:contentPart>
        </mc:Choice>
        <mc:Fallback xmlns="">
          <p:pic>
            <p:nvPicPr>
              <p:cNvPr id="106" name="Ink 105">
                <a:extLst>
                  <a:ext uri="{FF2B5EF4-FFF2-40B4-BE49-F238E27FC236}">
                    <a16:creationId xmlns:a16="http://schemas.microsoft.com/office/drawing/2014/main" id="{B2A254E8-7B39-4D81-AECD-F3D5C3F65C8F}"/>
                  </a:ext>
                </a:extLst>
              </p:cNvPr>
              <p:cNvPicPr/>
              <p:nvPr/>
            </p:nvPicPr>
            <p:blipFill>
              <a:blip r:embed="rId71"/>
              <a:stretch>
                <a:fillRect/>
              </a:stretch>
            </p:blipFill>
            <p:spPr>
              <a:xfrm>
                <a:off x="10192946" y="3032297"/>
                <a:ext cx="19080" cy="280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72">
            <p14:nvContentPartPr>
              <p14:cNvPr id="198" name="Ink 197">
                <a:extLst>
                  <a:ext uri="{FF2B5EF4-FFF2-40B4-BE49-F238E27FC236}">
                    <a16:creationId xmlns:a16="http://schemas.microsoft.com/office/drawing/2014/main" id="{219793B2-C461-4EEA-8FFA-BDF6F6C10501}"/>
                  </a:ext>
                </a:extLst>
              </p14:cNvPr>
              <p14:cNvContentPartPr/>
              <p14:nvPr/>
            </p14:nvContentPartPr>
            <p14:xfrm>
              <a:off x="9016466" y="2144537"/>
              <a:ext cx="87480" cy="160200"/>
            </p14:xfrm>
          </p:contentPart>
        </mc:Choice>
        <mc:Fallback xmlns="">
          <p:pic>
            <p:nvPicPr>
              <p:cNvPr id="198" name="Ink 197">
                <a:extLst>
                  <a:ext uri="{FF2B5EF4-FFF2-40B4-BE49-F238E27FC236}">
                    <a16:creationId xmlns:a16="http://schemas.microsoft.com/office/drawing/2014/main" id="{219793B2-C461-4EEA-8FFA-BDF6F6C10501}"/>
                  </a:ext>
                </a:extLst>
              </p:cNvPr>
              <p:cNvPicPr/>
              <p:nvPr/>
            </p:nvPicPr>
            <p:blipFill>
              <a:blip r:embed="rId73"/>
              <a:stretch>
                <a:fillRect/>
              </a:stretch>
            </p:blipFill>
            <p:spPr>
              <a:xfrm>
                <a:off x="9007466" y="2135897"/>
                <a:ext cx="105120" cy="177840"/>
              </a:xfrm>
              <a:prstGeom prst="rect">
                <a:avLst/>
              </a:prstGeom>
            </p:spPr>
          </p:pic>
        </mc:Fallback>
      </mc:AlternateContent>
      <p:grpSp>
        <p:nvGrpSpPr>
          <p:cNvPr id="211" name="Group 210">
            <a:extLst>
              <a:ext uri="{FF2B5EF4-FFF2-40B4-BE49-F238E27FC236}">
                <a16:creationId xmlns:a16="http://schemas.microsoft.com/office/drawing/2014/main" id="{1F2576B5-8542-40C0-937D-7656ECD8B4E0}"/>
              </a:ext>
            </a:extLst>
          </p:cNvPr>
          <p:cNvGrpSpPr/>
          <p:nvPr/>
        </p:nvGrpSpPr>
        <p:grpSpPr>
          <a:xfrm>
            <a:off x="9349466" y="1615337"/>
            <a:ext cx="352440" cy="480240"/>
            <a:chOff x="9349466" y="1615337"/>
            <a:chExt cx="352440" cy="480240"/>
          </a:xfrm>
        </p:grpSpPr>
        <mc:AlternateContent xmlns:mc="http://schemas.openxmlformats.org/markup-compatibility/2006" xmlns:p14="http://schemas.microsoft.com/office/powerpoint/2010/main" xmlns:aink="http://schemas.microsoft.com/office/drawing/2016/ink">
          <mc:Choice Requires="p14 aink">
            <p:contentPart p14:bwMode="auto" r:id="rId74">
              <p14:nvContentPartPr>
                <p14:cNvPr id="199" name="Ink 198">
                  <a:extLst>
                    <a:ext uri="{FF2B5EF4-FFF2-40B4-BE49-F238E27FC236}">
                      <a16:creationId xmlns:a16="http://schemas.microsoft.com/office/drawing/2014/main" id="{4288FECD-F522-4379-8E10-A1689725A605}"/>
                    </a:ext>
                  </a:extLst>
                </p14:cNvPr>
                <p14:cNvContentPartPr/>
                <p14:nvPr/>
              </p14:nvContentPartPr>
              <p14:xfrm>
                <a:off x="9349466" y="1618577"/>
                <a:ext cx="130320" cy="441000"/>
              </p14:xfrm>
            </p:contentPart>
          </mc:Choice>
          <mc:Fallback xmlns="">
            <p:pic>
              <p:nvPicPr>
                <p:cNvPr id="199" name="Ink 198">
                  <a:extLst>
                    <a:ext uri="{FF2B5EF4-FFF2-40B4-BE49-F238E27FC236}">
                      <a16:creationId xmlns:a16="http://schemas.microsoft.com/office/drawing/2014/main" id="{4288FECD-F522-4379-8E10-A1689725A605}"/>
                    </a:ext>
                  </a:extLst>
                </p:cNvPr>
                <p:cNvPicPr/>
                <p:nvPr/>
              </p:nvPicPr>
              <p:blipFill>
                <a:blip r:embed="rId75"/>
                <a:stretch>
                  <a:fillRect/>
                </a:stretch>
              </p:blipFill>
              <p:spPr>
                <a:xfrm>
                  <a:off x="9340826" y="1609937"/>
                  <a:ext cx="147960" cy="4586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76">
              <p14:nvContentPartPr>
                <p14:cNvPr id="200" name="Ink 199">
                  <a:extLst>
                    <a:ext uri="{FF2B5EF4-FFF2-40B4-BE49-F238E27FC236}">
                      <a16:creationId xmlns:a16="http://schemas.microsoft.com/office/drawing/2014/main" id="{D136D1DA-6E64-444D-90FB-C9820298DE84}"/>
                    </a:ext>
                  </a:extLst>
                </p14:cNvPr>
                <p14:cNvContentPartPr/>
                <p14:nvPr/>
              </p14:nvContentPartPr>
              <p14:xfrm>
                <a:off x="9520106" y="1615337"/>
                <a:ext cx="181800" cy="480240"/>
              </p14:xfrm>
            </p:contentPart>
          </mc:Choice>
          <mc:Fallback xmlns="">
            <p:pic>
              <p:nvPicPr>
                <p:cNvPr id="200" name="Ink 199">
                  <a:extLst>
                    <a:ext uri="{FF2B5EF4-FFF2-40B4-BE49-F238E27FC236}">
                      <a16:creationId xmlns:a16="http://schemas.microsoft.com/office/drawing/2014/main" id="{D136D1DA-6E64-444D-90FB-C9820298DE84}"/>
                    </a:ext>
                  </a:extLst>
                </p:cNvPr>
                <p:cNvPicPr/>
                <p:nvPr/>
              </p:nvPicPr>
              <p:blipFill>
                <a:blip r:embed="rId77"/>
                <a:stretch>
                  <a:fillRect/>
                </a:stretch>
              </p:blipFill>
              <p:spPr>
                <a:xfrm>
                  <a:off x="9511466" y="1606697"/>
                  <a:ext cx="199440" cy="497880"/>
                </a:xfrm>
                <a:prstGeom prst="rect">
                  <a:avLst/>
                </a:prstGeom>
              </p:spPr>
            </p:pic>
          </mc:Fallback>
        </mc:AlternateContent>
      </p:grpSp>
      <p:grpSp>
        <p:nvGrpSpPr>
          <p:cNvPr id="210" name="Group 209">
            <a:extLst>
              <a:ext uri="{FF2B5EF4-FFF2-40B4-BE49-F238E27FC236}">
                <a16:creationId xmlns:a16="http://schemas.microsoft.com/office/drawing/2014/main" id="{D284D4F2-A3CA-4D89-A69B-C4B805700852}"/>
              </a:ext>
            </a:extLst>
          </p:cNvPr>
          <p:cNvGrpSpPr/>
          <p:nvPr/>
        </p:nvGrpSpPr>
        <p:grpSpPr>
          <a:xfrm>
            <a:off x="9930506" y="1456217"/>
            <a:ext cx="1496160" cy="805320"/>
            <a:chOff x="9930506" y="1456217"/>
            <a:chExt cx="1496160" cy="805320"/>
          </a:xfrm>
        </p:grpSpPr>
        <mc:AlternateContent xmlns:mc="http://schemas.openxmlformats.org/markup-compatibility/2006" xmlns:p14="http://schemas.microsoft.com/office/powerpoint/2010/main" xmlns:aink="http://schemas.microsoft.com/office/drawing/2016/ink">
          <mc:Choice Requires="p14 aink">
            <p:contentPart p14:bwMode="auto" r:id="rId78">
              <p14:nvContentPartPr>
                <p14:cNvPr id="201" name="Ink 200">
                  <a:extLst>
                    <a:ext uri="{FF2B5EF4-FFF2-40B4-BE49-F238E27FC236}">
                      <a16:creationId xmlns:a16="http://schemas.microsoft.com/office/drawing/2014/main" id="{267C2E36-9A0B-4EE5-B87C-0C885D74EDC9}"/>
                    </a:ext>
                  </a:extLst>
                </p14:cNvPr>
                <p14:cNvContentPartPr/>
                <p14:nvPr/>
              </p14:nvContentPartPr>
              <p14:xfrm>
                <a:off x="9930506" y="1767977"/>
                <a:ext cx="194760" cy="332280"/>
              </p14:xfrm>
            </p:contentPart>
          </mc:Choice>
          <mc:Fallback xmlns="">
            <p:pic>
              <p:nvPicPr>
                <p:cNvPr id="201" name="Ink 200">
                  <a:extLst>
                    <a:ext uri="{FF2B5EF4-FFF2-40B4-BE49-F238E27FC236}">
                      <a16:creationId xmlns:a16="http://schemas.microsoft.com/office/drawing/2014/main" id="{267C2E36-9A0B-4EE5-B87C-0C885D74EDC9}"/>
                    </a:ext>
                  </a:extLst>
                </p:cNvPr>
                <p:cNvPicPr/>
                <p:nvPr/>
              </p:nvPicPr>
              <p:blipFill>
                <a:blip r:embed="rId79"/>
                <a:stretch>
                  <a:fillRect/>
                </a:stretch>
              </p:blipFill>
              <p:spPr>
                <a:xfrm>
                  <a:off x="9921506" y="1758977"/>
                  <a:ext cx="212400" cy="3499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80">
              <p14:nvContentPartPr>
                <p14:cNvPr id="202" name="Ink 201">
                  <a:extLst>
                    <a:ext uri="{FF2B5EF4-FFF2-40B4-BE49-F238E27FC236}">
                      <a16:creationId xmlns:a16="http://schemas.microsoft.com/office/drawing/2014/main" id="{42A9609A-323F-41EE-A5BC-C687719ED630}"/>
                    </a:ext>
                  </a:extLst>
                </p14:cNvPr>
                <p14:cNvContentPartPr/>
                <p14:nvPr/>
              </p14:nvContentPartPr>
              <p14:xfrm>
                <a:off x="10147586" y="1860137"/>
                <a:ext cx="126720" cy="190080"/>
              </p14:xfrm>
            </p:contentPart>
          </mc:Choice>
          <mc:Fallback xmlns="">
            <p:pic>
              <p:nvPicPr>
                <p:cNvPr id="202" name="Ink 201">
                  <a:extLst>
                    <a:ext uri="{FF2B5EF4-FFF2-40B4-BE49-F238E27FC236}">
                      <a16:creationId xmlns:a16="http://schemas.microsoft.com/office/drawing/2014/main" id="{42A9609A-323F-41EE-A5BC-C687719ED630}"/>
                    </a:ext>
                  </a:extLst>
                </p:cNvPr>
                <p:cNvPicPr/>
                <p:nvPr/>
              </p:nvPicPr>
              <p:blipFill>
                <a:blip r:embed="rId81"/>
                <a:stretch>
                  <a:fillRect/>
                </a:stretch>
              </p:blipFill>
              <p:spPr>
                <a:xfrm>
                  <a:off x="10138586" y="1851137"/>
                  <a:ext cx="144360" cy="2077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82">
              <p14:nvContentPartPr>
                <p14:cNvPr id="203" name="Ink 202">
                  <a:extLst>
                    <a:ext uri="{FF2B5EF4-FFF2-40B4-BE49-F238E27FC236}">
                      <a16:creationId xmlns:a16="http://schemas.microsoft.com/office/drawing/2014/main" id="{01EEBA89-EC68-41AF-890B-3E3E279A5619}"/>
                    </a:ext>
                  </a:extLst>
                </p14:cNvPr>
                <p14:cNvContentPartPr/>
                <p14:nvPr/>
              </p14:nvContentPartPr>
              <p14:xfrm>
                <a:off x="10237586" y="1892897"/>
                <a:ext cx="90720" cy="146160"/>
              </p14:xfrm>
            </p:contentPart>
          </mc:Choice>
          <mc:Fallback xmlns="">
            <p:pic>
              <p:nvPicPr>
                <p:cNvPr id="203" name="Ink 202">
                  <a:extLst>
                    <a:ext uri="{FF2B5EF4-FFF2-40B4-BE49-F238E27FC236}">
                      <a16:creationId xmlns:a16="http://schemas.microsoft.com/office/drawing/2014/main" id="{01EEBA89-EC68-41AF-890B-3E3E279A5619}"/>
                    </a:ext>
                  </a:extLst>
                </p:cNvPr>
                <p:cNvPicPr/>
                <p:nvPr/>
              </p:nvPicPr>
              <p:blipFill>
                <a:blip r:embed="rId83"/>
                <a:stretch>
                  <a:fillRect/>
                </a:stretch>
              </p:blipFill>
              <p:spPr>
                <a:xfrm>
                  <a:off x="10228586" y="1883897"/>
                  <a:ext cx="108360" cy="1638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84">
              <p14:nvContentPartPr>
                <p14:cNvPr id="204" name="Ink 203">
                  <a:extLst>
                    <a:ext uri="{FF2B5EF4-FFF2-40B4-BE49-F238E27FC236}">
                      <a16:creationId xmlns:a16="http://schemas.microsoft.com/office/drawing/2014/main" id="{D624A2B8-9DFD-4DA4-BB31-1B9B37B6DE13}"/>
                    </a:ext>
                  </a:extLst>
                </p14:cNvPr>
                <p14:cNvContentPartPr/>
                <p14:nvPr/>
              </p14:nvContentPartPr>
              <p14:xfrm>
                <a:off x="10366106" y="1548017"/>
                <a:ext cx="223920" cy="508320"/>
              </p14:xfrm>
            </p:contentPart>
          </mc:Choice>
          <mc:Fallback xmlns="">
            <p:pic>
              <p:nvPicPr>
                <p:cNvPr id="204" name="Ink 203">
                  <a:extLst>
                    <a:ext uri="{FF2B5EF4-FFF2-40B4-BE49-F238E27FC236}">
                      <a16:creationId xmlns:a16="http://schemas.microsoft.com/office/drawing/2014/main" id="{D624A2B8-9DFD-4DA4-BB31-1B9B37B6DE13}"/>
                    </a:ext>
                  </a:extLst>
                </p:cNvPr>
                <p:cNvPicPr/>
                <p:nvPr/>
              </p:nvPicPr>
              <p:blipFill>
                <a:blip r:embed="rId85"/>
                <a:stretch>
                  <a:fillRect/>
                </a:stretch>
              </p:blipFill>
              <p:spPr>
                <a:xfrm>
                  <a:off x="10357466" y="1539377"/>
                  <a:ext cx="241560" cy="5259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86">
              <p14:nvContentPartPr>
                <p14:cNvPr id="205" name="Ink 204">
                  <a:extLst>
                    <a:ext uri="{FF2B5EF4-FFF2-40B4-BE49-F238E27FC236}">
                      <a16:creationId xmlns:a16="http://schemas.microsoft.com/office/drawing/2014/main" id="{EAD98741-232D-4EB7-8E17-18287918FA2A}"/>
                    </a:ext>
                  </a:extLst>
                </p14:cNvPr>
                <p14:cNvContentPartPr/>
                <p14:nvPr/>
              </p14:nvContentPartPr>
              <p14:xfrm>
                <a:off x="10456466" y="1822697"/>
                <a:ext cx="181440" cy="263880"/>
              </p14:xfrm>
            </p:contentPart>
          </mc:Choice>
          <mc:Fallback xmlns="">
            <p:pic>
              <p:nvPicPr>
                <p:cNvPr id="205" name="Ink 204">
                  <a:extLst>
                    <a:ext uri="{FF2B5EF4-FFF2-40B4-BE49-F238E27FC236}">
                      <a16:creationId xmlns:a16="http://schemas.microsoft.com/office/drawing/2014/main" id="{EAD98741-232D-4EB7-8E17-18287918FA2A}"/>
                    </a:ext>
                  </a:extLst>
                </p:cNvPr>
                <p:cNvPicPr/>
                <p:nvPr/>
              </p:nvPicPr>
              <p:blipFill>
                <a:blip r:embed="rId87"/>
                <a:stretch>
                  <a:fillRect/>
                </a:stretch>
              </p:blipFill>
              <p:spPr>
                <a:xfrm>
                  <a:off x="10447466" y="1814057"/>
                  <a:ext cx="199080" cy="2815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88">
              <p14:nvContentPartPr>
                <p14:cNvPr id="206" name="Ink 205">
                  <a:extLst>
                    <a:ext uri="{FF2B5EF4-FFF2-40B4-BE49-F238E27FC236}">
                      <a16:creationId xmlns:a16="http://schemas.microsoft.com/office/drawing/2014/main" id="{664F28D7-3809-4900-A1E8-FDBFD2E85834}"/>
                    </a:ext>
                  </a:extLst>
                </p14:cNvPr>
                <p14:cNvContentPartPr/>
                <p14:nvPr/>
              </p14:nvContentPartPr>
              <p14:xfrm>
                <a:off x="10529546" y="1456217"/>
                <a:ext cx="584280" cy="805320"/>
              </p14:xfrm>
            </p:contentPart>
          </mc:Choice>
          <mc:Fallback xmlns="">
            <p:pic>
              <p:nvPicPr>
                <p:cNvPr id="206" name="Ink 205">
                  <a:extLst>
                    <a:ext uri="{FF2B5EF4-FFF2-40B4-BE49-F238E27FC236}">
                      <a16:creationId xmlns:a16="http://schemas.microsoft.com/office/drawing/2014/main" id="{664F28D7-3809-4900-A1E8-FDBFD2E85834}"/>
                    </a:ext>
                  </a:extLst>
                </p:cNvPr>
                <p:cNvPicPr/>
                <p:nvPr/>
              </p:nvPicPr>
              <p:blipFill>
                <a:blip r:embed="rId89"/>
                <a:stretch>
                  <a:fillRect/>
                </a:stretch>
              </p:blipFill>
              <p:spPr>
                <a:xfrm>
                  <a:off x="10520906" y="1447577"/>
                  <a:ext cx="601920" cy="8229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90">
              <p14:nvContentPartPr>
                <p14:cNvPr id="207" name="Ink 206">
                  <a:extLst>
                    <a:ext uri="{FF2B5EF4-FFF2-40B4-BE49-F238E27FC236}">
                      <a16:creationId xmlns:a16="http://schemas.microsoft.com/office/drawing/2014/main" id="{9307EC09-9E1E-4FE6-8C89-AC05FA0CBD3D}"/>
                    </a:ext>
                  </a:extLst>
                </p14:cNvPr>
                <p14:cNvContentPartPr/>
                <p14:nvPr/>
              </p14:nvContentPartPr>
              <p14:xfrm>
                <a:off x="10802066" y="1803977"/>
                <a:ext cx="312480" cy="385200"/>
              </p14:xfrm>
            </p:contentPart>
          </mc:Choice>
          <mc:Fallback xmlns="">
            <p:pic>
              <p:nvPicPr>
                <p:cNvPr id="207" name="Ink 206">
                  <a:extLst>
                    <a:ext uri="{FF2B5EF4-FFF2-40B4-BE49-F238E27FC236}">
                      <a16:creationId xmlns:a16="http://schemas.microsoft.com/office/drawing/2014/main" id="{9307EC09-9E1E-4FE6-8C89-AC05FA0CBD3D}"/>
                    </a:ext>
                  </a:extLst>
                </p:cNvPr>
                <p:cNvPicPr/>
                <p:nvPr/>
              </p:nvPicPr>
              <p:blipFill>
                <a:blip r:embed="rId91"/>
                <a:stretch>
                  <a:fillRect/>
                </a:stretch>
              </p:blipFill>
              <p:spPr>
                <a:xfrm>
                  <a:off x="10793066" y="1795337"/>
                  <a:ext cx="330120" cy="4028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92">
              <p14:nvContentPartPr>
                <p14:cNvPr id="208" name="Ink 207">
                  <a:extLst>
                    <a:ext uri="{FF2B5EF4-FFF2-40B4-BE49-F238E27FC236}">
                      <a16:creationId xmlns:a16="http://schemas.microsoft.com/office/drawing/2014/main" id="{E283D741-8D3A-450C-BE74-5B2E34BF358F}"/>
                    </a:ext>
                  </a:extLst>
                </p14:cNvPr>
                <p14:cNvContentPartPr/>
                <p14:nvPr/>
              </p14:nvContentPartPr>
              <p14:xfrm>
                <a:off x="11022386" y="1883897"/>
                <a:ext cx="127800" cy="248040"/>
              </p14:xfrm>
            </p:contentPart>
          </mc:Choice>
          <mc:Fallback xmlns="">
            <p:pic>
              <p:nvPicPr>
                <p:cNvPr id="208" name="Ink 207">
                  <a:extLst>
                    <a:ext uri="{FF2B5EF4-FFF2-40B4-BE49-F238E27FC236}">
                      <a16:creationId xmlns:a16="http://schemas.microsoft.com/office/drawing/2014/main" id="{E283D741-8D3A-450C-BE74-5B2E34BF358F}"/>
                    </a:ext>
                  </a:extLst>
                </p:cNvPr>
                <p:cNvPicPr/>
                <p:nvPr/>
              </p:nvPicPr>
              <p:blipFill>
                <a:blip r:embed="rId93"/>
                <a:stretch>
                  <a:fillRect/>
                </a:stretch>
              </p:blipFill>
              <p:spPr>
                <a:xfrm>
                  <a:off x="11013386" y="1874897"/>
                  <a:ext cx="145440" cy="2656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94">
              <p14:nvContentPartPr>
                <p14:cNvPr id="209" name="Ink 208">
                  <a:extLst>
                    <a:ext uri="{FF2B5EF4-FFF2-40B4-BE49-F238E27FC236}">
                      <a16:creationId xmlns:a16="http://schemas.microsoft.com/office/drawing/2014/main" id="{151BA4A6-315D-46BE-AFFA-52D20A63311D}"/>
                    </a:ext>
                  </a:extLst>
                </p14:cNvPr>
                <p14:cNvContentPartPr/>
                <p14:nvPr/>
              </p14:nvContentPartPr>
              <p14:xfrm>
                <a:off x="11148386" y="1840697"/>
                <a:ext cx="278280" cy="294480"/>
              </p14:xfrm>
            </p:contentPart>
          </mc:Choice>
          <mc:Fallback xmlns="">
            <p:pic>
              <p:nvPicPr>
                <p:cNvPr id="209" name="Ink 208">
                  <a:extLst>
                    <a:ext uri="{FF2B5EF4-FFF2-40B4-BE49-F238E27FC236}">
                      <a16:creationId xmlns:a16="http://schemas.microsoft.com/office/drawing/2014/main" id="{151BA4A6-315D-46BE-AFFA-52D20A63311D}"/>
                    </a:ext>
                  </a:extLst>
                </p:cNvPr>
                <p:cNvPicPr/>
                <p:nvPr/>
              </p:nvPicPr>
              <p:blipFill>
                <a:blip r:embed="rId95"/>
                <a:stretch>
                  <a:fillRect/>
                </a:stretch>
              </p:blipFill>
              <p:spPr>
                <a:xfrm>
                  <a:off x="11139386" y="1832057"/>
                  <a:ext cx="295920" cy="312120"/>
                </a:xfrm>
                <a:prstGeom prst="rect">
                  <a:avLst/>
                </a:prstGeom>
              </p:spPr>
            </p:pic>
          </mc:Fallback>
        </mc:AlternateContent>
      </p:grpSp>
      <p:grpSp>
        <p:nvGrpSpPr>
          <p:cNvPr id="17" name="Group 16">
            <a:extLst>
              <a:ext uri="{FF2B5EF4-FFF2-40B4-BE49-F238E27FC236}">
                <a16:creationId xmlns:a16="http://schemas.microsoft.com/office/drawing/2014/main" id="{7E1A61C2-4867-48A4-BAA5-1D3722B5F8C1}"/>
              </a:ext>
            </a:extLst>
          </p:cNvPr>
          <p:cNvGrpSpPr/>
          <p:nvPr/>
        </p:nvGrpSpPr>
        <p:grpSpPr>
          <a:xfrm>
            <a:off x="4238186" y="3517560"/>
            <a:ext cx="1164960" cy="605160"/>
            <a:chOff x="4238186" y="3517560"/>
            <a:chExt cx="1164960" cy="605160"/>
          </a:xfrm>
        </p:grpSpPr>
        <mc:AlternateContent xmlns:mc="http://schemas.openxmlformats.org/markup-compatibility/2006" xmlns:p14="http://schemas.microsoft.com/office/powerpoint/2010/main">
          <mc:Choice Requires="p14">
            <p:contentPart p14:bwMode="auto" r:id="rId96">
              <p14:nvContentPartPr>
                <p14:cNvPr id="3" name="Ink 2">
                  <a:extLst>
                    <a:ext uri="{FF2B5EF4-FFF2-40B4-BE49-F238E27FC236}">
                      <a16:creationId xmlns:a16="http://schemas.microsoft.com/office/drawing/2014/main" id="{EA87A25B-3A48-4C4F-B567-698DA3ACD543}"/>
                    </a:ext>
                  </a:extLst>
                </p14:cNvPr>
                <p14:cNvContentPartPr/>
                <p14:nvPr/>
              </p14:nvContentPartPr>
              <p14:xfrm>
                <a:off x="4238186" y="3554640"/>
                <a:ext cx="201600" cy="320760"/>
              </p14:xfrm>
            </p:contentPart>
          </mc:Choice>
          <mc:Fallback xmlns="">
            <p:pic>
              <p:nvPicPr>
                <p:cNvPr id="3" name="Ink 2">
                  <a:extLst>
                    <a:ext uri="{FF2B5EF4-FFF2-40B4-BE49-F238E27FC236}">
                      <a16:creationId xmlns:a16="http://schemas.microsoft.com/office/drawing/2014/main" id="{EA87A25B-3A48-4C4F-B567-698DA3ACD543}"/>
                    </a:ext>
                  </a:extLst>
                </p:cNvPr>
                <p:cNvPicPr/>
                <p:nvPr/>
              </p:nvPicPr>
              <p:blipFill>
                <a:blip r:embed="rId97"/>
                <a:stretch>
                  <a:fillRect/>
                </a:stretch>
              </p:blipFill>
              <p:spPr>
                <a:xfrm>
                  <a:off x="4229546" y="3546000"/>
                  <a:ext cx="219240" cy="33840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4" name="Ink 3">
                  <a:extLst>
                    <a:ext uri="{FF2B5EF4-FFF2-40B4-BE49-F238E27FC236}">
                      <a16:creationId xmlns:a16="http://schemas.microsoft.com/office/drawing/2014/main" id="{A842A9C8-AB6A-48B3-A676-0B2F5336AE3C}"/>
                    </a:ext>
                  </a:extLst>
                </p14:cNvPr>
                <p14:cNvContentPartPr/>
                <p14:nvPr/>
              </p14:nvContentPartPr>
              <p14:xfrm>
                <a:off x="4571546" y="3690000"/>
                <a:ext cx="23400" cy="32040"/>
              </p14:xfrm>
            </p:contentPart>
          </mc:Choice>
          <mc:Fallback xmlns="">
            <p:pic>
              <p:nvPicPr>
                <p:cNvPr id="4" name="Ink 3">
                  <a:extLst>
                    <a:ext uri="{FF2B5EF4-FFF2-40B4-BE49-F238E27FC236}">
                      <a16:creationId xmlns:a16="http://schemas.microsoft.com/office/drawing/2014/main" id="{A842A9C8-AB6A-48B3-A676-0B2F5336AE3C}"/>
                    </a:ext>
                  </a:extLst>
                </p:cNvPr>
                <p:cNvPicPr/>
                <p:nvPr/>
              </p:nvPicPr>
              <p:blipFill>
                <a:blip r:embed="rId99"/>
                <a:stretch>
                  <a:fillRect/>
                </a:stretch>
              </p:blipFill>
              <p:spPr>
                <a:xfrm>
                  <a:off x="4562906" y="3681360"/>
                  <a:ext cx="41040" cy="4968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9" name="Ink 8">
                  <a:extLst>
                    <a:ext uri="{FF2B5EF4-FFF2-40B4-BE49-F238E27FC236}">
                      <a16:creationId xmlns:a16="http://schemas.microsoft.com/office/drawing/2014/main" id="{C282C8CD-746D-4868-A714-F0B03886F9C3}"/>
                    </a:ext>
                  </a:extLst>
                </p14:cNvPr>
                <p14:cNvContentPartPr/>
                <p14:nvPr/>
              </p14:nvContentPartPr>
              <p14:xfrm>
                <a:off x="4755146" y="3517560"/>
                <a:ext cx="14400" cy="279000"/>
              </p14:xfrm>
            </p:contentPart>
          </mc:Choice>
          <mc:Fallback xmlns="">
            <p:pic>
              <p:nvPicPr>
                <p:cNvPr id="9" name="Ink 8">
                  <a:extLst>
                    <a:ext uri="{FF2B5EF4-FFF2-40B4-BE49-F238E27FC236}">
                      <a16:creationId xmlns:a16="http://schemas.microsoft.com/office/drawing/2014/main" id="{C282C8CD-746D-4868-A714-F0B03886F9C3}"/>
                    </a:ext>
                  </a:extLst>
                </p:cNvPr>
                <p:cNvPicPr/>
                <p:nvPr/>
              </p:nvPicPr>
              <p:blipFill>
                <a:blip r:embed="rId101"/>
                <a:stretch>
                  <a:fillRect/>
                </a:stretch>
              </p:blipFill>
              <p:spPr>
                <a:xfrm>
                  <a:off x="4746146" y="3508920"/>
                  <a:ext cx="32040" cy="29664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11" name="Ink 10">
                  <a:extLst>
                    <a:ext uri="{FF2B5EF4-FFF2-40B4-BE49-F238E27FC236}">
                      <a16:creationId xmlns:a16="http://schemas.microsoft.com/office/drawing/2014/main" id="{F74F427E-2BDE-4118-BA31-0855D3FBFC84}"/>
                    </a:ext>
                  </a:extLst>
                </p14:cNvPr>
                <p14:cNvContentPartPr/>
                <p14:nvPr/>
              </p14:nvContentPartPr>
              <p14:xfrm>
                <a:off x="4905266" y="3519360"/>
                <a:ext cx="350280" cy="136440"/>
              </p14:xfrm>
            </p:contentPart>
          </mc:Choice>
          <mc:Fallback xmlns="">
            <p:pic>
              <p:nvPicPr>
                <p:cNvPr id="11" name="Ink 10">
                  <a:extLst>
                    <a:ext uri="{FF2B5EF4-FFF2-40B4-BE49-F238E27FC236}">
                      <a16:creationId xmlns:a16="http://schemas.microsoft.com/office/drawing/2014/main" id="{F74F427E-2BDE-4118-BA31-0855D3FBFC84}"/>
                    </a:ext>
                  </a:extLst>
                </p:cNvPr>
                <p:cNvPicPr/>
                <p:nvPr/>
              </p:nvPicPr>
              <p:blipFill>
                <a:blip r:embed="rId103"/>
                <a:stretch>
                  <a:fillRect/>
                </a:stretch>
              </p:blipFill>
              <p:spPr>
                <a:xfrm>
                  <a:off x="4896266" y="3510720"/>
                  <a:ext cx="367920" cy="15408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12" name="Ink 11">
                  <a:extLst>
                    <a:ext uri="{FF2B5EF4-FFF2-40B4-BE49-F238E27FC236}">
                      <a16:creationId xmlns:a16="http://schemas.microsoft.com/office/drawing/2014/main" id="{89187778-088B-4E2D-9CEC-EEE2AF8A4ADD}"/>
                    </a:ext>
                  </a:extLst>
                </p14:cNvPr>
                <p14:cNvContentPartPr/>
                <p14:nvPr/>
              </p14:nvContentPartPr>
              <p14:xfrm>
                <a:off x="4940906" y="3664080"/>
                <a:ext cx="88200" cy="209880"/>
              </p14:xfrm>
            </p:contentPart>
          </mc:Choice>
          <mc:Fallback xmlns="">
            <p:pic>
              <p:nvPicPr>
                <p:cNvPr id="12" name="Ink 11">
                  <a:extLst>
                    <a:ext uri="{FF2B5EF4-FFF2-40B4-BE49-F238E27FC236}">
                      <a16:creationId xmlns:a16="http://schemas.microsoft.com/office/drawing/2014/main" id="{89187778-088B-4E2D-9CEC-EEE2AF8A4ADD}"/>
                    </a:ext>
                  </a:extLst>
                </p:cNvPr>
                <p:cNvPicPr/>
                <p:nvPr/>
              </p:nvPicPr>
              <p:blipFill>
                <a:blip r:embed="rId105"/>
                <a:stretch>
                  <a:fillRect/>
                </a:stretch>
              </p:blipFill>
              <p:spPr>
                <a:xfrm>
                  <a:off x="4932266" y="3655080"/>
                  <a:ext cx="105840" cy="22752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13" name="Ink 12">
                  <a:extLst>
                    <a:ext uri="{FF2B5EF4-FFF2-40B4-BE49-F238E27FC236}">
                      <a16:creationId xmlns:a16="http://schemas.microsoft.com/office/drawing/2014/main" id="{B0165A27-7593-496A-B811-3FAB33A12DEF}"/>
                    </a:ext>
                  </a:extLst>
                </p14:cNvPr>
                <p14:cNvContentPartPr/>
                <p14:nvPr/>
              </p14:nvContentPartPr>
              <p14:xfrm>
                <a:off x="5114786" y="3670560"/>
                <a:ext cx="134640" cy="192600"/>
              </p14:xfrm>
            </p:contentPart>
          </mc:Choice>
          <mc:Fallback xmlns="">
            <p:pic>
              <p:nvPicPr>
                <p:cNvPr id="13" name="Ink 12">
                  <a:extLst>
                    <a:ext uri="{FF2B5EF4-FFF2-40B4-BE49-F238E27FC236}">
                      <a16:creationId xmlns:a16="http://schemas.microsoft.com/office/drawing/2014/main" id="{B0165A27-7593-496A-B811-3FAB33A12DEF}"/>
                    </a:ext>
                  </a:extLst>
                </p:cNvPr>
                <p:cNvPicPr/>
                <p:nvPr/>
              </p:nvPicPr>
              <p:blipFill>
                <a:blip r:embed="rId107"/>
                <a:stretch>
                  <a:fillRect/>
                </a:stretch>
              </p:blipFill>
              <p:spPr>
                <a:xfrm>
                  <a:off x="5106146" y="3661920"/>
                  <a:ext cx="152280" cy="21024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14" name="Ink 13">
                  <a:extLst>
                    <a:ext uri="{FF2B5EF4-FFF2-40B4-BE49-F238E27FC236}">
                      <a16:creationId xmlns:a16="http://schemas.microsoft.com/office/drawing/2014/main" id="{9FA35226-E0A7-4F14-BF15-1511B56034E8}"/>
                    </a:ext>
                  </a:extLst>
                </p14:cNvPr>
                <p14:cNvContentPartPr/>
                <p14:nvPr/>
              </p14:nvContentPartPr>
              <p14:xfrm>
                <a:off x="4312706" y="3957840"/>
                <a:ext cx="1090440" cy="164880"/>
              </p14:xfrm>
            </p:contentPart>
          </mc:Choice>
          <mc:Fallback xmlns="">
            <p:pic>
              <p:nvPicPr>
                <p:cNvPr id="14" name="Ink 13">
                  <a:extLst>
                    <a:ext uri="{FF2B5EF4-FFF2-40B4-BE49-F238E27FC236}">
                      <a16:creationId xmlns:a16="http://schemas.microsoft.com/office/drawing/2014/main" id="{9FA35226-E0A7-4F14-BF15-1511B56034E8}"/>
                    </a:ext>
                  </a:extLst>
                </p:cNvPr>
                <p:cNvPicPr/>
                <p:nvPr/>
              </p:nvPicPr>
              <p:blipFill>
                <a:blip r:embed="rId109"/>
                <a:stretch>
                  <a:fillRect/>
                </a:stretch>
              </p:blipFill>
              <p:spPr>
                <a:xfrm>
                  <a:off x="4303706" y="3948840"/>
                  <a:ext cx="1108080" cy="182520"/>
                </a:xfrm>
                <a:prstGeom prst="rect">
                  <a:avLst/>
                </a:prstGeom>
              </p:spPr>
            </p:pic>
          </mc:Fallback>
        </mc:AlternateContent>
      </p:grpSp>
      <p:grpSp>
        <p:nvGrpSpPr>
          <p:cNvPr id="22" name="Group 21">
            <a:extLst>
              <a:ext uri="{FF2B5EF4-FFF2-40B4-BE49-F238E27FC236}">
                <a16:creationId xmlns:a16="http://schemas.microsoft.com/office/drawing/2014/main" id="{D231A469-9AC9-428E-9C43-7E101074222A}"/>
              </a:ext>
            </a:extLst>
          </p:cNvPr>
          <p:cNvGrpSpPr/>
          <p:nvPr/>
        </p:nvGrpSpPr>
        <p:grpSpPr>
          <a:xfrm>
            <a:off x="4703306" y="4263840"/>
            <a:ext cx="274320" cy="442440"/>
            <a:chOff x="4703306" y="4263840"/>
            <a:chExt cx="274320" cy="442440"/>
          </a:xfrm>
        </p:grpSpPr>
        <mc:AlternateContent xmlns:mc="http://schemas.openxmlformats.org/markup-compatibility/2006" xmlns:p14="http://schemas.microsoft.com/office/powerpoint/2010/main">
          <mc:Choice Requires="p14">
            <p:contentPart p14:bwMode="auto" r:id="rId110">
              <p14:nvContentPartPr>
                <p14:cNvPr id="20" name="Ink 19">
                  <a:extLst>
                    <a:ext uri="{FF2B5EF4-FFF2-40B4-BE49-F238E27FC236}">
                      <a16:creationId xmlns:a16="http://schemas.microsoft.com/office/drawing/2014/main" id="{26434893-5632-4402-854C-3B336B4F9922}"/>
                    </a:ext>
                  </a:extLst>
                </p14:cNvPr>
                <p14:cNvContentPartPr/>
                <p14:nvPr/>
              </p14:nvContentPartPr>
              <p14:xfrm>
                <a:off x="4703306" y="4263840"/>
                <a:ext cx="21960" cy="398880"/>
              </p14:xfrm>
            </p:contentPart>
          </mc:Choice>
          <mc:Fallback xmlns="">
            <p:pic>
              <p:nvPicPr>
                <p:cNvPr id="20" name="Ink 19">
                  <a:extLst>
                    <a:ext uri="{FF2B5EF4-FFF2-40B4-BE49-F238E27FC236}">
                      <a16:creationId xmlns:a16="http://schemas.microsoft.com/office/drawing/2014/main" id="{26434893-5632-4402-854C-3B336B4F9922}"/>
                    </a:ext>
                  </a:extLst>
                </p:cNvPr>
                <p:cNvPicPr/>
                <p:nvPr/>
              </p:nvPicPr>
              <p:blipFill>
                <a:blip r:embed="rId111"/>
                <a:stretch>
                  <a:fillRect/>
                </a:stretch>
              </p:blipFill>
              <p:spPr>
                <a:xfrm>
                  <a:off x="4694666" y="4254840"/>
                  <a:ext cx="39600" cy="41652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21" name="Ink 20">
                  <a:extLst>
                    <a:ext uri="{FF2B5EF4-FFF2-40B4-BE49-F238E27FC236}">
                      <a16:creationId xmlns:a16="http://schemas.microsoft.com/office/drawing/2014/main" id="{20E91C1B-A224-4595-A930-CE9205F71584}"/>
                    </a:ext>
                  </a:extLst>
                </p14:cNvPr>
                <p14:cNvContentPartPr/>
                <p14:nvPr/>
              </p14:nvContentPartPr>
              <p14:xfrm>
                <a:off x="4838306" y="4322880"/>
                <a:ext cx="139320" cy="383400"/>
              </p14:xfrm>
            </p:contentPart>
          </mc:Choice>
          <mc:Fallback xmlns="">
            <p:pic>
              <p:nvPicPr>
                <p:cNvPr id="21" name="Ink 20">
                  <a:extLst>
                    <a:ext uri="{FF2B5EF4-FFF2-40B4-BE49-F238E27FC236}">
                      <a16:creationId xmlns:a16="http://schemas.microsoft.com/office/drawing/2014/main" id="{20E91C1B-A224-4595-A930-CE9205F71584}"/>
                    </a:ext>
                  </a:extLst>
                </p:cNvPr>
                <p:cNvPicPr/>
                <p:nvPr/>
              </p:nvPicPr>
              <p:blipFill>
                <a:blip r:embed="rId113"/>
                <a:stretch>
                  <a:fillRect/>
                </a:stretch>
              </p:blipFill>
              <p:spPr>
                <a:xfrm>
                  <a:off x="4829666" y="4313880"/>
                  <a:ext cx="156960" cy="401040"/>
                </a:xfrm>
                <a:prstGeom prst="rect">
                  <a:avLst/>
                </a:prstGeom>
              </p:spPr>
            </p:pic>
          </mc:Fallback>
        </mc:AlternateContent>
      </p:grpSp>
    </p:spTree>
    <p:extLst>
      <p:ext uri="{BB962C8B-B14F-4D97-AF65-F5344CB8AC3E}">
        <p14:creationId xmlns:p14="http://schemas.microsoft.com/office/powerpoint/2010/main" val="5283697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E0E042-BAD3-4959-9262-ED91E136685F}"/>
              </a:ext>
            </a:extLst>
          </p:cNvPr>
          <p:cNvSpPr>
            <a:spLocks noGrp="1"/>
          </p:cNvSpPr>
          <p:nvPr>
            <p:ph type="title"/>
          </p:nvPr>
        </p:nvSpPr>
        <p:spPr/>
        <p:txBody>
          <a:bodyPr/>
          <a:lstStyle/>
          <a:p>
            <a:r>
              <a:rPr lang="en-IE" dirty="0"/>
              <a:t>Sample Problem: How </a:t>
            </a:r>
            <a:r>
              <a:rPr lang="en-US" altLang="en-US" sz="4400" dirty="0"/>
              <a:t>many encoder counts will there be for 1 meter of travel</a:t>
            </a:r>
            <a:r>
              <a:rPr lang="en-IE" dirty="0"/>
              <a:t>?</a:t>
            </a:r>
          </a:p>
        </p:txBody>
      </p:sp>
      <mc:AlternateContent xmlns:mc="http://schemas.openxmlformats.org/markup-compatibility/2006" xmlns:p14="http://schemas.microsoft.com/office/powerpoint/2010/main" xmlns:aink="http://schemas.microsoft.com/office/drawing/2016/ink">
        <mc:Choice Requires="p14 aink">
          <p:contentPart p14:bwMode="auto" r:id="rId2">
            <p14:nvContentPartPr>
              <p14:cNvPr id="5" name="Ink 4">
                <a:extLst>
                  <a:ext uri="{FF2B5EF4-FFF2-40B4-BE49-F238E27FC236}">
                    <a16:creationId xmlns:a16="http://schemas.microsoft.com/office/drawing/2014/main" id="{B3AA5219-48D7-4578-B4C3-B259989476C3}"/>
                  </a:ext>
                </a:extLst>
              </p14:cNvPr>
              <p14:cNvContentPartPr/>
              <p14:nvPr/>
            </p14:nvContentPartPr>
            <p14:xfrm>
              <a:off x="1294466" y="2068577"/>
              <a:ext cx="1626840" cy="1791360"/>
            </p14:xfrm>
          </p:contentPart>
        </mc:Choice>
        <mc:Fallback xmlns="">
          <p:pic>
            <p:nvPicPr>
              <p:cNvPr id="5" name="Ink 4">
                <a:extLst>
                  <a:ext uri="{FF2B5EF4-FFF2-40B4-BE49-F238E27FC236}">
                    <a16:creationId xmlns:a16="http://schemas.microsoft.com/office/drawing/2014/main" id="{B3AA5219-48D7-4578-B4C3-B259989476C3}"/>
                  </a:ext>
                </a:extLst>
              </p:cNvPr>
              <p:cNvPicPr/>
              <p:nvPr/>
            </p:nvPicPr>
            <p:blipFill>
              <a:blip r:embed="rId3"/>
              <a:stretch>
                <a:fillRect/>
              </a:stretch>
            </p:blipFill>
            <p:spPr>
              <a:xfrm>
                <a:off x="1285466" y="2059577"/>
                <a:ext cx="1644480" cy="1809000"/>
              </a:xfrm>
              <a:prstGeom prst="rect">
                <a:avLst/>
              </a:prstGeom>
            </p:spPr>
          </p:pic>
        </mc:Fallback>
      </mc:AlternateContent>
      <p:grpSp>
        <p:nvGrpSpPr>
          <p:cNvPr id="19" name="Group 18">
            <a:extLst>
              <a:ext uri="{FF2B5EF4-FFF2-40B4-BE49-F238E27FC236}">
                <a16:creationId xmlns:a16="http://schemas.microsoft.com/office/drawing/2014/main" id="{6E6D3A6F-6264-450F-ABC7-09B79ACD8C3D}"/>
              </a:ext>
            </a:extLst>
          </p:cNvPr>
          <p:cNvGrpSpPr/>
          <p:nvPr/>
        </p:nvGrpSpPr>
        <p:grpSpPr>
          <a:xfrm>
            <a:off x="1040666" y="1634417"/>
            <a:ext cx="2275200" cy="1509480"/>
            <a:chOff x="1040666" y="1634417"/>
            <a:chExt cx="2275200" cy="1509480"/>
          </a:xfrm>
        </p:grpSpPr>
        <mc:AlternateContent xmlns:mc="http://schemas.openxmlformats.org/markup-compatibility/2006" xmlns:p14="http://schemas.microsoft.com/office/powerpoint/2010/main" xmlns:aink="http://schemas.microsoft.com/office/drawing/2016/ink">
          <mc:Choice Requires="p14 aink">
            <p:contentPart p14:bwMode="auto" r:id="rId4">
              <p14:nvContentPartPr>
                <p14:cNvPr id="6" name="Ink 5">
                  <a:extLst>
                    <a:ext uri="{FF2B5EF4-FFF2-40B4-BE49-F238E27FC236}">
                      <a16:creationId xmlns:a16="http://schemas.microsoft.com/office/drawing/2014/main" id="{EAF915B2-09B8-4EAD-9972-DFA3BE4D6B57}"/>
                    </a:ext>
                  </a:extLst>
                </p14:cNvPr>
                <p14:cNvContentPartPr/>
                <p14:nvPr/>
              </p14:nvContentPartPr>
              <p14:xfrm>
                <a:off x="1288706" y="2826377"/>
                <a:ext cx="101880" cy="170640"/>
              </p14:xfrm>
            </p:contentPart>
          </mc:Choice>
          <mc:Fallback xmlns="">
            <p:pic>
              <p:nvPicPr>
                <p:cNvPr id="6" name="Ink 5">
                  <a:extLst>
                    <a:ext uri="{FF2B5EF4-FFF2-40B4-BE49-F238E27FC236}">
                      <a16:creationId xmlns:a16="http://schemas.microsoft.com/office/drawing/2014/main" id="{EAF915B2-09B8-4EAD-9972-DFA3BE4D6B57}"/>
                    </a:ext>
                  </a:extLst>
                </p:cNvPr>
                <p:cNvPicPr/>
                <p:nvPr/>
              </p:nvPicPr>
              <p:blipFill>
                <a:blip r:embed="rId5"/>
                <a:stretch>
                  <a:fillRect/>
                </a:stretch>
              </p:blipFill>
              <p:spPr>
                <a:xfrm>
                  <a:off x="1279706" y="2817377"/>
                  <a:ext cx="119520" cy="1882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6">
              <p14:nvContentPartPr>
                <p14:cNvPr id="7" name="Ink 6">
                  <a:extLst>
                    <a:ext uri="{FF2B5EF4-FFF2-40B4-BE49-F238E27FC236}">
                      <a16:creationId xmlns:a16="http://schemas.microsoft.com/office/drawing/2014/main" id="{55AECBF3-6666-4D48-B578-687FE585341D}"/>
                    </a:ext>
                  </a:extLst>
                </p14:cNvPr>
                <p14:cNvContentPartPr/>
                <p14:nvPr/>
              </p14:nvContentPartPr>
              <p14:xfrm>
                <a:off x="1299866" y="2850857"/>
                <a:ext cx="1573560" cy="45720"/>
              </p14:xfrm>
            </p:contentPart>
          </mc:Choice>
          <mc:Fallback xmlns="">
            <p:pic>
              <p:nvPicPr>
                <p:cNvPr id="7" name="Ink 6">
                  <a:extLst>
                    <a:ext uri="{FF2B5EF4-FFF2-40B4-BE49-F238E27FC236}">
                      <a16:creationId xmlns:a16="http://schemas.microsoft.com/office/drawing/2014/main" id="{55AECBF3-6666-4D48-B578-687FE585341D}"/>
                    </a:ext>
                  </a:extLst>
                </p:cNvPr>
                <p:cNvPicPr/>
                <p:nvPr/>
              </p:nvPicPr>
              <p:blipFill>
                <a:blip r:embed="rId7"/>
                <a:stretch>
                  <a:fillRect/>
                </a:stretch>
              </p:blipFill>
              <p:spPr>
                <a:xfrm>
                  <a:off x="1291226" y="2842217"/>
                  <a:ext cx="1591200" cy="633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8">
              <p14:nvContentPartPr>
                <p14:cNvPr id="8" name="Ink 7">
                  <a:extLst>
                    <a:ext uri="{FF2B5EF4-FFF2-40B4-BE49-F238E27FC236}">
                      <a16:creationId xmlns:a16="http://schemas.microsoft.com/office/drawing/2014/main" id="{51C57852-06BC-4A1D-80BF-0E1023F4A214}"/>
                    </a:ext>
                  </a:extLst>
                </p14:cNvPr>
                <p14:cNvContentPartPr/>
                <p14:nvPr/>
              </p14:nvContentPartPr>
              <p14:xfrm>
                <a:off x="2750666" y="2746097"/>
                <a:ext cx="160920" cy="199440"/>
              </p14:xfrm>
            </p:contentPart>
          </mc:Choice>
          <mc:Fallback xmlns="">
            <p:pic>
              <p:nvPicPr>
                <p:cNvPr id="8" name="Ink 7">
                  <a:extLst>
                    <a:ext uri="{FF2B5EF4-FFF2-40B4-BE49-F238E27FC236}">
                      <a16:creationId xmlns:a16="http://schemas.microsoft.com/office/drawing/2014/main" id="{51C57852-06BC-4A1D-80BF-0E1023F4A214}"/>
                    </a:ext>
                  </a:extLst>
                </p:cNvPr>
                <p:cNvPicPr/>
                <p:nvPr/>
              </p:nvPicPr>
              <p:blipFill>
                <a:blip r:embed="rId9"/>
                <a:stretch>
                  <a:fillRect/>
                </a:stretch>
              </p:blipFill>
              <p:spPr>
                <a:xfrm>
                  <a:off x="2742026" y="2737097"/>
                  <a:ext cx="178560" cy="2170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0">
              <p14:nvContentPartPr>
                <p14:cNvPr id="15" name="Ink 14">
                  <a:extLst>
                    <a:ext uri="{FF2B5EF4-FFF2-40B4-BE49-F238E27FC236}">
                      <a16:creationId xmlns:a16="http://schemas.microsoft.com/office/drawing/2014/main" id="{9D9CA39E-B664-441D-BB93-00ACE8C48989}"/>
                    </a:ext>
                  </a:extLst>
                </p14:cNvPr>
                <p14:cNvContentPartPr/>
                <p14:nvPr/>
              </p14:nvContentPartPr>
              <p14:xfrm>
                <a:off x="1040666" y="1634417"/>
                <a:ext cx="2108520" cy="1509480"/>
              </p14:xfrm>
            </p:contentPart>
          </mc:Choice>
          <mc:Fallback xmlns="">
            <p:pic>
              <p:nvPicPr>
                <p:cNvPr id="15" name="Ink 14">
                  <a:extLst>
                    <a:ext uri="{FF2B5EF4-FFF2-40B4-BE49-F238E27FC236}">
                      <a16:creationId xmlns:a16="http://schemas.microsoft.com/office/drawing/2014/main" id="{9D9CA39E-B664-441D-BB93-00ACE8C48989}"/>
                    </a:ext>
                  </a:extLst>
                </p:cNvPr>
                <p:cNvPicPr/>
                <p:nvPr/>
              </p:nvPicPr>
              <p:blipFill>
                <a:blip r:embed="rId11"/>
                <a:stretch>
                  <a:fillRect/>
                </a:stretch>
              </p:blipFill>
              <p:spPr>
                <a:xfrm>
                  <a:off x="1032026" y="1625417"/>
                  <a:ext cx="2126160" cy="15271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2">
              <p14:nvContentPartPr>
                <p14:cNvPr id="16" name="Ink 15">
                  <a:extLst>
                    <a:ext uri="{FF2B5EF4-FFF2-40B4-BE49-F238E27FC236}">
                      <a16:creationId xmlns:a16="http://schemas.microsoft.com/office/drawing/2014/main" id="{6141CD35-F7EC-4851-BFB5-4B58148FA023}"/>
                    </a:ext>
                  </a:extLst>
                </p14:cNvPr>
                <p14:cNvContentPartPr/>
                <p14:nvPr/>
              </p14:nvContentPartPr>
              <p14:xfrm>
                <a:off x="3032546" y="2675177"/>
                <a:ext cx="283320" cy="297000"/>
              </p14:xfrm>
            </p:contentPart>
          </mc:Choice>
          <mc:Fallback xmlns="">
            <p:pic>
              <p:nvPicPr>
                <p:cNvPr id="16" name="Ink 15">
                  <a:extLst>
                    <a:ext uri="{FF2B5EF4-FFF2-40B4-BE49-F238E27FC236}">
                      <a16:creationId xmlns:a16="http://schemas.microsoft.com/office/drawing/2014/main" id="{6141CD35-F7EC-4851-BFB5-4B58148FA023}"/>
                    </a:ext>
                  </a:extLst>
                </p:cNvPr>
                <p:cNvPicPr/>
                <p:nvPr/>
              </p:nvPicPr>
              <p:blipFill>
                <a:blip r:embed="rId13"/>
                <a:stretch>
                  <a:fillRect/>
                </a:stretch>
              </p:blipFill>
              <p:spPr>
                <a:xfrm>
                  <a:off x="3023906" y="2666177"/>
                  <a:ext cx="300960" cy="3146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4">
              <p14:nvContentPartPr>
                <p14:cNvPr id="18" name="Ink 17">
                  <a:extLst>
                    <a:ext uri="{FF2B5EF4-FFF2-40B4-BE49-F238E27FC236}">
                      <a16:creationId xmlns:a16="http://schemas.microsoft.com/office/drawing/2014/main" id="{2ED8F73B-DB2E-4CBB-B80F-775E6E8B6DA0}"/>
                    </a:ext>
                  </a:extLst>
                </p14:cNvPr>
                <p14:cNvContentPartPr/>
                <p14:nvPr/>
              </p14:nvContentPartPr>
              <p14:xfrm>
                <a:off x="3004826" y="1746017"/>
                <a:ext cx="138960" cy="231840"/>
              </p14:xfrm>
            </p:contentPart>
          </mc:Choice>
          <mc:Fallback xmlns="">
            <p:pic>
              <p:nvPicPr>
                <p:cNvPr id="18" name="Ink 17">
                  <a:extLst>
                    <a:ext uri="{FF2B5EF4-FFF2-40B4-BE49-F238E27FC236}">
                      <a16:creationId xmlns:a16="http://schemas.microsoft.com/office/drawing/2014/main" id="{2ED8F73B-DB2E-4CBB-B80F-775E6E8B6DA0}"/>
                    </a:ext>
                  </a:extLst>
                </p:cNvPr>
                <p:cNvPicPr/>
                <p:nvPr/>
              </p:nvPicPr>
              <p:blipFill>
                <a:blip r:embed="rId15"/>
                <a:stretch>
                  <a:fillRect/>
                </a:stretch>
              </p:blipFill>
              <p:spPr>
                <a:xfrm>
                  <a:off x="2995826" y="1737017"/>
                  <a:ext cx="156600" cy="249480"/>
                </a:xfrm>
                <a:prstGeom prst="rect">
                  <a:avLst/>
                </a:prstGeom>
              </p:spPr>
            </p:pic>
          </mc:Fallback>
        </mc:AlternateContent>
      </p:grpSp>
      <p:grpSp>
        <p:nvGrpSpPr>
          <p:cNvPr id="26" name="Group 25">
            <a:extLst>
              <a:ext uri="{FF2B5EF4-FFF2-40B4-BE49-F238E27FC236}">
                <a16:creationId xmlns:a16="http://schemas.microsoft.com/office/drawing/2014/main" id="{E3507E26-80BE-4805-AADD-36EC395AD8F6}"/>
              </a:ext>
            </a:extLst>
          </p:cNvPr>
          <p:cNvGrpSpPr/>
          <p:nvPr/>
        </p:nvGrpSpPr>
        <p:grpSpPr>
          <a:xfrm>
            <a:off x="1860746" y="2343617"/>
            <a:ext cx="272880" cy="486360"/>
            <a:chOff x="1860746" y="2343617"/>
            <a:chExt cx="272880" cy="486360"/>
          </a:xfrm>
        </p:grpSpPr>
        <mc:AlternateContent xmlns:mc="http://schemas.openxmlformats.org/markup-compatibility/2006" xmlns:p14="http://schemas.microsoft.com/office/powerpoint/2010/main" xmlns:aink="http://schemas.microsoft.com/office/drawing/2016/ink">
          <mc:Choice Requires="p14 aink">
            <p:contentPart p14:bwMode="auto" r:id="rId16">
              <p14:nvContentPartPr>
                <p14:cNvPr id="24" name="Ink 23">
                  <a:extLst>
                    <a:ext uri="{FF2B5EF4-FFF2-40B4-BE49-F238E27FC236}">
                      <a16:creationId xmlns:a16="http://schemas.microsoft.com/office/drawing/2014/main" id="{8F1CFBA5-8AE8-4C76-8C00-1F242323654D}"/>
                    </a:ext>
                  </a:extLst>
                </p14:cNvPr>
                <p14:cNvContentPartPr/>
                <p14:nvPr/>
              </p14:nvContentPartPr>
              <p14:xfrm>
                <a:off x="1920866" y="2421017"/>
                <a:ext cx="35640" cy="333720"/>
              </p14:xfrm>
            </p:contentPart>
          </mc:Choice>
          <mc:Fallback xmlns="">
            <p:pic>
              <p:nvPicPr>
                <p:cNvPr id="24" name="Ink 23">
                  <a:extLst>
                    <a:ext uri="{FF2B5EF4-FFF2-40B4-BE49-F238E27FC236}">
                      <a16:creationId xmlns:a16="http://schemas.microsoft.com/office/drawing/2014/main" id="{8F1CFBA5-8AE8-4C76-8C00-1F242323654D}"/>
                    </a:ext>
                  </a:extLst>
                </p:cNvPr>
                <p:cNvPicPr/>
                <p:nvPr/>
              </p:nvPicPr>
              <p:blipFill>
                <a:blip r:embed="rId17"/>
                <a:stretch>
                  <a:fillRect/>
                </a:stretch>
              </p:blipFill>
              <p:spPr>
                <a:xfrm>
                  <a:off x="1911866" y="2412017"/>
                  <a:ext cx="53280" cy="3513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8">
              <p14:nvContentPartPr>
                <p14:cNvPr id="25" name="Ink 24">
                  <a:extLst>
                    <a:ext uri="{FF2B5EF4-FFF2-40B4-BE49-F238E27FC236}">
                      <a16:creationId xmlns:a16="http://schemas.microsoft.com/office/drawing/2014/main" id="{7FF91A48-AB0E-4E51-AC89-85A3E4CDAD3F}"/>
                    </a:ext>
                  </a:extLst>
                </p14:cNvPr>
                <p14:cNvContentPartPr/>
                <p14:nvPr/>
              </p14:nvContentPartPr>
              <p14:xfrm>
                <a:off x="1860746" y="2343617"/>
                <a:ext cx="272880" cy="486360"/>
              </p14:xfrm>
            </p:contentPart>
          </mc:Choice>
          <mc:Fallback xmlns="">
            <p:pic>
              <p:nvPicPr>
                <p:cNvPr id="25" name="Ink 24">
                  <a:extLst>
                    <a:ext uri="{FF2B5EF4-FFF2-40B4-BE49-F238E27FC236}">
                      <a16:creationId xmlns:a16="http://schemas.microsoft.com/office/drawing/2014/main" id="{7FF91A48-AB0E-4E51-AC89-85A3E4CDAD3F}"/>
                    </a:ext>
                  </a:extLst>
                </p:cNvPr>
                <p:cNvPicPr/>
                <p:nvPr/>
              </p:nvPicPr>
              <p:blipFill>
                <a:blip r:embed="rId19"/>
                <a:stretch>
                  <a:fillRect/>
                </a:stretch>
              </p:blipFill>
              <p:spPr>
                <a:xfrm>
                  <a:off x="1851746" y="2334977"/>
                  <a:ext cx="290520" cy="504000"/>
                </a:xfrm>
                <a:prstGeom prst="rect">
                  <a:avLst/>
                </a:prstGeom>
              </p:spPr>
            </p:pic>
          </mc:Fallback>
        </mc:AlternateContent>
      </p:grpSp>
      <mc:AlternateContent xmlns:mc="http://schemas.openxmlformats.org/markup-compatibility/2006" xmlns:p14="http://schemas.microsoft.com/office/powerpoint/2010/main" xmlns:aink="http://schemas.microsoft.com/office/drawing/2016/ink">
        <mc:Choice Requires="p14 aink">
          <p:contentPart p14:bwMode="auto" r:id="rId20">
            <p14:nvContentPartPr>
              <p14:cNvPr id="27" name="Ink 26">
                <a:extLst>
                  <a:ext uri="{FF2B5EF4-FFF2-40B4-BE49-F238E27FC236}">
                    <a16:creationId xmlns:a16="http://schemas.microsoft.com/office/drawing/2014/main" id="{C8C1D197-FF7E-4610-9604-BE8B1060C95C}"/>
                  </a:ext>
                </a:extLst>
              </p14:cNvPr>
              <p14:cNvContentPartPr/>
              <p14:nvPr/>
            </p14:nvContentPartPr>
            <p14:xfrm>
              <a:off x="5188586" y="1843217"/>
              <a:ext cx="192600" cy="411480"/>
            </p14:xfrm>
          </p:contentPart>
        </mc:Choice>
        <mc:Fallback xmlns="">
          <p:pic>
            <p:nvPicPr>
              <p:cNvPr id="27" name="Ink 26">
                <a:extLst>
                  <a:ext uri="{FF2B5EF4-FFF2-40B4-BE49-F238E27FC236}">
                    <a16:creationId xmlns:a16="http://schemas.microsoft.com/office/drawing/2014/main" id="{C8C1D197-FF7E-4610-9604-BE8B1060C95C}"/>
                  </a:ext>
                </a:extLst>
              </p:cNvPr>
              <p:cNvPicPr/>
              <p:nvPr/>
            </p:nvPicPr>
            <p:blipFill>
              <a:blip r:embed="rId21"/>
              <a:stretch>
                <a:fillRect/>
              </a:stretch>
            </p:blipFill>
            <p:spPr>
              <a:xfrm>
                <a:off x="5179946" y="1834577"/>
                <a:ext cx="210240" cy="4291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2">
            <p14:nvContentPartPr>
              <p14:cNvPr id="28" name="Ink 27">
                <a:extLst>
                  <a:ext uri="{FF2B5EF4-FFF2-40B4-BE49-F238E27FC236}">
                    <a16:creationId xmlns:a16="http://schemas.microsoft.com/office/drawing/2014/main" id="{A7C7DF54-2D1D-41FA-A6CF-29B80DC26129}"/>
                  </a:ext>
                </a:extLst>
              </p14:cNvPr>
              <p14:cNvContentPartPr/>
              <p14:nvPr/>
            </p14:nvContentPartPr>
            <p14:xfrm>
              <a:off x="5512586" y="1968857"/>
              <a:ext cx="202320" cy="18720"/>
            </p14:xfrm>
          </p:contentPart>
        </mc:Choice>
        <mc:Fallback xmlns="">
          <p:pic>
            <p:nvPicPr>
              <p:cNvPr id="28" name="Ink 27">
                <a:extLst>
                  <a:ext uri="{FF2B5EF4-FFF2-40B4-BE49-F238E27FC236}">
                    <a16:creationId xmlns:a16="http://schemas.microsoft.com/office/drawing/2014/main" id="{A7C7DF54-2D1D-41FA-A6CF-29B80DC26129}"/>
                  </a:ext>
                </a:extLst>
              </p:cNvPr>
              <p:cNvPicPr/>
              <p:nvPr/>
            </p:nvPicPr>
            <p:blipFill>
              <a:blip r:embed="rId23"/>
              <a:stretch>
                <a:fillRect/>
              </a:stretch>
            </p:blipFill>
            <p:spPr>
              <a:xfrm>
                <a:off x="5503946" y="1959857"/>
                <a:ext cx="219960" cy="363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4">
            <p14:nvContentPartPr>
              <p14:cNvPr id="29" name="Ink 28">
                <a:extLst>
                  <a:ext uri="{FF2B5EF4-FFF2-40B4-BE49-F238E27FC236}">
                    <a16:creationId xmlns:a16="http://schemas.microsoft.com/office/drawing/2014/main" id="{5D725D77-1C5D-463A-9A05-3751B86C578C}"/>
                  </a:ext>
                </a:extLst>
              </p14:cNvPr>
              <p14:cNvContentPartPr/>
              <p14:nvPr/>
            </p14:nvContentPartPr>
            <p14:xfrm>
              <a:off x="5528426" y="2107457"/>
              <a:ext cx="162720" cy="18720"/>
            </p14:xfrm>
          </p:contentPart>
        </mc:Choice>
        <mc:Fallback xmlns="">
          <p:pic>
            <p:nvPicPr>
              <p:cNvPr id="29" name="Ink 28">
                <a:extLst>
                  <a:ext uri="{FF2B5EF4-FFF2-40B4-BE49-F238E27FC236}">
                    <a16:creationId xmlns:a16="http://schemas.microsoft.com/office/drawing/2014/main" id="{5D725D77-1C5D-463A-9A05-3751B86C578C}"/>
                  </a:ext>
                </a:extLst>
              </p:cNvPr>
              <p:cNvPicPr/>
              <p:nvPr/>
            </p:nvPicPr>
            <p:blipFill>
              <a:blip r:embed="rId25"/>
              <a:stretch>
                <a:fillRect/>
              </a:stretch>
            </p:blipFill>
            <p:spPr>
              <a:xfrm>
                <a:off x="5519426" y="2098817"/>
                <a:ext cx="180360" cy="363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6">
            <p14:nvContentPartPr>
              <p14:cNvPr id="33" name="Ink 32">
                <a:extLst>
                  <a:ext uri="{FF2B5EF4-FFF2-40B4-BE49-F238E27FC236}">
                    <a16:creationId xmlns:a16="http://schemas.microsoft.com/office/drawing/2014/main" id="{9C101774-F834-4A33-AC67-C315018CBB14}"/>
                  </a:ext>
                </a:extLst>
              </p14:cNvPr>
              <p14:cNvContentPartPr/>
              <p14:nvPr/>
            </p14:nvContentPartPr>
            <p14:xfrm>
              <a:off x="5844506" y="1749977"/>
              <a:ext cx="581400" cy="178200"/>
            </p14:xfrm>
          </p:contentPart>
        </mc:Choice>
        <mc:Fallback xmlns="">
          <p:pic>
            <p:nvPicPr>
              <p:cNvPr id="33" name="Ink 32">
                <a:extLst>
                  <a:ext uri="{FF2B5EF4-FFF2-40B4-BE49-F238E27FC236}">
                    <a16:creationId xmlns:a16="http://schemas.microsoft.com/office/drawing/2014/main" id="{9C101774-F834-4A33-AC67-C315018CBB14}"/>
                  </a:ext>
                </a:extLst>
              </p:cNvPr>
              <p:cNvPicPr/>
              <p:nvPr/>
            </p:nvPicPr>
            <p:blipFill>
              <a:blip r:embed="rId27"/>
              <a:stretch>
                <a:fillRect/>
              </a:stretch>
            </p:blipFill>
            <p:spPr>
              <a:xfrm>
                <a:off x="5835866" y="1741337"/>
                <a:ext cx="599040" cy="1958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8">
            <p14:nvContentPartPr>
              <p14:cNvPr id="34" name="Ink 33">
                <a:extLst>
                  <a:ext uri="{FF2B5EF4-FFF2-40B4-BE49-F238E27FC236}">
                    <a16:creationId xmlns:a16="http://schemas.microsoft.com/office/drawing/2014/main" id="{58536DA1-65CE-4D74-991C-6C9E1AD2F0BB}"/>
                  </a:ext>
                </a:extLst>
              </p14:cNvPr>
              <p14:cNvContentPartPr/>
              <p14:nvPr/>
            </p14:nvContentPartPr>
            <p14:xfrm>
              <a:off x="5847386" y="1908017"/>
              <a:ext cx="161640" cy="312480"/>
            </p14:xfrm>
          </p:contentPart>
        </mc:Choice>
        <mc:Fallback xmlns="">
          <p:pic>
            <p:nvPicPr>
              <p:cNvPr id="34" name="Ink 33">
                <a:extLst>
                  <a:ext uri="{FF2B5EF4-FFF2-40B4-BE49-F238E27FC236}">
                    <a16:creationId xmlns:a16="http://schemas.microsoft.com/office/drawing/2014/main" id="{58536DA1-65CE-4D74-991C-6C9E1AD2F0BB}"/>
                  </a:ext>
                </a:extLst>
              </p:cNvPr>
              <p:cNvPicPr/>
              <p:nvPr/>
            </p:nvPicPr>
            <p:blipFill>
              <a:blip r:embed="rId29"/>
              <a:stretch>
                <a:fillRect/>
              </a:stretch>
            </p:blipFill>
            <p:spPr>
              <a:xfrm>
                <a:off x="5838386" y="1899377"/>
                <a:ext cx="179280" cy="3301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0">
            <p14:nvContentPartPr>
              <p14:cNvPr id="35" name="Ink 34">
                <a:extLst>
                  <a:ext uri="{FF2B5EF4-FFF2-40B4-BE49-F238E27FC236}">
                    <a16:creationId xmlns:a16="http://schemas.microsoft.com/office/drawing/2014/main" id="{7B3E00B5-5350-4097-B28E-D0E33DE1FBD3}"/>
                  </a:ext>
                </a:extLst>
              </p14:cNvPr>
              <p14:cNvContentPartPr/>
              <p14:nvPr/>
            </p14:nvContentPartPr>
            <p14:xfrm>
              <a:off x="6135026" y="1934297"/>
              <a:ext cx="169920" cy="245880"/>
            </p14:xfrm>
          </p:contentPart>
        </mc:Choice>
        <mc:Fallback xmlns="">
          <p:pic>
            <p:nvPicPr>
              <p:cNvPr id="35" name="Ink 34">
                <a:extLst>
                  <a:ext uri="{FF2B5EF4-FFF2-40B4-BE49-F238E27FC236}">
                    <a16:creationId xmlns:a16="http://schemas.microsoft.com/office/drawing/2014/main" id="{7B3E00B5-5350-4097-B28E-D0E33DE1FBD3}"/>
                  </a:ext>
                </a:extLst>
              </p:cNvPr>
              <p:cNvPicPr/>
              <p:nvPr/>
            </p:nvPicPr>
            <p:blipFill>
              <a:blip r:embed="rId31"/>
              <a:stretch>
                <a:fillRect/>
              </a:stretch>
            </p:blipFill>
            <p:spPr>
              <a:xfrm>
                <a:off x="6126026" y="1925297"/>
                <a:ext cx="187560" cy="2635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2">
            <p14:nvContentPartPr>
              <p14:cNvPr id="37" name="Ink 36">
                <a:extLst>
                  <a:ext uri="{FF2B5EF4-FFF2-40B4-BE49-F238E27FC236}">
                    <a16:creationId xmlns:a16="http://schemas.microsoft.com/office/drawing/2014/main" id="{447A2862-63A4-4F94-9428-8E30F15DD470}"/>
                  </a:ext>
                </a:extLst>
              </p14:cNvPr>
              <p14:cNvContentPartPr/>
              <p14:nvPr/>
            </p14:nvContentPartPr>
            <p14:xfrm>
              <a:off x="6473066" y="1688417"/>
              <a:ext cx="97920" cy="480240"/>
            </p14:xfrm>
          </p:contentPart>
        </mc:Choice>
        <mc:Fallback xmlns="">
          <p:pic>
            <p:nvPicPr>
              <p:cNvPr id="37" name="Ink 36">
                <a:extLst>
                  <a:ext uri="{FF2B5EF4-FFF2-40B4-BE49-F238E27FC236}">
                    <a16:creationId xmlns:a16="http://schemas.microsoft.com/office/drawing/2014/main" id="{447A2862-63A4-4F94-9428-8E30F15DD470}"/>
                  </a:ext>
                </a:extLst>
              </p:cNvPr>
              <p:cNvPicPr/>
              <p:nvPr/>
            </p:nvPicPr>
            <p:blipFill>
              <a:blip r:embed="rId33"/>
              <a:stretch>
                <a:fillRect/>
              </a:stretch>
            </p:blipFill>
            <p:spPr>
              <a:xfrm>
                <a:off x="6464426" y="1679777"/>
                <a:ext cx="115560" cy="4978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4">
            <p14:nvContentPartPr>
              <p14:cNvPr id="38" name="Ink 37">
                <a:extLst>
                  <a:ext uri="{FF2B5EF4-FFF2-40B4-BE49-F238E27FC236}">
                    <a16:creationId xmlns:a16="http://schemas.microsoft.com/office/drawing/2014/main" id="{8C4E5891-3F5B-4353-BE6A-A258218CBF33}"/>
                  </a:ext>
                </a:extLst>
              </p14:cNvPr>
              <p14:cNvContentPartPr/>
              <p14:nvPr/>
            </p14:nvContentPartPr>
            <p14:xfrm>
              <a:off x="6380906" y="1656737"/>
              <a:ext cx="329040" cy="667080"/>
            </p14:xfrm>
          </p:contentPart>
        </mc:Choice>
        <mc:Fallback xmlns="">
          <p:pic>
            <p:nvPicPr>
              <p:cNvPr id="38" name="Ink 37">
                <a:extLst>
                  <a:ext uri="{FF2B5EF4-FFF2-40B4-BE49-F238E27FC236}">
                    <a16:creationId xmlns:a16="http://schemas.microsoft.com/office/drawing/2014/main" id="{8C4E5891-3F5B-4353-BE6A-A258218CBF33}"/>
                  </a:ext>
                </a:extLst>
              </p:cNvPr>
              <p:cNvPicPr/>
              <p:nvPr/>
            </p:nvPicPr>
            <p:blipFill>
              <a:blip r:embed="rId35"/>
              <a:stretch>
                <a:fillRect/>
              </a:stretch>
            </p:blipFill>
            <p:spPr>
              <a:xfrm>
                <a:off x="6371906" y="1647737"/>
                <a:ext cx="346680" cy="6847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6">
            <p14:nvContentPartPr>
              <p14:cNvPr id="40" name="Ink 39">
                <a:extLst>
                  <a:ext uri="{FF2B5EF4-FFF2-40B4-BE49-F238E27FC236}">
                    <a16:creationId xmlns:a16="http://schemas.microsoft.com/office/drawing/2014/main" id="{19DE66D4-1560-459E-8DEE-4A60D08C8AB9}"/>
                  </a:ext>
                </a:extLst>
              </p14:cNvPr>
              <p14:cNvContentPartPr/>
              <p14:nvPr/>
            </p14:nvContentPartPr>
            <p14:xfrm>
              <a:off x="6948626" y="1842137"/>
              <a:ext cx="260280" cy="43920"/>
            </p14:xfrm>
          </p:contentPart>
        </mc:Choice>
        <mc:Fallback xmlns="">
          <p:pic>
            <p:nvPicPr>
              <p:cNvPr id="40" name="Ink 39">
                <a:extLst>
                  <a:ext uri="{FF2B5EF4-FFF2-40B4-BE49-F238E27FC236}">
                    <a16:creationId xmlns:a16="http://schemas.microsoft.com/office/drawing/2014/main" id="{19DE66D4-1560-459E-8DEE-4A60D08C8AB9}"/>
                  </a:ext>
                </a:extLst>
              </p:cNvPr>
              <p:cNvPicPr/>
              <p:nvPr/>
            </p:nvPicPr>
            <p:blipFill>
              <a:blip r:embed="rId37"/>
              <a:stretch>
                <a:fillRect/>
              </a:stretch>
            </p:blipFill>
            <p:spPr>
              <a:xfrm>
                <a:off x="6939986" y="1833497"/>
                <a:ext cx="277920" cy="615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8">
            <p14:nvContentPartPr>
              <p14:cNvPr id="41" name="Ink 40">
                <a:extLst>
                  <a:ext uri="{FF2B5EF4-FFF2-40B4-BE49-F238E27FC236}">
                    <a16:creationId xmlns:a16="http://schemas.microsoft.com/office/drawing/2014/main" id="{9C77900E-E609-4568-A410-46445F671656}"/>
                  </a:ext>
                </a:extLst>
              </p14:cNvPr>
              <p14:cNvContentPartPr/>
              <p14:nvPr/>
            </p14:nvContentPartPr>
            <p14:xfrm>
              <a:off x="6910106" y="2041577"/>
              <a:ext cx="212040" cy="44280"/>
            </p14:xfrm>
          </p:contentPart>
        </mc:Choice>
        <mc:Fallback xmlns="">
          <p:pic>
            <p:nvPicPr>
              <p:cNvPr id="41" name="Ink 40">
                <a:extLst>
                  <a:ext uri="{FF2B5EF4-FFF2-40B4-BE49-F238E27FC236}">
                    <a16:creationId xmlns:a16="http://schemas.microsoft.com/office/drawing/2014/main" id="{9C77900E-E609-4568-A410-46445F671656}"/>
                  </a:ext>
                </a:extLst>
              </p:cNvPr>
              <p:cNvPicPr/>
              <p:nvPr/>
            </p:nvPicPr>
            <p:blipFill>
              <a:blip r:embed="rId39"/>
              <a:stretch>
                <a:fillRect/>
              </a:stretch>
            </p:blipFill>
            <p:spPr>
              <a:xfrm>
                <a:off x="6901106" y="2032937"/>
                <a:ext cx="229680" cy="61920"/>
              </a:xfrm>
              <a:prstGeom prst="rect">
                <a:avLst/>
              </a:prstGeom>
            </p:spPr>
          </p:pic>
        </mc:Fallback>
      </mc:AlternateContent>
      <p:grpSp>
        <p:nvGrpSpPr>
          <p:cNvPr id="47" name="Group 46">
            <a:extLst>
              <a:ext uri="{FF2B5EF4-FFF2-40B4-BE49-F238E27FC236}">
                <a16:creationId xmlns:a16="http://schemas.microsoft.com/office/drawing/2014/main" id="{95F1397A-1B52-485C-8A49-A5B95922E07D}"/>
              </a:ext>
            </a:extLst>
          </p:cNvPr>
          <p:cNvGrpSpPr/>
          <p:nvPr/>
        </p:nvGrpSpPr>
        <p:grpSpPr>
          <a:xfrm>
            <a:off x="7438946" y="1618937"/>
            <a:ext cx="699480" cy="628200"/>
            <a:chOff x="7438946" y="1618937"/>
            <a:chExt cx="699480" cy="628200"/>
          </a:xfrm>
        </p:grpSpPr>
        <mc:AlternateContent xmlns:mc="http://schemas.openxmlformats.org/markup-compatibility/2006" xmlns:p14="http://schemas.microsoft.com/office/powerpoint/2010/main" xmlns:aink="http://schemas.microsoft.com/office/drawing/2016/ink">
          <mc:Choice Requires="p14 aink">
            <p:contentPart p14:bwMode="auto" r:id="rId40">
              <p14:nvContentPartPr>
                <p14:cNvPr id="42" name="Ink 41">
                  <a:extLst>
                    <a:ext uri="{FF2B5EF4-FFF2-40B4-BE49-F238E27FC236}">
                      <a16:creationId xmlns:a16="http://schemas.microsoft.com/office/drawing/2014/main" id="{CFF6339D-4EAF-48D5-B0B3-5AA601A896CE}"/>
                    </a:ext>
                  </a:extLst>
                </p14:cNvPr>
                <p14:cNvContentPartPr/>
                <p14:nvPr/>
              </p14:nvContentPartPr>
              <p14:xfrm>
                <a:off x="7438946" y="1663217"/>
                <a:ext cx="285840" cy="583920"/>
              </p14:xfrm>
            </p:contentPart>
          </mc:Choice>
          <mc:Fallback xmlns="">
            <p:pic>
              <p:nvPicPr>
                <p:cNvPr id="42" name="Ink 41">
                  <a:extLst>
                    <a:ext uri="{FF2B5EF4-FFF2-40B4-BE49-F238E27FC236}">
                      <a16:creationId xmlns:a16="http://schemas.microsoft.com/office/drawing/2014/main" id="{CFF6339D-4EAF-48D5-B0B3-5AA601A896CE}"/>
                    </a:ext>
                  </a:extLst>
                </p:cNvPr>
                <p:cNvPicPr/>
                <p:nvPr/>
              </p:nvPicPr>
              <p:blipFill>
                <a:blip r:embed="rId41"/>
                <a:stretch>
                  <a:fillRect/>
                </a:stretch>
              </p:blipFill>
              <p:spPr>
                <a:xfrm>
                  <a:off x="7429946" y="1654217"/>
                  <a:ext cx="303480" cy="6015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42">
              <p14:nvContentPartPr>
                <p14:cNvPr id="43" name="Ink 42">
                  <a:extLst>
                    <a:ext uri="{FF2B5EF4-FFF2-40B4-BE49-F238E27FC236}">
                      <a16:creationId xmlns:a16="http://schemas.microsoft.com/office/drawing/2014/main" id="{1BF3D866-BE56-48C5-B36D-FEA021C0F86A}"/>
                    </a:ext>
                  </a:extLst>
                </p14:cNvPr>
                <p14:cNvContentPartPr/>
                <p14:nvPr/>
              </p14:nvContentPartPr>
              <p14:xfrm>
                <a:off x="7859066" y="2014937"/>
                <a:ext cx="9360" cy="6840"/>
              </p14:xfrm>
            </p:contentPart>
          </mc:Choice>
          <mc:Fallback xmlns="">
            <p:pic>
              <p:nvPicPr>
                <p:cNvPr id="43" name="Ink 42">
                  <a:extLst>
                    <a:ext uri="{FF2B5EF4-FFF2-40B4-BE49-F238E27FC236}">
                      <a16:creationId xmlns:a16="http://schemas.microsoft.com/office/drawing/2014/main" id="{1BF3D866-BE56-48C5-B36D-FEA021C0F86A}"/>
                    </a:ext>
                  </a:extLst>
                </p:cNvPr>
                <p:cNvPicPr/>
                <p:nvPr/>
              </p:nvPicPr>
              <p:blipFill>
                <a:blip r:embed="rId43"/>
                <a:stretch>
                  <a:fillRect/>
                </a:stretch>
              </p:blipFill>
              <p:spPr>
                <a:xfrm>
                  <a:off x="7850426" y="2005937"/>
                  <a:ext cx="27000" cy="244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44">
              <p14:nvContentPartPr>
                <p14:cNvPr id="45" name="Ink 44">
                  <a:extLst>
                    <a:ext uri="{FF2B5EF4-FFF2-40B4-BE49-F238E27FC236}">
                      <a16:creationId xmlns:a16="http://schemas.microsoft.com/office/drawing/2014/main" id="{57CA457E-48DE-4A98-98FA-69BB99F6FA90}"/>
                    </a:ext>
                  </a:extLst>
                </p14:cNvPr>
                <p14:cNvContentPartPr/>
                <p14:nvPr/>
              </p14:nvContentPartPr>
              <p14:xfrm>
                <a:off x="7843586" y="1972817"/>
                <a:ext cx="47520" cy="59760"/>
              </p14:xfrm>
            </p:contentPart>
          </mc:Choice>
          <mc:Fallback xmlns="">
            <p:pic>
              <p:nvPicPr>
                <p:cNvPr id="45" name="Ink 44">
                  <a:extLst>
                    <a:ext uri="{FF2B5EF4-FFF2-40B4-BE49-F238E27FC236}">
                      <a16:creationId xmlns:a16="http://schemas.microsoft.com/office/drawing/2014/main" id="{57CA457E-48DE-4A98-98FA-69BB99F6FA90}"/>
                    </a:ext>
                  </a:extLst>
                </p:cNvPr>
                <p:cNvPicPr/>
                <p:nvPr/>
              </p:nvPicPr>
              <p:blipFill>
                <a:blip r:embed="rId45"/>
                <a:stretch>
                  <a:fillRect/>
                </a:stretch>
              </p:blipFill>
              <p:spPr>
                <a:xfrm>
                  <a:off x="7834946" y="1963817"/>
                  <a:ext cx="65160" cy="774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46">
              <p14:nvContentPartPr>
                <p14:cNvPr id="46" name="Ink 45">
                  <a:extLst>
                    <a:ext uri="{FF2B5EF4-FFF2-40B4-BE49-F238E27FC236}">
                      <a16:creationId xmlns:a16="http://schemas.microsoft.com/office/drawing/2014/main" id="{842C8E4A-7FD1-403F-ADB9-228D672F5E88}"/>
                    </a:ext>
                  </a:extLst>
                </p14:cNvPr>
                <p14:cNvContentPartPr/>
                <p14:nvPr/>
              </p14:nvContentPartPr>
              <p14:xfrm>
                <a:off x="8010986" y="1618937"/>
                <a:ext cx="127440" cy="606600"/>
              </p14:xfrm>
            </p:contentPart>
          </mc:Choice>
          <mc:Fallback xmlns="">
            <p:pic>
              <p:nvPicPr>
                <p:cNvPr id="46" name="Ink 45">
                  <a:extLst>
                    <a:ext uri="{FF2B5EF4-FFF2-40B4-BE49-F238E27FC236}">
                      <a16:creationId xmlns:a16="http://schemas.microsoft.com/office/drawing/2014/main" id="{842C8E4A-7FD1-403F-ADB9-228D672F5E88}"/>
                    </a:ext>
                  </a:extLst>
                </p:cNvPr>
                <p:cNvPicPr/>
                <p:nvPr/>
              </p:nvPicPr>
              <p:blipFill>
                <a:blip r:embed="rId47"/>
                <a:stretch>
                  <a:fillRect/>
                </a:stretch>
              </p:blipFill>
              <p:spPr>
                <a:xfrm>
                  <a:off x="8002346" y="1609937"/>
                  <a:ext cx="145080" cy="624240"/>
                </a:xfrm>
                <a:prstGeom prst="rect">
                  <a:avLst/>
                </a:prstGeom>
              </p:spPr>
            </p:pic>
          </mc:Fallback>
        </mc:AlternateContent>
      </p:grpSp>
      <p:grpSp>
        <p:nvGrpSpPr>
          <p:cNvPr id="51" name="Group 50">
            <a:extLst>
              <a:ext uri="{FF2B5EF4-FFF2-40B4-BE49-F238E27FC236}">
                <a16:creationId xmlns:a16="http://schemas.microsoft.com/office/drawing/2014/main" id="{39716CCA-97A4-44E7-B771-70BE4E539A68}"/>
              </a:ext>
            </a:extLst>
          </p:cNvPr>
          <p:cNvGrpSpPr/>
          <p:nvPr/>
        </p:nvGrpSpPr>
        <p:grpSpPr>
          <a:xfrm>
            <a:off x="8224826" y="1688057"/>
            <a:ext cx="616320" cy="505080"/>
            <a:chOff x="8224826" y="1688057"/>
            <a:chExt cx="616320" cy="505080"/>
          </a:xfrm>
        </p:grpSpPr>
        <mc:AlternateContent xmlns:mc="http://schemas.openxmlformats.org/markup-compatibility/2006" xmlns:p14="http://schemas.microsoft.com/office/powerpoint/2010/main" xmlns:aink="http://schemas.microsoft.com/office/drawing/2016/ink">
          <mc:Choice Requires="p14 aink">
            <p:contentPart p14:bwMode="auto" r:id="rId48">
              <p14:nvContentPartPr>
                <p14:cNvPr id="48" name="Ink 47">
                  <a:extLst>
                    <a:ext uri="{FF2B5EF4-FFF2-40B4-BE49-F238E27FC236}">
                      <a16:creationId xmlns:a16="http://schemas.microsoft.com/office/drawing/2014/main" id="{B45A1A99-D962-416E-B64E-FD1F8C722847}"/>
                    </a:ext>
                  </a:extLst>
                </p14:cNvPr>
                <p14:cNvContentPartPr/>
                <p14:nvPr/>
              </p14:nvContentPartPr>
              <p14:xfrm>
                <a:off x="8225186" y="1688057"/>
                <a:ext cx="615960" cy="185760"/>
              </p14:xfrm>
            </p:contentPart>
          </mc:Choice>
          <mc:Fallback xmlns="">
            <p:pic>
              <p:nvPicPr>
                <p:cNvPr id="48" name="Ink 47">
                  <a:extLst>
                    <a:ext uri="{FF2B5EF4-FFF2-40B4-BE49-F238E27FC236}">
                      <a16:creationId xmlns:a16="http://schemas.microsoft.com/office/drawing/2014/main" id="{B45A1A99-D962-416E-B64E-FD1F8C722847}"/>
                    </a:ext>
                  </a:extLst>
                </p:cNvPr>
                <p:cNvPicPr/>
                <p:nvPr/>
              </p:nvPicPr>
              <p:blipFill>
                <a:blip r:embed="rId49"/>
                <a:stretch>
                  <a:fillRect/>
                </a:stretch>
              </p:blipFill>
              <p:spPr>
                <a:xfrm>
                  <a:off x="8216546" y="1679417"/>
                  <a:ext cx="633600" cy="2034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50">
              <p14:nvContentPartPr>
                <p14:cNvPr id="49" name="Ink 48">
                  <a:extLst>
                    <a:ext uri="{FF2B5EF4-FFF2-40B4-BE49-F238E27FC236}">
                      <a16:creationId xmlns:a16="http://schemas.microsoft.com/office/drawing/2014/main" id="{E485A81E-234D-4000-9C75-6AEA2B732CF9}"/>
                    </a:ext>
                  </a:extLst>
                </p14:cNvPr>
                <p14:cNvContentPartPr/>
                <p14:nvPr/>
              </p14:nvContentPartPr>
              <p14:xfrm>
                <a:off x="8224826" y="1831697"/>
                <a:ext cx="189720" cy="361440"/>
              </p14:xfrm>
            </p:contentPart>
          </mc:Choice>
          <mc:Fallback xmlns="">
            <p:pic>
              <p:nvPicPr>
                <p:cNvPr id="49" name="Ink 48">
                  <a:extLst>
                    <a:ext uri="{FF2B5EF4-FFF2-40B4-BE49-F238E27FC236}">
                      <a16:creationId xmlns:a16="http://schemas.microsoft.com/office/drawing/2014/main" id="{E485A81E-234D-4000-9C75-6AEA2B732CF9}"/>
                    </a:ext>
                  </a:extLst>
                </p:cNvPr>
                <p:cNvPicPr/>
                <p:nvPr/>
              </p:nvPicPr>
              <p:blipFill>
                <a:blip r:embed="rId51"/>
                <a:stretch>
                  <a:fillRect/>
                </a:stretch>
              </p:blipFill>
              <p:spPr>
                <a:xfrm>
                  <a:off x="8215826" y="1822697"/>
                  <a:ext cx="207360" cy="3790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52">
              <p14:nvContentPartPr>
                <p14:cNvPr id="50" name="Ink 49">
                  <a:extLst>
                    <a:ext uri="{FF2B5EF4-FFF2-40B4-BE49-F238E27FC236}">
                      <a16:creationId xmlns:a16="http://schemas.microsoft.com/office/drawing/2014/main" id="{2CAAFA38-726A-43AF-B386-CBDF8FA1AE06}"/>
                    </a:ext>
                  </a:extLst>
                </p14:cNvPr>
                <p14:cNvContentPartPr/>
                <p14:nvPr/>
              </p14:nvContentPartPr>
              <p14:xfrm>
                <a:off x="8526146" y="1845737"/>
                <a:ext cx="226800" cy="329760"/>
              </p14:xfrm>
            </p:contentPart>
          </mc:Choice>
          <mc:Fallback xmlns="">
            <p:pic>
              <p:nvPicPr>
                <p:cNvPr id="50" name="Ink 49">
                  <a:extLst>
                    <a:ext uri="{FF2B5EF4-FFF2-40B4-BE49-F238E27FC236}">
                      <a16:creationId xmlns:a16="http://schemas.microsoft.com/office/drawing/2014/main" id="{2CAAFA38-726A-43AF-B386-CBDF8FA1AE06}"/>
                    </a:ext>
                  </a:extLst>
                </p:cNvPr>
                <p:cNvPicPr/>
                <p:nvPr/>
              </p:nvPicPr>
              <p:blipFill>
                <a:blip r:embed="rId53"/>
                <a:stretch>
                  <a:fillRect/>
                </a:stretch>
              </p:blipFill>
              <p:spPr>
                <a:xfrm>
                  <a:off x="8517506" y="1836737"/>
                  <a:ext cx="244440" cy="347400"/>
                </a:xfrm>
                <a:prstGeom prst="rect">
                  <a:avLst/>
                </a:prstGeom>
              </p:spPr>
            </p:pic>
          </mc:Fallback>
        </mc:AlternateContent>
      </p:grpSp>
      <p:grpSp>
        <p:nvGrpSpPr>
          <p:cNvPr id="61" name="Group 60">
            <a:extLst>
              <a:ext uri="{FF2B5EF4-FFF2-40B4-BE49-F238E27FC236}">
                <a16:creationId xmlns:a16="http://schemas.microsoft.com/office/drawing/2014/main" id="{2E9CC219-B185-4A16-B52C-CF17E44F4D08}"/>
              </a:ext>
            </a:extLst>
          </p:cNvPr>
          <p:cNvGrpSpPr/>
          <p:nvPr/>
        </p:nvGrpSpPr>
        <p:grpSpPr>
          <a:xfrm>
            <a:off x="3556706" y="1693457"/>
            <a:ext cx="1177560" cy="365760"/>
            <a:chOff x="3556706" y="1693457"/>
            <a:chExt cx="1177560" cy="365760"/>
          </a:xfrm>
        </p:grpSpPr>
        <mc:AlternateContent xmlns:mc="http://schemas.openxmlformats.org/markup-compatibility/2006" xmlns:p14="http://schemas.microsoft.com/office/powerpoint/2010/main" xmlns:aink="http://schemas.microsoft.com/office/drawing/2016/ink">
          <mc:Choice Requires="p14 aink">
            <p:contentPart p14:bwMode="auto" r:id="rId54">
              <p14:nvContentPartPr>
                <p14:cNvPr id="52" name="Ink 51">
                  <a:extLst>
                    <a:ext uri="{FF2B5EF4-FFF2-40B4-BE49-F238E27FC236}">
                      <a16:creationId xmlns:a16="http://schemas.microsoft.com/office/drawing/2014/main" id="{0681AE7F-23CE-4828-B279-A80553D62F52}"/>
                    </a:ext>
                  </a:extLst>
                </p14:cNvPr>
                <p14:cNvContentPartPr/>
                <p14:nvPr/>
              </p14:nvContentPartPr>
              <p14:xfrm>
                <a:off x="3620786" y="1761857"/>
                <a:ext cx="46080" cy="273240"/>
              </p14:xfrm>
            </p:contentPart>
          </mc:Choice>
          <mc:Fallback xmlns="">
            <p:pic>
              <p:nvPicPr>
                <p:cNvPr id="52" name="Ink 51">
                  <a:extLst>
                    <a:ext uri="{FF2B5EF4-FFF2-40B4-BE49-F238E27FC236}">
                      <a16:creationId xmlns:a16="http://schemas.microsoft.com/office/drawing/2014/main" id="{0681AE7F-23CE-4828-B279-A80553D62F52}"/>
                    </a:ext>
                  </a:extLst>
                </p:cNvPr>
                <p:cNvPicPr/>
                <p:nvPr/>
              </p:nvPicPr>
              <p:blipFill>
                <a:blip r:embed="rId55"/>
                <a:stretch>
                  <a:fillRect/>
                </a:stretch>
              </p:blipFill>
              <p:spPr>
                <a:xfrm>
                  <a:off x="3612146" y="1752857"/>
                  <a:ext cx="63720" cy="2908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56">
              <p14:nvContentPartPr>
                <p14:cNvPr id="53" name="Ink 52">
                  <a:extLst>
                    <a:ext uri="{FF2B5EF4-FFF2-40B4-BE49-F238E27FC236}">
                      <a16:creationId xmlns:a16="http://schemas.microsoft.com/office/drawing/2014/main" id="{D14D5BA3-4D25-45C3-9B27-9DF7D2DF5E5C}"/>
                    </a:ext>
                  </a:extLst>
                </p14:cNvPr>
                <p14:cNvContentPartPr/>
                <p14:nvPr/>
              </p14:nvContentPartPr>
              <p14:xfrm>
                <a:off x="3556706" y="1693457"/>
                <a:ext cx="196920" cy="365760"/>
              </p14:xfrm>
            </p:contentPart>
          </mc:Choice>
          <mc:Fallback xmlns="">
            <p:pic>
              <p:nvPicPr>
                <p:cNvPr id="53" name="Ink 52">
                  <a:extLst>
                    <a:ext uri="{FF2B5EF4-FFF2-40B4-BE49-F238E27FC236}">
                      <a16:creationId xmlns:a16="http://schemas.microsoft.com/office/drawing/2014/main" id="{D14D5BA3-4D25-45C3-9B27-9DF7D2DF5E5C}"/>
                    </a:ext>
                  </a:extLst>
                </p:cNvPr>
                <p:cNvPicPr/>
                <p:nvPr/>
              </p:nvPicPr>
              <p:blipFill>
                <a:blip r:embed="rId57"/>
                <a:stretch>
                  <a:fillRect/>
                </a:stretch>
              </p:blipFill>
              <p:spPr>
                <a:xfrm>
                  <a:off x="3547706" y="1684457"/>
                  <a:ext cx="214560" cy="3834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58">
              <p14:nvContentPartPr>
                <p14:cNvPr id="54" name="Ink 53">
                  <a:extLst>
                    <a:ext uri="{FF2B5EF4-FFF2-40B4-BE49-F238E27FC236}">
                      <a16:creationId xmlns:a16="http://schemas.microsoft.com/office/drawing/2014/main" id="{C6E296D6-EA48-46F7-ACD3-6E96835A7814}"/>
                    </a:ext>
                  </a:extLst>
                </p14:cNvPr>
                <p14:cNvContentPartPr/>
                <p14:nvPr/>
              </p14:nvContentPartPr>
              <p14:xfrm>
                <a:off x="3896186" y="1813697"/>
                <a:ext cx="106920" cy="23040"/>
              </p14:xfrm>
            </p:contentPart>
          </mc:Choice>
          <mc:Fallback xmlns="">
            <p:pic>
              <p:nvPicPr>
                <p:cNvPr id="54" name="Ink 53">
                  <a:extLst>
                    <a:ext uri="{FF2B5EF4-FFF2-40B4-BE49-F238E27FC236}">
                      <a16:creationId xmlns:a16="http://schemas.microsoft.com/office/drawing/2014/main" id="{C6E296D6-EA48-46F7-ACD3-6E96835A7814}"/>
                    </a:ext>
                  </a:extLst>
                </p:cNvPr>
                <p:cNvPicPr/>
                <p:nvPr/>
              </p:nvPicPr>
              <p:blipFill>
                <a:blip r:embed="rId59"/>
                <a:stretch>
                  <a:fillRect/>
                </a:stretch>
              </p:blipFill>
              <p:spPr>
                <a:xfrm>
                  <a:off x="3887546" y="1805057"/>
                  <a:ext cx="124560" cy="406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60">
              <p14:nvContentPartPr>
                <p14:cNvPr id="55" name="Ink 54">
                  <a:extLst>
                    <a:ext uri="{FF2B5EF4-FFF2-40B4-BE49-F238E27FC236}">
                      <a16:creationId xmlns:a16="http://schemas.microsoft.com/office/drawing/2014/main" id="{D94AB03F-E5D6-4804-87B0-E9A7E2B1BAA9}"/>
                    </a:ext>
                  </a:extLst>
                </p14:cNvPr>
                <p14:cNvContentPartPr/>
                <p14:nvPr/>
              </p14:nvContentPartPr>
              <p14:xfrm>
                <a:off x="3865586" y="1909097"/>
                <a:ext cx="104400" cy="26280"/>
              </p14:xfrm>
            </p:contentPart>
          </mc:Choice>
          <mc:Fallback xmlns="">
            <p:pic>
              <p:nvPicPr>
                <p:cNvPr id="55" name="Ink 54">
                  <a:extLst>
                    <a:ext uri="{FF2B5EF4-FFF2-40B4-BE49-F238E27FC236}">
                      <a16:creationId xmlns:a16="http://schemas.microsoft.com/office/drawing/2014/main" id="{D94AB03F-E5D6-4804-87B0-E9A7E2B1BAA9}"/>
                    </a:ext>
                  </a:extLst>
                </p:cNvPr>
                <p:cNvPicPr/>
                <p:nvPr/>
              </p:nvPicPr>
              <p:blipFill>
                <a:blip r:embed="rId61"/>
                <a:stretch>
                  <a:fillRect/>
                </a:stretch>
              </p:blipFill>
              <p:spPr>
                <a:xfrm>
                  <a:off x="3856586" y="1900457"/>
                  <a:ext cx="122040" cy="439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62">
              <p14:nvContentPartPr>
                <p14:cNvPr id="56" name="Ink 55">
                  <a:extLst>
                    <a:ext uri="{FF2B5EF4-FFF2-40B4-BE49-F238E27FC236}">
                      <a16:creationId xmlns:a16="http://schemas.microsoft.com/office/drawing/2014/main" id="{0B73BC45-EF61-4BCC-9B30-61B3D6D6ACEB}"/>
                    </a:ext>
                  </a:extLst>
                </p14:cNvPr>
                <p14:cNvContentPartPr/>
                <p14:nvPr/>
              </p14:nvContentPartPr>
              <p14:xfrm>
                <a:off x="4095266" y="1746377"/>
                <a:ext cx="139320" cy="295560"/>
              </p14:xfrm>
            </p:contentPart>
          </mc:Choice>
          <mc:Fallback xmlns="">
            <p:pic>
              <p:nvPicPr>
                <p:cNvPr id="56" name="Ink 55">
                  <a:extLst>
                    <a:ext uri="{FF2B5EF4-FFF2-40B4-BE49-F238E27FC236}">
                      <a16:creationId xmlns:a16="http://schemas.microsoft.com/office/drawing/2014/main" id="{0B73BC45-EF61-4BCC-9B30-61B3D6D6ACEB}"/>
                    </a:ext>
                  </a:extLst>
                </p:cNvPr>
                <p:cNvPicPr/>
                <p:nvPr/>
              </p:nvPicPr>
              <p:blipFill>
                <a:blip r:embed="rId63"/>
                <a:stretch>
                  <a:fillRect/>
                </a:stretch>
              </p:blipFill>
              <p:spPr>
                <a:xfrm>
                  <a:off x="4086626" y="1737377"/>
                  <a:ext cx="156960" cy="3132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64">
              <p14:nvContentPartPr>
                <p14:cNvPr id="57" name="Ink 56">
                  <a:extLst>
                    <a:ext uri="{FF2B5EF4-FFF2-40B4-BE49-F238E27FC236}">
                      <a16:creationId xmlns:a16="http://schemas.microsoft.com/office/drawing/2014/main" id="{53BD7803-C601-432B-B848-693B794D5CA0}"/>
                    </a:ext>
                  </a:extLst>
                </p14:cNvPr>
                <p14:cNvContentPartPr/>
                <p14:nvPr/>
              </p14:nvContentPartPr>
              <p14:xfrm>
                <a:off x="4306586" y="1926017"/>
                <a:ext cx="24480" cy="11520"/>
              </p14:xfrm>
            </p:contentPart>
          </mc:Choice>
          <mc:Fallback xmlns="">
            <p:pic>
              <p:nvPicPr>
                <p:cNvPr id="57" name="Ink 56">
                  <a:extLst>
                    <a:ext uri="{FF2B5EF4-FFF2-40B4-BE49-F238E27FC236}">
                      <a16:creationId xmlns:a16="http://schemas.microsoft.com/office/drawing/2014/main" id="{53BD7803-C601-432B-B848-693B794D5CA0}"/>
                    </a:ext>
                  </a:extLst>
                </p:cNvPr>
                <p:cNvPicPr/>
                <p:nvPr/>
              </p:nvPicPr>
              <p:blipFill>
                <a:blip r:embed="rId65"/>
                <a:stretch>
                  <a:fillRect/>
                </a:stretch>
              </p:blipFill>
              <p:spPr>
                <a:xfrm>
                  <a:off x="4297946" y="1917017"/>
                  <a:ext cx="42120" cy="291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66">
              <p14:nvContentPartPr>
                <p14:cNvPr id="58" name="Ink 57">
                  <a:extLst>
                    <a:ext uri="{FF2B5EF4-FFF2-40B4-BE49-F238E27FC236}">
                      <a16:creationId xmlns:a16="http://schemas.microsoft.com/office/drawing/2014/main" id="{E6843366-6E89-4268-B9F3-790AE093D2CC}"/>
                    </a:ext>
                  </a:extLst>
                </p14:cNvPr>
                <p14:cNvContentPartPr/>
                <p14:nvPr/>
              </p14:nvContentPartPr>
              <p14:xfrm>
                <a:off x="4417826" y="1748177"/>
                <a:ext cx="32400" cy="270000"/>
              </p14:xfrm>
            </p:contentPart>
          </mc:Choice>
          <mc:Fallback xmlns="">
            <p:pic>
              <p:nvPicPr>
                <p:cNvPr id="58" name="Ink 57">
                  <a:extLst>
                    <a:ext uri="{FF2B5EF4-FFF2-40B4-BE49-F238E27FC236}">
                      <a16:creationId xmlns:a16="http://schemas.microsoft.com/office/drawing/2014/main" id="{E6843366-6E89-4268-B9F3-790AE093D2CC}"/>
                    </a:ext>
                  </a:extLst>
                </p:cNvPr>
                <p:cNvPicPr/>
                <p:nvPr/>
              </p:nvPicPr>
              <p:blipFill>
                <a:blip r:embed="rId67"/>
                <a:stretch>
                  <a:fillRect/>
                </a:stretch>
              </p:blipFill>
              <p:spPr>
                <a:xfrm>
                  <a:off x="4409186" y="1739537"/>
                  <a:ext cx="50040" cy="2876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68">
              <p14:nvContentPartPr>
                <p14:cNvPr id="60" name="Ink 59">
                  <a:extLst>
                    <a:ext uri="{FF2B5EF4-FFF2-40B4-BE49-F238E27FC236}">
                      <a16:creationId xmlns:a16="http://schemas.microsoft.com/office/drawing/2014/main" id="{3EE3FFC4-BEAA-44B4-9959-2B6903E51130}"/>
                    </a:ext>
                  </a:extLst>
                </p14:cNvPr>
                <p14:cNvContentPartPr/>
                <p14:nvPr/>
              </p14:nvContentPartPr>
              <p14:xfrm>
                <a:off x="4524746" y="1864457"/>
                <a:ext cx="209520" cy="162720"/>
              </p14:xfrm>
            </p:contentPart>
          </mc:Choice>
          <mc:Fallback xmlns="">
            <p:pic>
              <p:nvPicPr>
                <p:cNvPr id="60" name="Ink 59">
                  <a:extLst>
                    <a:ext uri="{FF2B5EF4-FFF2-40B4-BE49-F238E27FC236}">
                      <a16:creationId xmlns:a16="http://schemas.microsoft.com/office/drawing/2014/main" id="{3EE3FFC4-BEAA-44B4-9959-2B6903E51130}"/>
                    </a:ext>
                  </a:extLst>
                </p:cNvPr>
                <p:cNvPicPr/>
                <p:nvPr/>
              </p:nvPicPr>
              <p:blipFill>
                <a:blip r:embed="rId69"/>
                <a:stretch>
                  <a:fillRect/>
                </a:stretch>
              </p:blipFill>
              <p:spPr>
                <a:xfrm>
                  <a:off x="4516106" y="1855457"/>
                  <a:ext cx="227160" cy="180360"/>
                </a:xfrm>
                <a:prstGeom prst="rect">
                  <a:avLst/>
                </a:prstGeom>
              </p:spPr>
            </p:pic>
          </mc:Fallback>
        </mc:AlternateContent>
      </p:grpSp>
      <mc:AlternateContent xmlns:mc="http://schemas.openxmlformats.org/markup-compatibility/2006" xmlns:p14="http://schemas.microsoft.com/office/powerpoint/2010/main" xmlns:aink="http://schemas.microsoft.com/office/drawing/2016/ink">
        <mc:Choice Requires="p14 aink">
          <p:contentPart p14:bwMode="auto" r:id="rId70">
            <p14:nvContentPartPr>
              <p14:cNvPr id="106" name="Ink 105">
                <a:extLst>
                  <a:ext uri="{FF2B5EF4-FFF2-40B4-BE49-F238E27FC236}">
                    <a16:creationId xmlns:a16="http://schemas.microsoft.com/office/drawing/2014/main" id="{B2A254E8-7B39-4D81-AECD-F3D5C3F65C8F}"/>
                  </a:ext>
                </a:extLst>
              </p14:cNvPr>
              <p14:cNvContentPartPr/>
              <p14:nvPr/>
            </p14:nvContentPartPr>
            <p14:xfrm>
              <a:off x="10201946" y="3041297"/>
              <a:ext cx="1440" cy="10440"/>
            </p14:xfrm>
          </p:contentPart>
        </mc:Choice>
        <mc:Fallback xmlns="">
          <p:pic>
            <p:nvPicPr>
              <p:cNvPr id="106" name="Ink 105">
                <a:extLst>
                  <a:ext uri="{FF2B5EF4-FFF2-40B4-BE49-F238E27FC236}">
                    <a16:creationId xmlns:a16="http://schemas.microsoft.com/office/drawing/2014/main" id="{B2A254E8-7B39-4D81-AECD-F3D5C3F65C8F}"/>
                  </a:ext>
                </a:extLst>
              </p:cNvPr>
              <p:cNvPicPr/>
              <p:nvPr/>
            </p:nvPicPr>
            <p:blipFill>
              <a:blip r:embed="rId71"/>
              <a:stretch>
                <a:fillRect/>
              </a:stretch>
            </p:blipFill>
            <p:spPr>
              <a:xfrm>
                <a:off x="10192946" y="3032297"/>
                <a:ext cx="19080" cy="280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72">
            <p14:nvContentPartPr>
              <p14:cNvPr id="23" name="Ink 22">
                <a:extLst>
                  <a:ext uri="{FF2B5EF4-FFF2-40B4-BE49-F238E27FC236}">
                    <a16:creationId xmlns:a16="http://schemas.microsoft.com/office/drawing/2014/main" id="{76789537-55C2-4DB0-BCAF-0D69465DD573}"/>
                  </a:ext>
                </a:extLst>
              </p14:cNvPr>
              <p14:cNvContentPartPr/>
              <p14:nvPr/>
            </p14:nvContentPartPr>
            <p14:xfrm>
              <a:off x="4840466" y="2064977"/>
              <a:ext cx="60120" cy="115560"/>
            </p14:xfrm>
          </p:contentPart>
        </mc:Choice>
        <mc:Fallback xmlns="">
          <p:pic>
            <p:nvPicPr>
              <p:cNvPr id="23" name="Ink 22">
                <a:extLst>
                  <a:ext uri="{FF2B5EF4-FFF2-40B4-BE49-F238E27FC236}">
                    <a16:creationId xmlns:a16="http://schemas.microsoft.com/office/drawing/2014/main" id="{76789537-55C2-4DB0-BCAF-0D69465DD573}"/>
                  </a:ext>
                </a:extLst>
              </p:cNvPr>
              <p:cNvPicPr/>
              <p:nvPr/>
            </p:nvPicPr>
            <p:blipFill>
              <a:blip r:embed="rId73"/>
              <a:stretch>
                <a:fillRect/>
              </a:stretch>
            </p:blipFill>
            <p:spPr>
              <a:xfrm>
                <a:off x="4831826" y="2056337"/>
                <a:ext cx="77760" cy="1332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74">
            <p14:nvContentPartPr>
              <p14:cNvPr id="30" name="Ink 29">
                <a:extLst>
                  <a:ext uri="{FF2B5EF4-FFF2-40B4-BE49-F238E27FC236}">
                    <a16:creationId xmlns:a16="http://schemas.microsoft.com/office/drawing/2014/main" id="{D576E928-109B-4064-BE9E-5DCBFD951561}"/>
                  </a:ext>
                </a:extLst>
              </p14:cNvPr>
              <p14:cNvContentPartPr/>
              <p14:nvPr/>
            </p14:nvContentPartPr>
            <p14:xfrm>
              <a:off x="8930426" y="2171177"/>
              <a:ext cx="70200" cy="169560"/>
            </p14:xfrm>
          </p:contentPart>
        </mc:Choice>
        <mc:Fallback xmlns="">
          <p:pic>
            <p:nvPicPr>
              <p:cNvPr id="30" name="Ink 29">
                <a:extLst>
                  <a:ext uri="{FF2B5EF4-FFF2-40B4-BE49-F238E27FC236}">
                    <a16:creationId xmlns:a16="http://schemas.microsoft.com/office/drawing/2014/main" id="{D576E928-109B-4064-BE9E-5DCBFD951561}"/>
                  </a:ext>
                </a:extLst>
              </p:cNvPr>
              <p:cNvPicPr/>
              <p:nvPr/>
            </p:nvPicPr>
            <p:blipFill>
              <a:blip r:embed="rId75"/>
              <a:stretch>
                <a:fillRect/>
              </a:stretch>
            </p:blipFill>
            <p:spPr>
              <a:xfrm>
                <a:off x="8921426" y="2162537"/>
                <a:ext cx="87840" cy="187200"/>
              </a:xfrm>
              <a:prstGeom prst="rect">
                <a:avLst/>
              </a:prstGeom>
            </p:spPr>
          </p:pic>
        </mc:Fallback>
      </mc:AlternateContent>
      <p:grpSp>
        <p:nvGrpSpPr>
          <p:cNvPr id="63" name="Group 62">
            <a:extLst>
              <a:ext uri="{FF2B5EF4-FFF2-40B4-BE49-F238E27FC236}">
                <a16:creationId xmlns:a16="http://schemas.microsoft.com/office/drawing/2014/main" id="{D18F3196-8D50-4070-8E8D-D54848DE0E5F}"/>
              </a:ext>
            </a:extLst>
          </p:cNvPr>
          <p:cNvGrpSpPr/>
          <p:nvPr/>
        </p:nvGrpSpPr>
        <p:grpSpPr>
          <a:xfrm>
            <a:off x="9336506" y="1641617"/>
            <a:ext cx="294120" cy="445680"/>
            <a:chOff x="9336506" y="1641617"/>
            <a:chExt cx="294120" cy="445680"/>
          </a:xfrm>
        </p:grpSpPr>
        <mc:AlternateContent xmlns:mc="http://schemas.openxmlformats.org/markup-compatibility/2006" xmlns:p14="http://schemas.microsoft.com/office/powerpoint/2010/main" xmlns:aink="http://schemas.microsoft.com/office/drawing/2016/ink">
          <mc:Choice Requires="p14 aink">
            <p:contentPart p14:bwMode="auto" r:id="rId76">
              <p14:nvContentPartPr>
                <p14:cNvPr id="31" name="Ink 30">
                  <a:extLst>
                    <a:ext uri="{FF2B5EF4-FFF2-40B4-BE49-F238E27FC236}">
                      <a16:creationId xmlns:a16="http://schemas.microsoft.com/office/drawing/2014/main" id="{DACDC40E-4E51-4149-BDAE-C7CAE84C6285}"/>
                    </a:ext>
                  </a:extLst>
                </p14:cNvPr>
                <p14:cNvContentPartPr/>
                <p14:nvPr/>
              </p14:nvContentPartPr>
              <p14:xfrm>
                <a:off x="9336506" y="1644497"/>
                <a:ext cx="110520" cy="442800"/>
              </p14:xfrm>
            </p:contentPart>
          </mc:Choice>
          <mc:Fallback xmlns="">
            <p:pic>
              <p:nvPicPr>
                <p:cNvPr id="31" name="Ink 30">
                  <a:extLst>
                    <a:ext uri="{FF2B5EF4-FFF2-40B4-BE49-F238E27FC236}">
                      <a16:creationId xmlns:a16="http://schemas.microsoft.com/office/drawing/2014/main" id="{DACDC40E-4E51-4149-BDAE-C7CAE84C6285}"/>
                    </a:ext>
                  </a:extLst>
                </p:cNvPr>
                <p:cNvPicPr/>
                <p:nvPr/>
              </p:nvPicPr>
              <p:blipFill>
                <a:blip r:embed="rId77"/>
                <a:stretch>
                  <a:fillRect/>
                </a:stretch>
              </p:blipFill>
              <p:spPr>
                <a:xfrm>
                  <a:off x="9327506" y="1635497"/>
                  <a:ext cx="128160" cy="4604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78">
              <p14:nvContentPartPr>
                <p14:cNvPr id="32" name="Ink 31">
                  <a:extLst>
                    <a:ext uri="{FF2B5EF4-FFF2-40B4-BE49-F238E27FC236}">
                      <a16:creationId xmlns:a16="http://schemas.microsoft.com/office/drawing/2014/main" id="{9F66E11D-B58B-426D-96BA-C43850CA75DC}"/>
                    </a:ext>
                  </a:extLst>
                </p14:cNvPr>
                <p14:cNvContentPartPr/>
                <p14:nvPr/>
              </p14:nvContentPartPr>
              <p14:xfrm>
                <a:off x="9521906" y="1641617"/>
                <a:ext cx="108720" cy="422280"/>
              </p14:xfrm>
            </p:contentPart>
          </mc:Choice>
          <mc:Fallback xmlns="">
            <p:pic>
              <p:nvPicPr>
                <p:cNvPr id="32" name="Ink 31">
                  <a:extLst>
                    <a:ext uri="{FF2B5EF4-FFF2-40B4-BE49-F238E27FC236}">
                      <a16:creationId xmlns:a16="http://schemas.microsoft.com/office/drawing/2014/main" id="{9F66E11D-B58B-426D-96BA-C43850CA75DC}"/>
                    </a:ext>
                  </a:extLst>
                </p:cNvPr>
                <p:cNvPicPr/>
                <p:nvPr/>
              </p:nvPicPr>
              <p:blipFill>
                <a:blip r:embed="rId79"/>
                <a:stretch>
                  <a:fillRect/>
                </a:stretch>
              </p:blipFill>
              <p:spPr>
                <a:xfrm>
                  <a:off x="9512906" y="1632617"/>
                  <a:ext cx="126360" cy="439920"/>
                </a:xfrm>
                <a:prstGeom prst="rect">
                  <a:avLst/>
                </a:prstGeom>
              </p:spPr>
            </p:pic>
          </mc:Fallback>
        </mc:AlternateContent>
      </p:grpSp>
      <p:grpSp>
        <p:nvGrpSpPr>
          <p:cNvPr id="72" name="Group 71">
            <a:extLst>
              <a:ext uri="{FF2B5EF4-FFF2-40B4-BE49-F238E27FC236}">
                <a16:creationId xmlns:a16="http://schemas.microsoft.com/office/drawing/2014/main" id="{8870BDF1-0F46-4704-BFCB-7308556793AE}"/>
              </a:ext>
            </a:extLst>
          </p:cNvPr>
          <p:cNvGrpSpPr/>
          <p:nvPr/>
        </p:nvGrpSpPr>
        <p:grpSpPr>
          <a:xfrm>
            <a:off x="9877226" y="1530737"/>
            <a:ext cx="1397160" cy="815040"/>
            <a:chOff x="9877226" y="1530737"/>
            <a:chExt cx="1397160" cy="815040"/>
          </a:xfrm>
        </p:grpSpPr>
        <mc:AlternateContent xmlns:mc="http://schemas.openxmlformats.org/markup-compatibility/2006" xmlns:p14="http://schemas.microsoft.com/office/powerpoint/2010/main" xmlns:aink="http://schemas.microsoft.com/office/drawing/2016/ink">
          <mc:Choice Requires="p14 aink">
            <p:contentPart p14:bwMode="auto" r:id="rId80">
              <p14:nvContentPartPr>
                <p14:cNvPr id="36" name="Ink 35">
                  <a:extLst>
                    <a:ext uri="{FF2B5EF4-FFF2-40B4-BE49-F238E27FC236}">
                      <a16:creationId xmlns:a16="http://schemas.microsoft.com/office/drawing/2014/main" id="{B2AF96BE-9942-4EB8-AC91-6C5BE4E2A827}"/>
                    </a:ext>
                  </a:extLst>
                </p14:cNvPr>
                <p14:cNvContentPartPr/>
                <p14:nvPr/>
              </p14:nvContentPartPr>
              <p14:xfrm>
                <a:off x="9877226" y="1810097"/>
                <a:ext cx="146160" cy="298080"/>
              </p14:xfrm>
            </p:contentPart>
          </mc:Choice>
          <mc:Fallback xmlns="">
            <p:pic>
              <p:nvPicPr>
                <p:cNvPr id="36" name="Ink 35">
                  <a:extLst>
                    <a:ext uri="{FF2B5EF4-FFF2-40B4-BE49-F238E27FC236}">
                      <a16:creationId xmlns:a16="http://schemas.microsoft.com/office/drawing/2014/main" id="{B2AF96BE-9942-4EB8-AC91-6C5BE4E2A827}"/>
                    </a:ext>
                  </a:extLst>
                </p:cNvPr>
                <p:cNvPicPr/>
                <p:nvPr/>
              </p:nvPicPr>
              <p:blipFill>
                <a:blip r:embed="rId81"/>
                <a:stretch>
                  <a:fillRect/>
                </a:stretch>
              </p:blipFill>
              <p:spPr>
                <a:xfrm>
                  <a:off x="9868226" y="1801097"/>
                  <a:ext cx="163800" cy="3157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82">
              <p14:nvContentPartPr>
                <p14:cNvPr id="39" name="Ink 38">
                  <a:extLst>
                    <a:ext uri="{FF2B5EF4-FFF2-40B4-BE49-F238E27FC236}">
                      <a16:creationId xmlns:a16="http://schemas.microsoft.com/office/drawing/2014/main" id="{ADC7D7C0-C770-43A4-984D-3FB17C6CADF5}"/>
                    </a:ext>
                  </a:extLst>
                </p14:cNvPr>
                <p14:cNvContentPartPr/>
                <p14:nvPr/>
              </p14:nvContentPartPr>
              <p14:xfrm>
                <a:off x="9985226" y="1869137"/>
                <a:ext cx="87840" cy="289800"/>
              </p14:xfrm>
            </p:contentPart>
          </mc:Choice>
          <mc:Fallback xmlns="">
            <p:pic>
              <p:nvPicPr>
                <p:cNvPr id="39" name="Ink 38">
                  <a:extLst>
                    <a:ext uri="{FF2B5EF4-FFF2-40B4-BE49-F238E27FC236}">
                      <a16:creationId xmlns:a16="http://schemas.microsoft.com/office/drawing/2014/main" id="{ADC7D7C0-C770-43A4-984D-3FB17C6CADF5}"/>
                    </a:ext>
                  </a:extLst>
                </p:cNvPr>
                <p:cNvPicPr/>
                <p:nvPr/>
              </p:nvPicPr>
              <p:blipFill>
                <a:blip r:embed="rId83"/>
                <a:stretch>
                  <a:fillRect/>
                </a:stretch>
              </p:blipFill>
              <p:spPr>
                <a:xfrm>
                  <a:off x="9976226" y="1860497"/>
                  <a:ext cx="105480" cy="3074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84">
              <p14:nvContentPartPr>
                <p14:cNvPr id="44" name="Ink 43">
                  <a:extLst>
                    <a:ext uri="{FF2B5EF4-FFF2-40B4-BE49-F238E27FC236}">
                      <a16:creationId xmlns:a16="http://schemas.microsoft.com/office/drawing/2014/main" id="{955B9EFF-6050-4834-9D35-5B77D372C31B}"/>
                    </a:ext>
                  </a:extLst>
                </p14:cNvPr>
                <p14:cNvContentPartPr/>
                <p14:nvPr/>
              </p14:nvContentPartPr>
              <p14:xfrm>
                <a:off x="10090706" y="1935737"/>
                <a:ext cx="119520" cy="178200"/>
              </p14:xfrm>
            </p:contentPart>
          </mc:Choice>
          <mc:Fallback xmlns="">
            <p:pic>
              <p:nvPicPr>
                <p:cNvPr id="44" name="Ink 43">
                  <a:extLst>
                    <a:ext uri="{FF2B5EF4-FFF2-40B4-BE49-F238E27FC236}">
                      <a16:creationId xmlns:a16="http://schemas.microsoft.com/office/drawing/2014/main" id="{955B9EFF-6050-4834-9D35-5B77D372C31B}"/>
                    </a:ext>
                  </a:extLst>
                </p:cNvPr>
                <p:cNvPicPr/>
                <p:nvPr/>
              </p:nvPicPr>
              <p:blipFill>
                <a:blip r:embed="rId85"/>
                <a:stretch>
                  <a:fillRect/>
                </a:stretch>
              </p:blipFill>
              <p:spPr>
                <a:xfrm>
                  <a:off x="10082066" y="1926737"/>
                  <a:ext cx="137160" cy="1958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86">
              <p14:nvContentPartPr>
                <p14:cNvPr id="59" name="Ink 58">
                  <a:extLst>
                    <a:ext uri="{FF2B5EF4-FFF2-40B4-BE49-F238E27FC236}">
                      <a16:creationId xmlns:a16="http://schemas.microsoft.com/office/drawing/2014/main" id="{C5C809E8-F4CE-4D4F-A9E2-F5C2C4FBB2BA}"/>
                    </a:ext>
                  </a:extLst>
                </p14:cNvPr>
                <p14:cNvContentPartPr/>
                <p14:nvPr/>
              </p14:nvContentPartPr>
              <p14:xfrm>
                <a:off x="10163066" y="1923137"/>
                <a:ext cx="119880" cy="192960"/>
              </p14:xfrm>
            </p:contentPart>
          </mc:Choice>
          <mc:Fallback xmlns="">
            <p:pic>
              <p:nvPicPr>
                <p:cNvPr id="59" name="Ink 58">
                  <a:extLst>
                    <a:ext uri="{FF2B5EF4-FFF2-40B4-BE49-F238E27FC236}">
                      <a16:creationId xmlns:a16="http://schemas.microsoft.com/office/drawing/2014/main" id="{C5C809E8-F4CE-4D4F-A9E2-F5C2C4FBB2BA}"/>
                    </a:ext>
                  </a:extLst>
                </p:cNvPr>
                <p:cNvPicPr/>
                <p:nvPr/>
              </p:nvPicPr>
              <p:blipFill>
                <a:blip r:embed="rId87"/>
                <a:stretch>
                  <a:fillRect/>
                </a:stretch>
              </p:blipFill>
              <p:spPr>
                <a:xfrm>
                  <a:off x="10154066" y="1914137"/>
                  <a:ext cx="137520" cy="2106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88">
              <p14:nvContentPartPr>
                <p14:cNvPr id="64" name="Ink 63">
                  <a:extLst>
                    <a:ext uri="{FF2B5EF4-FFF2-40B4-BE49-F238E27FC236}">
                      <a16:creationId xmlns:a16="http://schemas.microsoft.com/office/drawing/2014/main" id="{2BC30BE1-7DC0-4B2C-8563-0F9BAE17A304}"/>
                    </a:ext>
                  </a:extLst>
                </p14:cNvPr>
                <p14:cNvContentPartPr/>
                <p14:nvPr/>
              </p14:nvContentPartPr>
              <p14:xfrm>
                <a:off x="10297346" y="1680497"/>
                <a:ext cx="169560" cy="485640"/>
              </p14:xfrm>
            </p:contentPart>
          </mc:Choice>
          <mc:Fallback xmlns="">
            <p:pic>
              <p:nvPicPr>
                <p:cNvPr id="64" name="Ink 63">
                  <a:extLst>
                    <a:ext uri="{FF2B5EF4-FFF2-40B4-BE49-F238E27FC236}">
                      <a16:creationId xmlns:a16="http://schemas.microsoft.com/office/drawing/2014/main" id="{2BC30BE1-7DC0-4B2C-8563-0F9BAE17A304}"/>
                    </a:ext>
                  </a:extLst>
                </p:cNvPr>
                <p:cNvPicPr/>
                <p:nvPr/>
              </p:nvPicPr>
              <p:blipFill>
                <a:blip r:embed="rId89"/>
                <a:stretch>
                  <a:fillRect/>
                </a:stretch>
              </p:blipFill>
              <p:spPr>
                <a:xfrm>
                  <a:off x="10288706" y="1671857"/>
                  <a:ext cx="187200" cy="5032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90">
              <p14:nvContentPartPr>
                <p14:cNvPr id="65" name="Ink 64">
                  <a:extLst>
                    <a:ext uri="{FF2B5EF4-FFF2-40B4-BE49-F238E27FC236}">
                      <a16:creationId xmlns:a16="http://schemas.microsoft.com/office/drawing/2014/main" id="{80507020-32C6-4A1E-9DB8-04BE8D494F54}"/>
                    </a:ext>
                  </a:extLst>
                </p14:cNvPr>
                <p14:cNvContentPartPr/>
                <p14:nvPr/>
              </p14:nvContentPartPr>
              <p14:xfrm>
                <a:off x="10350266" y="1847537"/>
                <a:ext cx="99360" cy="65160"/>
              </p14:xfrm>
            </p:contentPart>
          </mc:Choice>
          <mc:Fallback xmlns="">
            <p:pic>
              <p:nvPicPr>
                <p:cNvPr id="65" name="Ink 64">
                  <a:extLst>
                    <a:ext uri="{FF2B5EF4-FFF2-40B4-BE49-F238E27FC236}">
                      <a16:creationId xmlns:a16="http://schemas.microsoft.com/office/drawing/2014/main" id="{80507020-32C6-4A1E-9DB8-04BE8D494F54}"/>
                    </a:ext>
                  </a:extLst>
                </p:cNvPr>
                <p:cNvPicPr/>
                <p:nvPr/>
              </p:nvPicPr>
              <p:blipFill>
                <a:blip r:embed="rId91"/>
                <a:stretch>
                  <a:fillRect/>
                </a:stretch>
              </p:blipFill>
              <p:spPr>
                <a:xfrm>
                  <a:off x="10341626" y="1838537"/>
                  <a:ext cx="117000" cy="828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92">
              <p14:nvContentPartPr>
                <p14:cNvPr id="66" name="Ink 65">
                  <a:extLst>
                    <a:ext uri="{FF2B5EF4-FFF2-40B4-BE49-F238E27FC236}">
                      <a16:creationId xmlns:a16="http://schemas.microsoft.com/office/drawing/2014/main" id="{0BCFA5E2-D566-4119-93D4-5C4AF7B5D3B5}"/>
                    </a:ext>
                  </a:extLst>
                </p14:cNvPr>
                <p14:cNvContentPartPr/>
                <p14:nvPr/>
              </p14:nvContentPartPr>
              <p14:xfrm>
                <a:off x="10420106" y="1908017"/>
                <a:ext cx="162000" cy="221040"/>
              </p14:xfrm>
            </p:contentPart>
          </mc:Choice>
          <mc:Fallback xmlns="">
            <p:pic>
              <p:nvPicPr>
                <p:cNvPr id="66" name="Ink 65">
                  <a:extLst>
                    <a:ext uri="{FF2B5EF4-FFF2-40B4-BE49-F238E27FC236}">
                      <a16:creationId xmlns:a16="http://schemas.microsoft.com/office/drawing/2014/main" id="{0BCFA5E2-D566-4119-93D4-5C4AF7B5D3B5}"/>
                    </a:ext>
                  </a:extLst>
                </p:cNvPr>
                <p:cNvPicPr/>
                <p:nvPr/>
              </p:nvPicPr>
              <p:blipFill>
                <a:blip r:embed="rId93"/>
                <a:stretch>
                  <a:fillRect/>
                </a:stretch>
              </p:blipFill>
              <p:spPr>
                <a:xfrm>
                  <a:off x="10411466" y="1899377"/>
                  <a:ext cx="179640" cy="2386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94">
              <p14:nvContentPartPr>
                <p14:cNvPr id="68" name="Ink 67">
                  <a:extLst>
                    <a:ext uri="{FF2B5EF4-FFF2-40B4-BE49-F238E27FC236}">
                      <a16:creationId xmlns:a16="http://schemas.microsoft.com/office/drawing/2014/main" id="{1BC6ABB0-6397-4E04-BA29-443BBB75F08B}"/>
                    </a:ext>
                  </a:extLst>
                </p14:cNvPr>
                <p14:cNvContentPartPr/>
                <p14:nvPr/>
              </p14:nvContentPartPr>
              <p14:xfrm>
                <a:off x="10401026" y="1530737"/>
                <a:ext cx="633960" cy="815040"/>
              </p14:xfrm>
            </p:contentPart>
          </mc:Choice>
          <mc:Fallback xmlns="">
            <p:pic>
              <p:nvPicPr>
                <p:cNvPr id="68" name="Ink 67">
                  <a:extLst>
                    <a:ext uri="{FF2B5EF4-FFF2-40B4-BE49-F238E27FC236}">
                      <a16:creationId xmlns:a16="http://schemas.microsoft.com/office/drawing/2014/main" id="{1BC6ABB0-6397-4E04-BA29-443BBB75F08B}"/>
                    </a:ext>
                  </a:extLst>
                </p:cNvPr>
                <p:cNvPicPr/>
                <p:nvPr/>
              </p:nvPicPr>
              <p:blipFill>
                <a:blip r:embed="rId95"/>
                <a:stretch>
                  <a:fillRect/>
                </a:stretch>
              </p:blipFill>
              <p:spPr>
                <a:xfrm>
                  <a:off x="10392026" y="1521737"/>
                  <a:ext cx="651600" cy="8326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96">
              <p14:nvContentPartPr>
                <p14:cNvPr id="69" name="Ink 68">
                  <a:extLst>
                    <a:ext uri="{FF2B5EF4-FFF2-40B4-BE49-F238E27FC236}">
                      <a16:creationId xmlns:a16="http://schemas.microsoft.com/office/drawing/2014/main" id="{EF476F64-A96A-414E-939E-C5561C274323}"/>
                    </a:ext>
                  </a:extLst>
                </p14:cNvPr>
                <p14:cNvContentPartPr/>
                <p14:nvPr/>
              </p14:nvContentPartPr>
              <p14:xfrm>
                <a:off x="10676426" y="1950497"/>
                <a:ext cx="177480" cy="297000"/>
              </p14:xfrm>
            </p:contentPart>
          </mc:Choice>
          <mc:Fallback xmlns="">
            <p:pic>
              <p:nvPicPr>
                <p:cNvPr id="69" name="Ink 68">
                  <a:extLst>
                    <a:ext uri="{FF2B5EF4-FFF2-40B4-BE49-F238E27FC236}">
                      <a16:creationId xmlns:a16="http://schemas.microsoft.com/office/drawing/2014/main" id="{EF476F64-A96A-414E-939E-C5561C274323}"/>
                    </a:ext>
                  </a:extLst>
                </p:cNvPr>
                <p:cNvPicPr/>
                <p:nvPr/>
              </p:nvPicPr>
              <p:blipFill>
                <a:blip r:embed="rId97"/>
                <a:stretch>
                  <a:fillRect/>
                </a:stretch>
              </p:blipFill>
              <p:spPr>
                <a:xfrm>
                  <a:off x="10667786" y="1941497"/>
                  <a:ext cx="195120" cy="3146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98">
              <p14:nvContentPartPr>
                <p14:cNvPr id="70" name="Ink 69">
                  <a:extLst>
                    <a:ext uri="{FF2B5EF4-FFF2-40B4-BE49-F238E27FC236}">
                      <a16:creationId xmlns:a16="http://schemas.microsoft.com/office/drawing/2014/main" id="{563E89DA-D7B5-4AC0-8227-A71F273B2E71}"/>
                    </a:ext>
                  </a:extLst>
                </p14:cNvPr>
                <p14:cNvContentPartPr/>
                <p14:nvPr/>
              </p14:nvContentPartPr>
              <p14:xfrm>
                <a:off x="10813946" y="1987217"/>
                <a:ext cx="130680" cy="259920"/>
              </p14:xfrm>
            </p:contentPart>
          </mc:Choice>
          <mc:Fallback xmlns="">
            <p:pic>
              <p:nvPicPr>
                <p:cNvPr id="70" name="Ink 69">
                  <a:extLst>
                    <a:ext uri="{FF2B5EF4-FFF2-40B4-BE49-F238E27FC236}">
                      <a16:creationId xmlns:a16="http://schemas.microsoft.com/office/drawing/2014/main" id="{563E89DA-D7B5-4AC0-8227-A71F273B2E71}"/>
                    </a:ext>
                  </a:extLst>
                </p:cNvPr>
                <p:cNvPicPr/>
                <p:nvPr/>
              </p:nvPicPr>
              <p:blipFill>
                <a:blip r:embed="rId99"/>
                <a:stretch>
                  <a:fillRect/>
                </a:stretch>
              </p:blipFill>
              <p:spPr>
                <a:xfrm>
                  <a:off x="10805306" y="1978217"/>
                  <a:ext cx="148320" cy="2775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00">
              <p14:nvContentPartPr>
                <p14:cNvPr id="71" name="Ink 70">
                  <a:extLst>
                    <a:ext uri="{FF2B5EF4-FFF2-40B4-BE49-F238E27FC236}">
                      <a16:creationId xmlns:a16="http://schemas.microsoft.com/office/drawing/2014/main" id="{23040C29-1F12-4861-9B84-553B736D36D3}"/>
                    </a:ext>
                  </a:extLst>
                </p14:cNvPr>
                <p14:cNvContentPartPr/>
                <p14:nvPr/>
              </p14:nvContentPartPr>
              <p14:xfrm>
                <a:off x="10960106" y="1906217"/>
                <a:ext cx="314280" cy="318960"/>
              </p14:xfrm>
            </p:contentPart>
          </mc:Choice>
          <mc:Fallback xmlns="">
            <p:pic>
              <p:nvPicPr>
                <p:cNvPr id="71" name="Ink 70">
                  <a:extLst>
                    <a:ext uri="{FF2B5EF4-FFF2-40B4-BE49-F238E27FC236}">
                      <a16:creationId xmlns:a16="http://schemas.microsoft.com/office/drawing/2014/main" id="{23040C29-1F12-4861-9B84-553B736D36D3}"/>
                    </a:ext>
                  </a:extLst>
                </p:cNvPr>
                <p:cNvPicPr/>
                <p:nvPr/>
              </p:nvPicPr>
              <p:blipFill>
                <a:blip r:embed="rId101"/>
                <a:stretch>
                  <a:fillRect/>
                </a:stretch>
              </p:blipFill>
              <p:spPr>
                <a:xfrm>
                  <a:off x="10951106" y="1897577"/>
                  <a:ext cx="331920" cy="336600"/>
                </a:xfrm>
                <a:prstGeom prst="rect">
                  <a:avLst/>
                </a:prstGeom>
              </p:spPr>
            </p:pic>
          </mc:Fallback>
        </mc:AlternateContent>
      </p:grpSp>
      <p:grpSp>
        <p:nvGrpSpPr>
          <p:cNvPr id="67" name="Group 66">
            <a:extLst>
              <a:ext uri="{FF2B5EF4-FFF2-40B4-BE49-F238E27FC236}">
                <a16:creationId xmlns:a16="http://schemas.microsoft.com/office/drawing/2014/main" id="{7323452E-834A-4857-95BD-EE59B62A2E4B}"/>
              </a:ext>
            </a:extLst>
          </p:cNvPr>
          <p:cNvGrpSpPr/>
          <p:nvPr/>
        </p:nvGrpSpPr>
        <p:grpSpPr>
          <a:xfrm>
            <a:off x="3831746" y="3198240"/>
            <a:ext cx="240840" cy="546120"/>
            <a:chOff x="3831746" y="3198240"/>
            <a:chExt cx="240840" cy="546120"/>
          </a:xfrm>
        </p:grpSpPr>
        <mc:AlternateContent xmlns:mc="http://schemas.openxmlformats.org/markup-compatibility/2006" xmlns:p14="http://schemas.microsoft.com/office/powerpoint/2010/main">
          <mc:Choice Requires="p14">
            <p:contentPart p14:bwMode="auto" r:id="rId102">
              <p14:nvContentPartPr>
                <p14:cNvPr id="21" name="Ink 20">
                  <a:extLst>
                    <a:ext uri="{FF2B5EF4-FFF2-40B4-BE49-F238E27FC236}">
                      <a16:creationId xmlns:a16="http://schemas.microsoft.com/office/drawing/2014/main" id="{8D8FD67C-6FBA-480D-9F6B-65D1BECA285D}"/>
                    </a:ext>
                  </a:extLst>
                </p14:cNvPr>
                <p14:cNvContentPartPr/>
                <p14:nvPr/>
              </p14:nvContentPartPr>
              <p14:xfrm>
                <a:off x="3831746" y="3198240"/>
                <a:ext cx="240840" cy="546120"/>
              </p14:xfrm>
            </p:contentPart>
          </mc:Choice>
          <mc:Fallback xmlns="">
            <p:pic>
              <p:nvPicPr>
                <p:cNvPr id="21" name="Ink 20">
                  <a:extLst>
                    <a:ext uri="{FF2B5EF4-FFF2-40B4-BE49-F238E27FC236}">
                      <a16:creationId xmlns:a16="http://schemas.microsoft.com/office/drawing/2014/main" id="{8D8FD67C-6FBA-480D-9F6B-65D1BECA285D}"/>
                    </a:ext>
                  </a:extLst>
                </p:cNvPr>
                <p:cNvPicPr/>
                <p:nvPr/>
              </p:nvPicPr>
              <p:blipFill>
                <a:blip r:embed="rId103"/>
                <a:stretch>
                  <a:fillRect/>
                </a:stretch>
              </p:blipFill>
              <p:spPr>
                <a:xfrm>
                  <a:off x="3822746" y="3189600"/>
                  <a:ext cx="258480" cy="56376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22" name="Ink 21">
                  <a:extLst>
                    <a:ext uri="{FF2B5EF4-FFF2-40B4-BE49-F238E27FC236}">
                      <a16:creationId xmlns:a16="http://schemas.microsoft.com/office/drawing/2014/main" id="{B30067BB-23D3-4F06-B6DE-733144D84091}"/>
                    </a:ext>
                  </a:extLst>
                </p14:cNvPr>
                <p14:cNvContentPartPr/>
                <p14:nvPr/>
              </p14:nvContentPartPr>
              <p14:xfrm>
                <a:off x="3840746" y="3209040"/>
                <a:ext cx="26640" cy="461520"/>
              </p14:xfrm>
            </p:contentPart>
          </mc:Choice>
          <mc:Fallback xmlns="">
            <p:pic>
              <p:nvPicPr>
                <p:cNvPr id="22" name="Ink 21">
                  <a:extLst>
                    <a:ext uri="{FF2B5EF4-FFF2-40B4-BE49-F238E27FC236}">
                      <a16:creationId xmlns:a16="http://schemas.microsoft.com/office/drawing/2014/main" id="{B30067BB-23D3-4F06-B6DE-733144D84091}"/>
                    </a:ext>
                  </a:extLst>
                </p:cNvPr>
                <p:cNvPicPr/>
                <p:nvPr/>
              </p:nvPicPr>
              <p:blipFill>
                <a:blip r:embed="rId105"/>
                <a:stretch>
                  <a:fillRect/>
                </a:stretch>
              </p:blipFill>
              <p:spPr>
                <a:xfrm>
                  <a:off x="3832106" y="3200400"/>
                  <a:ext cx="44280" cy="47916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62" name="Ink 61">
                  <a:extLst>
                    <a:ext uri="{FF2B5EF4-FFF2-40B4-BE49-F238E27FC236}">
                      <a16:creationId xmlns:a16="http://schemas.microsoft.com/office/drawing/2014/main" id="{54D691A6-BAEC-4A1F-AC8F-51FA23A8E027}"/>
                    </a:ext>
                  </a:extLst>
                </p14:cNvPr>
                <p14:cNvContentPartPr/>
                <p14:nvPr/>
              </p14:nvContentPartPr>
              <p14:xfrm>
                <a:off x="3845426" y="3309480"/>
                <a:ext cx="19440" cy="414360"/>
              </p14:xfrm>
            </p:contentPart>
          </mc:Choice>
          <mc:Fallback xmlns="">
            <p:pic>
              <p:nvPicPr>
                <p:cNvPr id="62" name="Ink 61">
                  <a:extLst>
                    <a:ext uri="{FF2B5EF4-FFF2-40B4-BE49-F238E27FC236}">
                      <a16:creationId xmlns:a16="http://schemas.microsoft.com/office/drawing/2014/main" id="{54D691A6-BAEC-4A1F-AC8F-51FA23A8E027}"/>
                    </a:ext>
                  </a:extLst>
                </p:cNvPr>
                <p:cNvPicPr/>
                <p:nvPr/>
              </p:nvPicPr>
              <p:blipFill>
                <a:blip r:embed="rId107"/>
                <a:stretch>
                  <a:fillRect/>
                </a:stretch>
              </p:blipFill>
              <p:spPr>
                <a:xfrm>
                  <a:off x="3836786" y="3300840"/>
                  <a:ext cx="37080" cy="432000"/>
                </a:xfrm>
                <a:prstGeom prst="rect">
                  <a:avLst/>
                </a:prstGeom>
              </p:spPr>
            </p:pic>
          </mc:Fallback>
        </mc:AlternateContent>
      </p:grpSp>
      <p:grpSp>
        <p:nvGrpSpPr>
          <p:cNvPr id="75" name="Group 74">
            <a:extLst>
              <a:ext uri="{FF2B5EF4-FFF2-40B4-BE49-F238E27FC236}">
                <a16:creationId xmlns:a16="http://schemas.microsoft.com/office/drawing/2014/main" id="{4F21880E-7EBB-401D-991F-4DD8BC675D4C}"/>
              </a:ext>
            </a:extLst>
          </p:cNvPr>
          <p:cNvGrpSpPr/>
          <p:nvPr/>
        </p:nvGrpSpPr>
        <p:grpSpPr>
          <a:xfrm>
            <a:off x="4178426" y="3599640"/>
            <a:ext cx="101880" cy="151920"/>
            <a:chOff x="4178426" y="3599640"/>
            <a:chExt cx="101880" cy="151920"/>
          </a:xfrm>
        </p:grpSpPr>
        <mc:AlternateContent xmlns:mc="http://schemas.openxmlformats.org/markup-compatibility/2006" xmlns:p14="http://schemas.microsoft.com/office/powerpoint/2010/main">
          <mc:Choice Requires="p14">
            <p:contentPart p14:bwMode="auto" r:id="rId108">
              <p14:nvContentPartPr>
                <p14:cNvPr id="73" name="Ink 72">
                  <a:extLst>
                    <a:ext uri="{FF2B5EF4-FFF2-40B4-BE49-F238E27FC236}">
                      <a16:creationId xmlns:a16="http://schemas.microsoft.com/office/drawing/2014/main" id="{D586497B-0919-41D2-8859-F42260FD1137}"/>
                    </a:ext>
                  </a:extLst>
                </p14:cNvPr>
                <p14:cNvContentPartPr/>
                <p14:nvPr/>
              </p14:nvContentPartPr>
              <p14:xfrm>
                <a:off x="4180586" y="3599640"/>
                <a:ext cx="69840" cy="121320"/>
              </p14:xfrm>
            </p:contentPart>
          </mc:Choice>
          <mc:Fallback xmlns="">
            <p:pic>
              <p:nvPicPr>
                <p:cNvPr id="73" name="Ink 72">
                  <a:extLst>
                    <a:ext uri="{FF2B5EF4-FFF2-40B4-BE49-F238E27FC236}">
                      <a16:creationId xmlns:a16="http://schemas.microsoft.com/office/drawing/2014/main" id="{D586497B-0919-41D2-8859-F42260FD1137}"/>
                    </a:ext>
                  </a:extLst>
                </p:cNvPr>
                <p:cNvPicPr/>
                <p:nvPr/>
              </p:nvPicPr>
              <p:blipFill>
                <a:blip r:embed="rId109"/>
                <a:stretch>
                  <a:fillRect/>
                </a:stretch>
              </p:blipFill>
              <p:spPr>
                <a:xfrm>
                  <a:off x="4171946" y="3590640"/>
                  <a:ext cx="87480" cy="13896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74" name="Ink 73">
                  <a:extLst>
                    <a:ext uri="{FF2B5EF4-FFF2-40B4-BE49-F238E27FC236}">
                      <a16:creationId xmlns:a16="http://schemas.microsoft.com/office/drawing/2014/main" id="{B4C6C9C8-9134-4379-BCEC-5236EF07C732}"/>
                    </a:ext>
                  </a:extLst>
                </p14:cNvPr>
                <p14:cNvContentPartPr/>
                <p14:nvPr/>
              </p14:nvContentPartPr>
              <p14:xfrm>
                <a:off x="4178426" y="3608640"/>
                <a:ext cx="101880" cy="142920"/>
              </p14:xfrm>
            </p:contentPart>
          </mc:Choice>
          <mc:Fallback xmlns="">
            <p:pic>
              <p:nvPicPr>
                <p:cNvPr id="74" name="Ink 73">
                  <a:extLst>
                    <a:ext uri="{FF2B5EF4-FFF2-40B4-BE49-F238E27FC236}">
                      <a16:creationId xmlns:a16="http://schemas.microsoft.com/office/drawing/2014/main" id="{B4C6C9C8-9134-4379-BCEC-5236EF07C732}"/>
                    </a:ext>
                  </a:extLst>
                </p:cNvPr>
                <p:cNvPicPr/>
                <p:nvPr/>
              </p:nvPicPr>
              <p:blipFill>
                <a:blip r:embed="rId111"/>
                <a:stretch>
                  <a:fillRect/>
                </a:stretch>
              </p:blipFill>
              <p:spPr>
                <a:xfrm>
                  <a:off x="4169786" y="3600000"/>
                  <a:ext cx="119520" cy="160560"/>
                </a:xfrm>
                <a:prstGeom prst="rect">
                  <a:avLst/>
                </a:prstGeom>
              </p:spPr>
            </p:pic>
          </mc:Fallback>
        </mc:AlternateContent>
      </p:grpSp>
      <p:grpSp>
        <p:nvGrpSpPr>
          <p:cNvPr id="86" name="Group 85">
            <a:extLst>
              <a:ext uri="{FF2B5EF4-FFF2-40B4-BE49-F238E27FC236}">
                <a16:creationId xmlns:a16="http://schemas.microsoft.com/office/drawing/2014/main" id="{41706263-5791-4069-906C-B357C48304BB}"/>
              </a:ext>
            </a:extLst>
          </p:cNvPr>
          <p:cNvGrpSpPr/>
          <p:nvPr/>
        </p:nvGrpSpPr>
        <p:grpSpPr>
          <a:xfrm>
            <a:off x="4561826" y="2802960"/>
            <a:ext cx="1212120" cy="1181160"/>
            <a:chOff x="4561826" y="2802960"/>
            <a:chExt cx="1212120" cy="1181160"/>
          </a:xfrm>
        </p:grpSpPr>
        <mc:AlternateContent xmlns:mc="http://schemas.openxmlformats.org/markup-compatibility/2006" xmlns:p14="http://schemas.microsoft.com/office/powerpoint/2010/main">
          <mc:Choice Requires="p14">
            <p:contentPart p14:bwMode="auto" r:id="rId112">
              <p14:nvContentPartPr>
                <p14:cNvPr id="76" name="Ink 75">
                  <a:extLst>
                    <a:ext uri="{FF2B5EF4-FFF2-40B4-BE49-F238E27FC236}">
                      <a16:creationId xmlns:a16="http://schemas.microsoft.com/office/drawing/2014/main" id="{5FAD2D7B-8D29-4362-AD04-87CC6E4EDAE6}"/>
                    </a:ext>
                  </a:extLst>
                </p14:cNvPr>
                <p14:cNvContentPartPr/>
                <p14:nvPr/>
              </p14:nvContentPartPr>
              <p14:xfrm>
                <a:off x="4561826" y="3339720"/>
                <a:ext cx="183600" cy="19440"/>
              </p14:xfrm>
            </p:contentPart>
          </mc:Choice>
          <mc:Fallback xmlns="">
            <p:pic>
              <p:nvPicPr>
                <p:cNvPr id="76" name="Ink 75">
                  <a:extLst>
                    <a:ext uri="{FF2B5EF4-FFF2-40B4-BE49-F238E27FC236}">
                      <a16:creationId xmlns:a16="http://schemas.microsoft.com/office/drawing/2014/main" id="{5FAD2D7B-8D29-4362-AD04-87CC6E4EDAE6}"/>
                    </a:ext>
                  </a:extLst>
                </p:cNvPr>
                <p:cNvPicPr/>
                <p:nvPr/>
              </p:nvPicPr>
              <p:blipFill>
                <a:blip r:embed="rId113"/>
                <a:stretch>
                  <a:fillRect/>
                </a:stretch>
              </p:blipFill>
              <p:spPr>
                <a:xfrm>
                  <a:off x="4553186" y="3331080"/>
                  <a:ext cx="201240" cy="3708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77" name="Ink 76">
                  <a:extLst>
                    <a:ext uri="{FF2B5EF4-FFF2-40B4-BE49-F238E27FC236}">
                      <a16:creationId xmlns:a16="http://schemas.microsoft.com/office/drawing/2014/main" id="{0C62ECE0-105D-4C0B-A762-3105B74B52DB}"/>
                    </a:ext>
                  </a:extLst>
                </p14:cNvPr>
                <p14:cNvContentPartPr/>
                <p14:nvPr/>
              </p14:nvContentPartPr>
              <p14:xfrm>
                <a:off x="4577666" y="3510720"/>
                <a:ext cx="205200" cy="14040"/>
              </p14:xfrm>
            </p:contentPart>
          </mc:Choice>
          <mc:Fallback xmlns="">
            <p:pic>
              <p:nvPicPr>
                <p:cNvPr id="77" name="Ink 76">
                  <a:extLst>
                    <a:ext uri="{FF2B5EF4-FFF2-40B4-BE49-F238E27FC236}">
                      <a16:creationId xmlns:a16="http://schemas.microsoft.com/office/drawing/2014/main" id="{0C62ECE0-105D-4C0B-A762-3105B74B52DB}"/>
                    </a:ext>
                  </a:extLst>
                </p:cNvPr>
                <p:cNvPicPr/>
                <p:nvPr/>
              </p:nvPicPr>
              <p:blipFill>
                <a:blip r:embed="rId115"/>
                <a:stretch>
                  <a:fillRect/>
                </a:stretch>
              </p:blipFill>
              <p:spPr>
                <a:xfrm>
                  <a:off x="4568666" y="3501720"/>
                  <a:ext cx="222840" cy="3168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78" name="Ink 77">
                  <a:extLst>
                    <a:ext uri="{FF2B5EF4-FFF2-40B4-BE49-F238E27FC236}">
                      <a16:creationId xmlns:a16="http://schemas.microsoft.com/office/drawing/2014/main" id="{5741A2BF-6D41-4FCE-A5C5-6EBDE1FC256B}"/>
                    </a:ext>
                  </a:extLst>
                </p14:cNvPr>
                <p14:cNvContentPartPr/>
                <p14:nvPr/>
              </p14:nvContentPartPr>
              <p14:xfrm>
                <a:off x="5220986" y="2802960"/>
                <a:ext cx="61200" cy="371520"/>
              </p14:xfrm>
            </p:contentPart>
          </mc:Choice>
          <mc:Fallback xmlns="">
            <p:pic>
              <p:nvPicPr>
                <p:cNvPr id="78" name="Ink 77">
                  <a:extLst>
                    <a:ext uri="{FF2B5EF4-FFF2-40B4-BE49-F238E27FC236}">
                      <a16:creationId xmlns:a16="http://schemas.microsoft.com/office/drawing/2014/main" id="{5741A2BF-6D41-4FCE-A5C5-6EBDE1FC256B}"/>
                    </a:ext>
                  </a:extLst>
                </p:cNvPr>
                <p:cNvPicPr/>
                <p:nvPr/>
              </p:nvPicPr>
              <p:blipFill>
                <a:blip r:embed="rId117"/>
                <a:stretch>
                  <a:fillRect/>
                </a:stretch>
              </p:blipFill>
              <p:spPr>
                <a:xfrm>
                  <a:off x="5212346" y="2793960"/>
                  <a:ext cx="78840" cy="38916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79" name="Ink 78">
                  <a:extLst>
                    <a:ext uri="{FF2B5EF4-FFF2-40B4-BE49-F238E27FC236}">
                      <a16:creationId xmlns:a16="http://schemas.microsoft.com/office/drawing/2014/main" id="{F34A9BB8-4397-4195-8432-3A2C235CA6D4}"/>
                    </a:ext>
                  </a:extLst>
                </p14:cNvPr>
                <p14:cNvContentPartPr/>
                <p14:nvPr/>
              </p14:nvContentPartPr>
              <p14:xfrm>
                <a:off x="4920026" y="3229200"/>
                <a:ext cx="832320" cy="312120"/>
              </p14:xfrm>
            </p:contentPart>
          </mc:Choice>
          <mc:Fallback xmlns="">
            <p:pic>
              <p:nvPicPr>
                <p:cNvPr id="79" name="Ink 78">
                  <a:extLst>
                    <a:ext uri="{FF2B5EF4-FFF2-40B4-BE49-F238E27FC236}">
                      <a16:creationId xmlns:a16="http://schemas.microsoft.com/office/drawing/2014/main" id="{F34A9BB8-4397-4195-8432-3A2C235CA6D4}"/>
                    </a:ext>
                  </a:extLst>
                </p:cNvPr>
                <p:cNvPicPr/>
                <p:nvPr/>
              </p:nvPicPr>
              <p:blipFill>
                <a:blip r:embed="rId119"/>
                <a:stretch>
                  <a:fillRect/>
                </a:stretch>
              </p:blipFill>
              <p:spPr>
                <a:xfrm>
                  <a:off x="4911386" y="3220200"/>
                  <a:ext cx="849960" cy="32976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81" name="Ink 80">
                  <a:extLst>
                    <a:ext uri="{FF2B5EF4-FFF2-40B4-BE49-F238E27FC236}">
                      <a16:creationId xmlns:a16="http://schemas.microsoft.com/office/drawing/2014/main" id="{9C8CAE40-30FD-4A9F-A238-9BE4EE775395}"/>
                    </a:ext>
                  </a:extLst>
                </p14:cNvPr>
                <p14:cNvContentPartPr/>
                <p14:nvPr/>
              </p14:nvContentPartPr>
              <p14:xfrm>
                <a:off x="5067986" y="3638520"/>
                <a:ext cx="175680" cy="345600"/>
              </p14:xfrm>
            </p:contentPart>
          </mc:Choice>
          <mc:Fallback xmlns="">
            <p:pic>
              <p:nvPicPr>
                <p:cNvPr id="81" name="Ink 80">
                  <a:extLst>
                    <a:ext uri="{FF2B5EF4-FFF2-40B4-BE49-F238E27FC236}">
                      <a16:creationId xmlns:a16="http://schemas.microsoft.com/office/drawing/2014/main" id="{9C8CAE40-30FD-4A9F-A238-9BE4EE775395}"/>
                    </a:ext>
                  </a:extLst>
                </p:cNvPr>
                <p:cNvPicPr/>
                <p:nvPr/>
              </p:nvPicPr>
              <p:blipFill>
                <a:blip r:embed="rId121"/>
                <a:stretch>
                  <a:fillRect/>
                </a:stretch>
              </p:blipFill>
              <p:spPr>
                <a:xfrm>
                  <a:off x="5059346" y="3629880"/>
                  <a:ext cx="193320" cy="36324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82" name="Ink 81">
                  <a:extLst>
                    <a:ext uri="{FF2B5EF4-FFF2-40B4-BE49-F238E27FC236}">
                      <a16:creationId xmlns:a16="http://schemas.microsoft.com/office/drawing/2014/main" id="{0E9E5A37-541F-43B4-83DC-F1E8A149015D}"/>
                    </a:ext>
                  </a:extLst>
                </p14:cNvPr>
                <p14:cNvContentPartPr/>
                <p14:nvPr/>
              </p14:nvContentPartPr>
              <p14:xfrm>
                <a:off x="5271746" y="3807000"/>
                <a:ext cx="17640" cy="42840"/>
              </p14:xfrm>
            </p:contentPart>
          </mc:Choice>
          <mc:Fallback xmlns="">
            <p:pic>
              <p:nvPicPr>
                <p:cNvPr id="82" name="Ink 81">
                  <a:extLst>
                    <a:ext uri="{FF2B5EF4-FFF2-40B4-BE49-F238E27FC236}">
                      <a16:creationId xmlns:a16="http://schemas.microsoft.com/office/drawing/2014/main" id="{0E9E5A37-541F-43B4-83DC-F1E8A149015D}"/>
                    </a:ext>
                  </a:extLst>
                </p:cNvPr>
                <p:cNvPicPr/>
                <p:nvPr/>
              </p:nvPicPr>
              <p:blipFill>
                <a:blip r:embed="rId123"/>
                <a:stretch>
                  <a:fillRect/>
                </a:stretch>
              </p:blipFill>
              <p:spPr>
                <a:xfrm>
                  <a:off x="5263106" y="3798360"/>
                  <a:ext cx="35280" cy="6048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83" name="Ink 82">
                  <a:extLst>
                    <a:ext uri="{FF2B5EF4-FFF2-40B4-BE49-F238E27FC236}">
                      <a16:creationId xmlns:a16="http://schemas.microsoft.com/office/drawing/2014/main" id="{D6EC6EF5-BF03-4697-88AA-65C84BFA72D8}"/>
                    </a:ext>
                  </a:extLst>
                </p14:cNvPr>
                <p14:cNvContentPartPr/>
                <p14:nvPr/>
              </p14:nvContentPartPr>
              <p14:xfrm>
                <a:off x="5387306" y="3680280"/>
                <a:ext cx="22320" cy="280080"/>
              </p14:xfrm>
            </p:contentPart>
          </mc:Choice>
          <mc:Fallback xmlns="">
            <p:pic>
              <p:nvPicPr>
                <p:cNvPr id="83" name="Ink 82">
                  <a:extLst>
                    <a:ext uri="{FF2B5EF4-FFF2-40B4-BE49-F238E27FC236}">
                      <a16:creationId xmlns:a16="http://schemas.microsoft.com/office/drawing/2014/main" id="{D6EC6EF5-BF03-4697-88AA-65C84BFA72D8}"/>
                    </a:ext>
                  </a:extLst>
                </p:cNvPr>
                <p:cNvPicPr/>
                <p:nvPr/>
              </p:nvPicPr>
              <p:blipFill>
                <a:blip r:embed="rId125"/>
                <a:stretch>
                  <a:fillRect/>
                </a:stretch>
              </p:blipFill>
              <p:spPr>
                <a:xfrm>
                  <a:off x="5378306" y="3671640"/>
                  <a:ext cx="39960" cy="29772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84" name="Ink 83">
                  <a:extLst>
                    <a:ext uri="{FF2B5EF4-FFF2-40B4-BE49-F238E27FC236}">
                      <a16:creationId xmlns:a16="http://schemas.microsoft.com/office/drawing/2014/main" id="{E53072FE-38BB-4C86-BF03-33A1F64F0A52}"/>
                    </a:ext>
                  </a:extLst>
                </p14:cNvPr>
                <p14:cNvContentPartPr/>
                <p14:nvPr/>
              </p14:nvContentPartPr>
              <p14:xfrm>
                <a:off x="5452466" y="3565800"/>
                <a:ext cx="245160" cy="211320"/>
              </p14:xfrm>
            </p:contentPart>
          </mc:Choice>
          <mc:Fallback xmlns="">
            <p:pic>
              <p:nvPicPr>
                <p:cNvPr id="84" name="Ink 83">
                  <a:extLst>
                    <a:ext uri="{FF2B5EF4-FFF2-40B4-BE49-F238E27FC236}">
                      <a16:creationId xmlns:a16="http://schemas.microsoft.com/office/drawing/2014/main" id="{E53072FE-38BB-4C86-BF03-33A1F64F0A52}"/>
                    </a:ext>
                  </a:extLst>
                </p:cNvPr>
                <p:cNvPicPr/>
                <p:nvPr/>
              </p:nvPicPr>
              <p:blipFill>
                <a:blip r:embed="rId127"/>
                <a:stretch>
                  <a:fillRect/>
                </a:stretch>
              </p:blipFill>
              <p:spPr>
                <a:xfrm>
                  <a:off x="5443826" y="3556800"/>
                  <a:ext cx="262800" cy="22896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85" name="Ink 84">
                  <a:extLst>
                    <a:ext uri="{FF2B5EF4-FFF2-40B4-BE49-F238E27FC236}">
                      <a16:creationId xmlns:a16="http://schemas.microsoft.com/office/drawing/2014/main" id="{9333B451-D24C-4F2A-A7E2-67451D491538}"/>
                    </a:ext>
                  </a:extLst>
                </p14:cNvPr>
                <p14:cNvContentPartPr/>
                <p14:nvPr/>
              </p14:nvContentPartPr>
              <p14:xfrm>
                <a:off x="5574866" y="3622320"/>
                <a:ext cx="199080" cy="293400"/>
              </p14:xfrm>
            </p:contentPart>
          </mc:Choice>
          <mc:Fallback xmlns="">
            <p:pic>
              <p:nvPicPr>
                <p:cNvPr id="85" name="Ink 84">
                  <a:extLst>
                    <a:ext uri="{FF2B5EF4-FFF2-40B4-BE49-F238E27FC236}">
                      <a16:creationId xmlns:a16="http://schemas.microsoft.com/office/drawing/2014/main" id="{9333B451-D24C-4F2A-A7E2-67451D491538}"/>
                    </a:ext>
                  </a:extLst>
                </p:cNvPr>
                <p:cNvPicPr/>
                <p:nvPr/>
              </p:nvPicPr>
              <p:blipFill>
                <a:blip r:embed="rId129"/>
                <a:stretch>
                  <a:fillRect/>
                </a:stretch>
              </p:blipFill>
              <p:spPr>
                <a:xfrm>
                  <a:off x="5565866" y="3613680"/>
                  <a:ext cx="216720" cy="311040"/>
                </a:xfrm>
                <a:prstGeom prst="rect">
                  <a:avLst/>
                </a:prstGeom>
              </p:spPr>
            </p:pic>
          </mc:Fallback>
        </mc:AlternateContent>
      </p:grpSp>
      <p:grpSp>
        <p:nvGrpSpPr>
          <p:cNvPr id="92" name="Group 91">
            <a:extLst>
              <a:ext uri="{FF2B5EF4-FFF2-40B4-BE49-F238E27FC236}">
                <a16:creationId xmlns:a16="http://schemas.microsoft.com/office/drawing/2014/main" id="{A0F37FEF-A485-4A77-A2B2-85EEAF3BE8D7}"/>
              </a:ext>
            </a:extLst>
          </p:cNvPr>
          <p:cNvGrpSpPr/>
          <p:nvPr/>
        </p:nvGrpSpPr>
        <p:grpSpPr>
          <a:xfrm>
            <a:off x="6066266" y="3199320"/>
            <a:ext cx="152640" cy="288000"/>
            <a:chOff x="6066266" y="3199320"/>
            <a:chExt cx="152640" cy="288000"/>
          </a:xfrm>
        </p:grpSpPr>
        <mc:AlternateContent xmlns:mc="http://schemas.openxmlformats.org/markup-compatibility/2006" xmlns:p14="http://schemas.microsoft.com/office/powerpoint/2010/main">
          <mc:Choice Requires="p14">
            <p:contentPart p14:bwMode="auto" r:id="rId130">
              <p14:nvContentPartPr>
                <p14:cNvPr id="87" name="Ink 86">
                  <a:extLst>
                    <a:ext uri="{FF2B5EF4-FFF2-40B4-BE49-F238E27FC236}">
                      <a16:creationId xmlns:a16="http://schemas.microsoft.com/office/drawing/2014/main" id="{798798E6-EB76-42E4-9CA3-3660C3880FD9}"/>
                    </a:ext>
                  </a:extLst>
                </p14:cNvPr>
                <p14:cNvContentPartPr/>
                <p14:nvPr/>
              </p14:nvContentPartPr>
              <p14:xfrm>
                <a:off x="6066266" y="3209040"/>
                <a:ext cx="132120" cy="222120"/>
              </p14:xfrm>
            </p:contentPart>
          </mc:Choice>
          <mc:Fallback xmlns="">
            <p:pic>
              <p:nvPicPr>
                <p:cNvPr id="87" name="Ink 86">
                  <a:extLst>
                    <a:ext uri="{FF2B5EF4-FFF2-40B4-BE49-F238E27FC236}">
                      <a16:creationId xmlns:a16="http://schemas.microsoft.com/office/drawing/2014/main" id="{798798E6-EB76-42E4-9CA3-3660C3880FD9}"/>
                    </a:ext>
                  </a:extLst>
                </p:cNvPr>
                <p:cNvPicPr/>
                <p:nvPr/>
              </p:nvPicPr>
              <p:blipFill>
                <a:blip r:embed="rId131"/>
                <a:stretch>
                  <a:fillRect/>
                </a:stretch>
              </p:blipFill>
              <p:spPr>
                <a:xfrm>
                  <a:off x="6057626" y="3200400"/>
                  <a:ext cx="149760" cy="23976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88" name="Ink 87">
                  <a:extLst>
                    <a:ext uri="{FF2B5EF4-FFF2-40B4-BE49-F238E27FC236}">
                      <a16:creationId xmlns:a16="http://schemas.microsoft.com/office/drawing/2014/main" id="{E54C4214-4B25-4136-9B84-D554B0D0ED42}"/>
                    </a:ext>
                  </a:extLst>
                </p14:cNvPr>
                <p14:cNvContentPartPr/>
                <p14:nvPr/>
              </p14:nvContentPartPr>
              <p14:xfrm>
                <a:off x="6083906" y="3199320"/>
                <a:ext cx="135000" cy="288000"/>
              </p14:xfrm>
            </p:contentPart>
          </mc:Choice>
          <mc:Fallback xmlns="">
            <p:pic>
              <p:nvPicPr>
                <p:cNvPr id="88" name="Ink 87">
                  <a:extLst>
                    <a:ext uri="{FF2B5EF4-FFF2-40B4-BE49-F238E27FC236}">
                      <a16:creationId xmlns:a16="http://schemas.microsoft.com/office/drawing/2014/main" id="{E54C4214-4B25-4136-9B84-D554B0D0ED42}"/>
                    </a:ext>
                  </a:extLst>
                </p:cNvPr>
                <p:cNvPicPr/>
                <p:nvPr/>
              </p:nvPicPr>
              <p:blipFill>
                <a:blip r:embed="rId133"/>
                <a:stretch>
                  <a:fillRect/>
                </a:stretch>
              </p:blipFill>
              <p:spPr>
                <a:xfrm>
                  <a:off x="6074906" y="3190680"/>
                  <a:ext cx="152640" cy="305640"/>
                </a:xfrm>
                <a:prstGeom prst="rect">
                  <a:avLst/>
                </a:prstGeom>
              </p:spPr>
            </p:pic>
          </mc:Fallback>
        </mc:AlternateContent>
      </p:grpSp>
      <p:grpSp>
        <p:nvGrpSpPr>
          <p:cNvPr id="91" name="Group 90">
            <a:extLst>
              <a:ext uri="{FF2B5EF4-FFF2-40B4-BE49-F238E27FC236}">
                <a16:creationId xmlns:a16="http://schemas.microsoft.com/office/drawing/2014/main" id="{0B74745E-2A4C-46CE-AB4A-5F515B25E01B}"/>
              </a:ext>
            </a:extLst>
          </p:cNvPr>
          <p:cNvGrpSpPr/>
          <p:nvPr/>
        </p:nvGrpSpPr>
        <p:grpSpPr>
          <a:xfrm>
            <a:off x="6487826" y="2960280"/>
            <a:ext cx="372600" cy="611640"/>
            <a:chOff x="6487826" y="2960280"/>
            <a:chExt cx="372600" cy="611640"/>
          </a:xfrm>
        </p:grpSpPr>
        <mc:AlternateContent xmlns:mc="http://schemas.openxmlformats.org/markup-compatibility/2006" xmlns:p14="http://schemas.microsoft.com/office/powerpoint/2010/main">
          <mc:Choice Requires="p14">
            <p:contentPart p14:bwMode="auto" r:id="rId134">
              <p14:nvContentPartPr>
                <p14:cNvPr id="89" name="Ink 88">
                  <a:extLst>
                    <a:ext uri="{FF2B5EF4-FFF2-40B4-BE49-F238E27FC236}">
                      <a16:creationId xmlns:a16="http://schemas.microsoft.com/office/drawing/2014/main" id="{F0C4156F-A58E-499C-B067-86B4BF5CCEDA}"/>
                    </a:ext>
                  </a:extLst>
                </p14:cNvPr>
                <p14:cNvContentPartPr/>
                <p14:nvPr/>
              </p14:nvContentPartPr>
              <p14:xfrm>
                <a:off x="6487826" y="3014280"/>
                <a:ext cx="61560" cy="445680"/>
              </p14:xfrm>
            </p:contentPart>
          </mc:Choice>
          <mc:Fallback xmlns="">
            <p:pic>
              <p:nvPicPr>
                <p:cNvPr id="89" name="Ink 88">
                  <a:extLst>
                    <a:ext uri="{FF2B5EF4-FFF2-40B4-BE49-F238E27FC236}">
                      <a16:creationId xmlns:a16="http://schemas.microsoft.com/office/drawing/2014/main" id="{F0C4156F-A58E-499C-B067-86B4BF5CCEDA}"/>
                    </a:ext>
                  </a:extLst>
                </p:cNvPr>
                <p:cNvPicPr/>
                <p:nvPr/>
              </p:nvPicPr>
              <p:blipFill>
                <a:blip r:embed="rId135"/>
                <a:stretch>
                  <a:fillRect/>
                </a:stretch>
              </p:blipFill>
              <p:spPr>
                <a:xfrm>
                  <a:off x="6478826" y="3005640"/>
                  <a:ext cx="79200" cy="46332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90" name="Ink 89">
                  <a:extLst>
                    <a:ext uri="{FF2B5EF4-FFF2-40B4-BE49-F238E27FC236}">
                      <a16:creationId xmlns:a16="http://schemas.microsoft.com/office/drawing/2014/main" id="{02E33091-294D-4D2F-94D1-A3B516C93D40}"/>
                    </a:ext>
                  </a:extLst>
                </p14:cNvPr>
                <p14:cNvContentPartPr/>
                <p14:nvPr/>
              </p14:nvContentPartPr>
              <p14:xfrm>
                <a:off x="6651986" y="2960280"/>
                <a:ext cx="208440" cy="611640"/>
              </p14:xfrm>
            </p:contentPart>
          </mc:Choice>
          <mc:Fallback xmlns="">
            <p:pic>
              <p:nvPicPr>
                <p:cNvPr id="90" name="Ink 89">
                  <a:extLst>
                    <a:ext uri="{FF2B5EF4-FFF2-40B4-BE49-F238E27FC236}">
                      <a16:creationId xmlns:a16="http://schemas.microsoft.com/office/drawing/2014/main" id="{02E33091-294D-4D2F-94D1-A3B516C93D40}"/>
                    </a:ext>
                  </a:extLst>
                </p:cNvPr>
                <p:cNvPicPr/>
                <p:nvPr/>
              </p:nvPicPr>
              <p:blipFill>
                <a:blip r:embed="rId137"/>
                <a:stretch>
                  <a:fillRect/>
                </a:stretch>
              </p:blipFill>
              <p:spPr>
                <a:xfrm>
                  <a:off x="6642986" y="2951640"/>
                  <a:ext cx="226080" cy="629280"/>
                </a:xfrm>
                <a:prstGeom prst="rect">
                  <a:avLst/>
                </a:prstGeom>
              </p:spPr>
            </p:pic>
          </mc:Fallback>
        </mc:AlternateContent>
      </p:grpSp>
    </p:spTree>
    <p:extLst>
      <p:ext uri="{BB962C8B-B14F-4D97-AF65-F5344CB8AC3E}">
        <p14:creationId xmlns:p14="http://schemas.microsoft.com/office/powerpoint/2010/main" val="25057961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E0E042-BAD3-4959-9262-ED91E136685F}"/>
              </a:ext>
            </a:extLst>
          </p:cNvPr>
          <p:cNvSpPr>
            <a:spLocks noGrp="1"/>
          </p:cNvSpPr>
          <p:nvPr>
            <p:ph type="title"/>
          </p:nvPr>
        </p:nvSpPr>
        <p:spPr/>
        <p:txBody>
          <a:bodyPr>
            <a:normAutofit fontScale="90000"/>
          </a:bodyPr>
          <a:lstStyle/>
          <a:p>
            <a:r>
              <a:rPr lang="en-IE" dirty="0"/>
              <a:t>Sample Problem: </a:t>
            </a:r>
            <a:r>
              <a:rPr lang="en-US" altLang="en-US" sz="4400" dirty="0"/>
              <a:t>Suppose I want 1.0 cm / count, what wheel diameter </a:t>
            </a:r>
            <a:br>
              <a:rPr lang="en-US" altLang="en-US" sz="4400" dirty="0"/>
            </a:br>
            <a:endParaRPr lang="en-IE" dirty="0"/>
          </a:p>
        </p:txBody>
      </p:sp>
      <mc:AlternateContent xmlns:mc="http://schemas.openxmlformats.org/markup-compatibility/2006" xmlns:p14="http://schemas.microsoft.com/office/powerpoint/2010/main" xmlns:aink="http://schemas.microsoft.com/office/drawing/2016/ink">
        <mc:Choice Requires="p14 aink">
          <p:contentPart p14:bwMode="auto" r:id="rId2">
            <p14:nvContentPartPr>
              <p14:cNvPr id="5" name="Ink 4">
                <a:extLst>
                  <a:ext uri="{FF2B5EF4-FFF2-40B4-BE49-F238E27FC236}">
                    <a16:creationId xmlns:a16="http://schemas.microsoft.com/office/drawing/2014/main" id="{B3AA5219-48D7-4578-B4C3-B259989476C3}"/>
                  </a:ext>
                </a:extLst>
              </p14:cNvPr>
              <p14:cNvContentPartPr/>
              <p14:nvPr/>
            </p14:nvContentPartPr>
            <p14:xfrm>
              <a:off x="1294466" y="2068577"/>
              <a:ext cx="1626840" cy="1791360"/>
            </p14:xfrm>
          </p:contentPart>
        </mc:Choice>
        <mc:Fallback xmlns="">
          <p:pic>
            <p:nvPicPr>
              <p:cNvPr id="5" name="Ink 4">
                <a:extLst>
                  <a:ext uri="{FF2B5EF4-FFF2-40B4-BE49-F238E27FC236}">
                    <a16:creationId xmlns:a16="http://schemas.microsoft.com/office/drawing/2014/main" id="{B3AA5219-48D7-4578-B4C3-B259989476C3}"/>
                  </a:ext>
                </a:extLst>
              </p:cNvPr>
              <p:cNvPicPr/>
              <p:nvPr/>
            </p:nvPicPr>
            <p:blipFill>
              <a:blip r:embed="rId3"/>
              <a:stretch>
                <a:fillRect/>
              </a:stretch>
            </p:blipFill>
            <p:spPr>
              <a:xfrm>
                <a:off x="1285466" y="2059577"/>
                <a:ext cx="1644480" cy="1809000"/>
              </a:xfrm>
              <a:prstGeom prst="rect">
                <a:avLst/>
              </a:prstGeom>
            </p:spPr>
          </p:pic>
        </mc:Fallback>
      </mc:AlternateContent>
      <p:grpSp>
        <p:nvGrpSpPr>
          <p:cNvPr id="19" name="Group 18">
            <a:extLst>
              <a:ext uri="{FF2B5EF4-FFF2-40B4-BE49-F238E27FC236}">
                <a16:creationId xmlns:a16="http://schemas.microsoft.com/office/drawing/2014/main" id="{6E6D3A6F-6264-450F-ABC7-09B79ACD8C3D}"/>
              </a:ext>
            </a:extLst>
          </p:cNvPr>
          <p:cNvGrpSpPr/>
          <p:nvPr/>
        </p:nvGrpSpPr>
        <p:grpSpPr>
          <a:xfrm>
            <a:off x="1040666" y="1634417"/>
            <a:ext cx="2275200" cy="1509480"/>
            <a:chOff x="1040666" y="1634417"/>
            <a:chExt cx="2275200" cy="1509480"/>
          </a:xfrm>
        </p:grpSpPr>
        <mc:AlternateContent xmlns:mc="http://schemas.openxmlformats.org/markup-compatibility/2006" xmlns:p14="http://schemas.microsoft.com/office/powerpoint/2010/main" xmlns:aink="http://schemas.microsoft.com/office/drawing/2016/ink">
          <mc:Choice Requires="p14 aink">
            <p:contentPart p14:bwMode="auto" r:id="rId4">
              <p14:nvContentPartPr>
                <p14:cNvPr id="6" name="Ink 5">
                  <a:extLst>
                    <a:ext uri="{FF2B5EF4-FFF2-40B4-BE49-F238E27FC236}">
                      <a16:creationId xmlns:a16="http://schemas.microsoft.com/office/drawing/2014/main" id="{EAF915B2-09B8-4EAD-9972-DFA3BE4D6B57}"/>
                    </a:ext>
                  </a:extLst>
                </p14:cNvPr>
                <p14:cNvContentPartPr/>
                <p14:nvPr/>
              </p14:nvContentPartPr>
              <p14:xfrm>
                <a:off x="1288706" y="2826377"/>
                <a:ext cx="101880" cy="170640"/>
              </p14:xfrm>
            </p:contentPart>
          </mc:Choice>
          <mc:Fallback xmlns="">
            <p:pic>
              <p:nvPicPr>
                <p:cNvPr id="6" name="Ink 5">
                  <a:extLst>
                    <a:ext uri="{FF2B5EF4-FFF2-40B4-BE49-F238E27FC236}">
                      <a16:creationId xmlns:a16="http://schemas.microsoft.com/office/drawing/2014/main" id="{EAF915B2-09B8-4EAD-9972-DFA3BE4D6B57}"/>
                    </a:ext>
                  </a:extLst>
                </p:cNvPr>
                <p:cNvPicPr/>
                <p:nvPr/>
              </p:nvPicPr>
              <p:blipFill>
                <a:blip r:embed="rId5"/>
                <a:stretch>
                  <a:fillRect/>
                </a:stretch>
              </p:blipFill>
              <p:spPr>
                <a:xfrm>
                  <a:off x="1279706" y="2817377"/>
                  <a:ext cx="119520" cy="1882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6">
              <p14:nvContentPartPr>
                <p14:cNvPr id="7" name="Ink 6">
                  <a:extLst>
                    <a:ext uri="{FF2B5EF4-FFF2-40B4-BE49-F238E27FC236}">
                      <a16:creationId xmlns:a16="http://schemas.microsoft.com/office/drawing/2014/main" id="{55AECBF3-6666-4D48-B578-687FE585341D}"/>
                    </a:ext>
                  </a:extLst>
                </p14:cNvPr>
                <p14:cNvContentPartPr/>
                <p14:nvPr/>
              </p14:nvContentPartPr>
              <p14:xfrm>
                <a:off x="1299866" y="2850857"/>
                <a:ext cx="1573560" cy="45720"/>
              </p14:xfrm>
            </p:contentPart>
          </mc:Choice>
          <mc:Fallback xmlns="">
            <p:pic>
              <p:nvPicPr>
                <p:cNvPr id="7" name="Ink 6">
                  <a:extLst>
                    <a:ext uri="{FF2B5EF4-FFF2-40B4-BE49-F238E27FC236}">
                      <a16:creationId xmlns:a16="http://schemas.microsoft.com/office/drawing/2014/main" id="{55AECBF3-6666-4D48-B578-687FE585341D}"/>
                    </a:ext>
                  </a:extLst>
                </p:cNvPr>
                <p:cNvPicPr/>
                <p:nvPr/>
              </p:nvPicPr>
              <p:blipFill>
                <a:blip r:embed="rId7"/>
                <a:stretch>
                  <a:fillRect/>
                </a:stretch>
              </p:blipFill>
              <p:spPr>
                <a:xfrm>
                  <a:off x="1291226" y="2842217"/>
                  <a:ext cx="1591200" cy="633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8">
              <p14:nvContentPartPr>
                <p14:cNvPr id="8" name="Ink 7">
                  <a:extLst>
                    <a:ext uri="{FF2B5EF4-FFF2-40B4-BE49-F238E27FC236}">
                      <a16:creationId xmlns:a16="http://schemas.microsoft.com/office/drawing/2014/main" id="{51C57852-06BC-4A1D-80BF-0E1023F4A214}"/>
                    </a:ext>
                  </a:extLst>
                </p14:cNvPr>
                <p14:cNvContentPartPr/>
                <p14:nvPr/>
              </p14:nvContentPartPr>
              <p14:xfrm>
                <a:off x="2750666" y="2746097"/>
                <a:ext cx="160920" cy="199440"/>
              </p14:xfrm>
            </p:contentPart>
          </mc:Choice>
          <mc:Fallback xmlns="">
            <p:pic>
              <p:nvPicPr>
                <p:cNvPr id="8" name="Ink 7">
                  <a:extLst>
                    <a:ext uri="{FF2B5EF4-FFF2-40B4-BE49-F238E27FC236}">
                      <a16:creationId xmlns:a16="http://schemas.microsoft.com/office/drawing/2014/main" id="{51C57852-06BC-4A1D-80BF-0E1023F4A214}"/>
                    </a:ext>
                  </a:extLst>
                </p:cNvPr>
                <p:cNvPicPr/>
                <p:nvPr/>
              </p:nvPicPr>
              <p:blipFill>
                <a:blip r:embed="rId9"/>
                <a:stretch>
                  <a:fillRect/>
                </a:stretch>
              </p:blipFill>
              <p:spPr>
                <a:xfrm>
                  <a:off x="2742026" y="2737097"/>
                  <a:ext cx="178560" cy="2170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0">
              <p14:nvContentPartPr>
                <p14:cNvPr id="15" name="Ink 14">
                  <a:extLst>
                    <a:ext uri="{FF2B5EF4-FFF2-40B4-BE49-F238E27FC236}">
                      <a16:creationId xmlns:a16="http://schemas.microsoft.com/office/drawing/2014/main" id="{9D9CA39E-B664-441D-BB93-00ACE8C48989}"/>
                    </a:ext>
                  </a:extLst>
                </p14:cNvPr>
                <p14:cNvContentPartPr/>
                <p14:nvPr/>
              </p14:nvContentPartPr>
              <p14:xfrm>
                <a:off x="1040666" y="1634417"/>
                <a:ext cx="2108520" cy="1509480"/>
              </p14:xfrm>
            </p:contentPart>
          </mc:Choice>
          <mc:Fallback xmlns="">
            <p:pic>
              <p:nvPicPr>
                <p:cNvPr id="15" name="Ink 14">
                  <a:extLst>
                    <a:ext uri="{FF2B5EF4-FFF2-40B4-BE49-F238E27FC236}">
                      <a16:creationId xmlns:a16="http://schemas.microsoft.com/office/drawing/2014/main" id="{9D9CA39E-B664-441D-BB93-00ACE8C48989}"/>
                    </a:ext>
                  </a:extLst>
                </p:cNvPr>
                <p:cNvPicPr/>
                <p:nvPr/>
              </p:nvPicPr>
              <p:blipFill>
                <a:blip r:embed="rId11"/>
                <a:stretch>
                  <a:fillRect/>
                </a:stretch>
              </p:blipFill>
              <p:spPr>
                <a:xfrm>
                  <a:off x="1032026" y="1625417"/>
                  <a:ext cx="2126160" cy="15271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2">
              <p14:nvContentPartPr>
                <p14:cNvPr id="16" name="Ink 15">
                  <a:extLst>
                    <a:ext uri="{FF2B5EF4-FFF2-40B4-BE49-F238E27FC236}">
                      <a16:creationId xmlns:a16="http://schemas.microsoft.com/office/drawing/2014/main" id="{6141CD35-F7EC-4851-BFB5-4B58148FA023}"/>
                    </a:ext>
                  </a:extLst>
                </p14:cNvPr>
                <p14:cNvContentPartPr/>
                <p14:nvPr/>
              </p14:nvContentPartPr>
              <p14:xfrm>
                <a:off x="3032546" y="2675177"/>
                <a:ext cx="283320" cy="297000"/>
              </p14:xfrm>
            </p:contentPart>
          </mc:Choice>
          <mc:Fallback xmlns="">
            <p:pic>
              <p:nvPicPr>
                <p:cNvPr id="16" name="Ink 15">
                  <a:extLst>
                    <a:ext uri="{FF2B5EF4-FFF2-40B4-BE49-F238E27FC236}">
                      <a16:creationId xmlns:a16="http://schemas.microsoft.com/office/drawing/2014/main" id="{6141CD35-F7EC-4851-BFB5-4B58148FA023}"/>
                    </a:ext>
                  </a:extLst>
                </p:cNvPr>
                <p:cNvPicPr/>
                <p:nvPr/>
              </p:nvPicPr>
              <p:blipFill>
                <a:blip r:embed="rId13"/>
                <a:stretch>
                  <a:fillRect/>
                </a:stretch>
              </p:blipFill>
              <p:spPr>
                <a:xfrm>
                  <a:off x="3023906" y="2666177"/>
                  <a:ext cx="300960" cy="3146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4">
              <p14:nvContentPartPr>
                <p14:cNvPr id="18" name="Ink 17">
                  <a:extLst>
                    <a:ext uri="{FF2B5EF4-FFF2-40B4-BE49-F238E27FC236}">
                      <a16:creationId xmlns:a16="http://schemas.microsoft.com/office/drawing/2014/main" id="{2ED8F73B-DB2E-4CBB-B80F-775E6E8B6DA0}"/>
                    </a:ext>
                  </a:extLst>
                </p14:cNvPr>
                <p14:cNvContentPartPr/>
                <p14:nvPr/>
              </p14:nvContentPartPr>
              <p14:xfrm>
                <a:off x="3004826" y="1746017"/>
                <a:ext cx="138960" cy="231840"/>
              </p14:xfrm>
            </p:contentPart>
          </mc:Choice>
          <mc:Fallback xmlns="">
            <p:pic>
              <p:nvPicPr>
                <p:cNvPr id="18" name="Ink 17">
                  <a:extLst>
                    <a:ext uri="{FF2B5EF4-FFF2-40B4-BE49-F238E27FC236}">
                      <a16:creationId xmlns:a16="http://schemas.microsoft.com/office/drawing/2014/main" id="{2ED8F73B-DB2E-4CBB-B80F-775E6E8B6DA0}"/>
                    </a:ext>
                  </a:extLst>
                </p:cNvPr>
                <p:cNvPicPr/>
                <p:nvPr/>
              </p:nvPicPr>
              <p:blipFill>
                <a:blip r:embed="rId15"/>
                <a:stretch>
                  <a:fillRect/>
                </a:stretch>
              </p:blipFill>
              <p:spPr>
                <a:xfrm>
                  <a:off x="2995826" y="1737017"/>
                  <a:ext cx="156600" cy="249480"/>
                </a:xfrm>
                <a:prstGeom prst="rect">
                  <a:avLst/>
                </a:prstGeom>
              </p:spPr>
            </p:pic>
          </mc:Fallback>
        </mc:AlternateContent>
      </p:grpSp>
      <p:grpSp>
        <p:nvGrpSpPr>
          <p:cNvPr id="26" name="Group 25">
            <a:extLst>
              <a:ext uri="{FF2B5EF4-FFF2-40B4-BE49-F238E27FC236}">
                <a16:creationId xmlns:a16="http://schemas.microsoft.com/office/drawing/2014/main" id="{E3507E26-80BE-4805-AADD-36EC395AD8F6}"/>
              </a:ext>
            </a:extLst>
          </p:cNvPr>
          <p:cNvGrpSpPr/>
          <p:nvPr/>
        </p:nvGrpSpPr>
        <p:grpSpPr>
          <a:xfrm>
            <a:off x="1860746" y="2343617"/>
            <a:ext cx="272880" cy="486360"/>
            <a:chOff x="1860746" y="2343617"/>
            <a:chExt cx="272880" cy="486360"/>
          </a:xfrm>
        </p:grpSpPr>
        <mc:AlternateContent xmlns:mc="http://schemas.openxmlformats.org/markup-compatibility/2006" xmlns:p14="http://schemas.microsoft.com/office/powerpoint/2010/main" xmlns:aink="http://schemas.microsoft.com/office/drawing/2016/ink">
          <mc:Choice Requires="p14 aink">
            <p:contentPart p14:bwMode="auto" r:id="rId16">
              <p14:nvContentPartPr>
                <p14:cNvPr id="24" name="Ink 23">
                  <a:extLst>
                    <a:ext uri="{FF2B5EF4-FFF2-40B4-BE49-F238E27FC236}">
                      <a16:creationId xmlns:a16="http://schemas.microsoft.com/office/drawing/2014/main" id="{8F1CFBA5-8AE8-4C76-8C00-1F242323654D}"/>
                    </a:ext>
                  </a:extLst>
                </p14:cNvPr>
                <p14:cNvContentPartPr/>
                <p14:nvPr/>
              </p14:nvContentPartPr>
              <p14:xfrm>
                <a:off x="1920866" y="2421017"/>
                <a:ext cx="35640" cy="333720"/>
              </p14:xfrm>
            </p:contentPart>
          </mc:Choice>
          <mc:Fallback xmlns="">
            <p:pic>
              <p:nvPicPr>
                <p:cNvPr id="24" name="Ink 23">
                  <a:extLst>
                    <a:ext uri="{FF2B5EF4-FFF2-40B4-BE49-F238E27FC236}">
                      <a16:creationId xmlns:a16="http://schemas.microsoft.com/office/drawing/2014/main" id="{8F1CFBA5-8AE8-4C76-8C00-1F242323654D}"/>
                    </a:ext>
                  </a:extLst>
                </p:cNvPr>
                <p:cNvPicPr/>
                <p:nvPr/>
              </p:nvPicPr>
              <p:blipFill>
                <a:blip r:embed="rId17"/>
                <a:stretch>
                  <a:fillRect/>
                </a:stretch>
              </p:blipFill>
              <p:spPr>
                <a:xfrm>
                  <a:off x="1911866" y="2412017"/>
                  <a:ext cx="53280" cy="3513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8">
              <p14:nvContentPartPr>
                <p14:cNvPr id="25" name="Ink 24">
                  <a:extLst>
                    <a:ext uri="{FF2B5EF4-FFF2-40B4-BE49-F238E27FC236}">
                      <a16:creationId xmlns:a16="http://schemas.microsoft.com/office/drawing/2014/main" id="{7FF91A48-AB0E-4E51-AC89-85A3E4CDAD3F}"/>
                    </a:ext>
                  </a:extLst>
                </p14:cNvPr>
                <p14:cNvContentPartPr/>
                <p14:nvPr/>
              </p14:nvContentPartPr>
              <p14:xfrm>
                <a:off x="1860746" y="2343617"/>
                <a:ext cx="272880" cy="486360"/>
              </p14:xfrm>
            </p:contentPart>
          </mc:Choice>
          <mc:Fallback xmlns="">
            <p:pic>
              <p:nvPicPr>
                <p:cNvPr id="25" name="Ink 24">
                  <a:extLst>
                    <a:ext uri="{FF2B5EF4-FFF2-40B4-BE49-F238E27FC236}">
                      <a16:creationId xmlns:a16="http://schemas.microsoft.com/office/drawing/2014/main" id="{7FF91A48-AB0E-4E51-AC89-85A3E4CDAD3F}"/>
                    </a:ext>
                  </a:extLst>
                </p:cNvPr>
                <p:cNvPicPr/>
                <p:nvPr/>
              </p:nvPicPr>
              <p:blipFill>
                <a:blip r:embed="rId19"/>
                <a:stretch>
                  <a:fillRect/>
                </a:stretch>
              </p:blipFill>
              <p:spPr>
                <a:xfrm>
                  <a:off x="1851746" y="2334977"/>
                  <a:ext cx="290520" cy="504000"/>
                </a:xfrm>
                <a:prstGeom prst="rect">
                  <a:avLst/>
                </a:prstGeom>
              </p:spPr>
            </p:pic>
          </mc:Fallback>
        </mc:AlternateContent>
      </p:grpSp>
      <mc:AlternateContent xmlns:mc="http://schemas.openxmlformats.org/markup-compatibility/2006" xmlns:p14="http://schemas.microsoft.com/office/powerpoint/2010/main" xmlns:aink="http://schemas.microsoft.com/office/drawing/2016/ink">
        <mc:Choice Requires="p14 aink">
          <p:contentPart p14:bwMode="auto" r:id="rId20">
            <p14:nvContentPartPr>
              <p14:cNvPr id="27" name="Ink 26">
                <a:extLst>
                  <a:ext uri="{FF2B5EF4-FFF2-40B4-BE49-F238E27FC236}">
                    <a16:creationId xmlns:a16="http://schemas.microsoft.com/office/drawing/2014/main" id="{C8C1D197-FF7E-4610-9604-BE8B1060C95C}"/>
                  </a:ext>
                </a:extLst>
              </p14:cNvPr>
              <p14:cNvContentPartPr/>
              <p14:nvPr/>
            </p14:nvContentPartPr>
            <p14:xfrm>
              <a:off x="5188586" y="1843217"/>
              <a:ext cx="192600" cy="411480"/>
            </p14:xfrm>
          </p:contentPart>
        </mc:Choice>
        <mc:Fallback xmlns="">
          <p:pic>
            <p:nvPicPr>
              <p:cNvPr id="27" name="Ink 26">
                <a:extLst>
                  <a:ext uri="{FF2B5EF4-FFF2-40B4-BE49-F238E27FC236}">
                    <a16:creationId xmlns:a16="http://schemas.microsoft.com/office/drawing/2014/main" id="{C8C1D197-FF7E-4610-9604-BE8B1060C95C}"/>
                  </a:ext>
                </a:extLst>
              </p:cNvPr>
              <p:cNvPicPr/>
              <p:nvPr/>
            </p:nvPicPr>
            <p:blipFill>
              <a:blip r:embed="rId21"/>
              <a:stretch>
                <a:fillRect/>
              </a:stretch>
            </p:blipFill>
            <p:spPr>
              <a:xfrm>
                <a:off x="5179946" y="1834577"/>
                <a:ext cx="210240" cy="4291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2">
            <p14:nvContentPartPr>
              <p14:cNvPr id="28" name="Ink 27">
                <a:extLst>
                  <a:ext uri="{FF2B5EF4-FFF2-40B4-BE49-F238E27FC236}">
                    <a16:creationId xmlns:a16="http://schemas.microsoft.com/office/drawing/2014/main" id="{A7C7DF54-2D1D-41FA-A6CF-29B80DC26129}"/>
                  </a:ext>
                </a:extLst>
              </p14:cNvPr>
              <p14:cNvContentPartPr/>
              <p14:nvPr/>
            </p14:nvContentPartPr>
            <p14:xfrm>
              <a:off x="5512586" y="1968857"/>
              <a:ext cx="202320" cy="18720"/>
            </p14:xfrm>
          </p:contentPart>
        </mc:Choice>
        <mc:Fallback xmlns="">
          <p:pic>
            <p:nvPicPr>
              <p:cNvPr id="28" name="Ink 27">
                <a:extLst>
                  <a:ext uri="{FF2B5EF4-FFF2-40B4-BE49-F238E27FC236}">
                    <a16:creationId xmlns:a16="http://schemas.microsoft.com/office/drawing/2014/main" id="{A7C7DF54-2D1D-41FA-A6CF-29B80DC26129}"/>
                  </a:ext>
                </a:extLst>
              </p:cNvPr>
              <p:cNvPicPr/>
              <p:nvPr/>
            </p:nvPicPr>
            <p:blipFill>
              <a:blip r:embed="rId23"/>
              <a:stretch>
                <a:fillRect/>
              </a:stretch>
            </p:blipFill>
            <p:spPr>
              <a:xfrm>
                <a:off x="5503946" y="1959857"/>
                <a:ext cx="219960" cy="363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4">
            <p14:nvContentPartPr>
              <p14:cNvPr id="29" name="Ink 28">
                <a:extLst>
                  <a:ext uri="{FF2B5EF4-FFF2-40B4-BE49-F238E27FC236}">
                    <a16:creationId xmlns:a16="http://schemas.microsoft.com/office/drawing/2014/main" id="{5D725D77-1C5D-463A-9A05-3751B86C578C}"/>
                  </a:ext>
                </a:extLst>
              </p14:cNvPr>
              <p14:cNvContentPartPr/>
              <p14:nvPr/>
            </p14:nvContentPartPr>
            <p14:xfrm>
              <a:off x="5528426" y="2107457"/>
              <a:ext cx="162720" cy="18720"/>
            </p14:xfrm>
          </p:contentPart>
        </mc:Choice>
        <mc:Fallback xmlns="">
          <p:pic>
            <p:nvPicPr>
              <p:cNvPr id="29" name="Ink 28">
                <a:extLst>
                  <a:ext uri="{FF2B5EF4-FFF2-40B4-BE49-F238E27FC236}">
                    <a16:creationId xmlns:a16="http://schemas.microsoft.com/office/drawing/2014/main" id="{5D725D77-1C5D-463A-9A05-3751B86C578C}"/>
                  </a:ext>
                </a:extLst>
              </p:cNvPr>
              <p:cNvPicPr/>
              <p:nvPr/>
            </p:nvPicPr>
            <p:blipFill>
              <a:blip r:embed="rId25"/>
              <a:stretch>
                <a:fillRect/>
              </a:stretch>
            </p:blipFill>
            <p:spPr>
              <a:xfrm>
                <a:off x="5519426" y="2098817"/>
                <a:ext cx="180360" cy="363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6">
            <p14:nvContentPartPr>
              <p14:cNvPr id="33" name="Ink 32">
                <a:extLst>
                  <a:ext uri="{FF2B5EF4-FFF2-40B4-BE49-F238E27FC236}">
                    <a16:creationId xmlns:a16="http://schemas.microsoft.com/office/drawing/2014/main" id="{9C101774-F834-4A33-AC67-C315018CBB14}"/>
                  </a:ext>
                </a:extLst>
              </p14:cNvPr>
              <p14:cNvContentPartPr/>
              <p14:nvPr/>
            </p14:nvContentPartPr>
            <p14:xfrm>
              <a:off x="5844506" y="1749977"/>
              <a:ext cx="581400" cy="178200"/>
            </p14:xfrm>
          </p:contentPart>
        </mc:Choice>
        <mc:Fallback xmlns="">
          <p:pic>
            <p:nvPicPr>
              <p:cNvPr id="33" name="Ink 32">
                <a:extLst>
                  <a:ext uri="{FF2B5EF4-FFF2-40B4-BE49-F238E27FC236}">
                    <a16:creationId xmlns:a16="http://schemas.microsoft.com/office/drawing/2014/main" id="{9C101774-F834-4A33-AC67-C315018CBB14}"/>
                  </a:ext>
                </a:extLst>
              </p:cNvPr>
              <p:cNvPicPr/>
              <p:nvPr/>
            </p:nvPicPr>
            <p:blipFill>
              <a:blip r:embed="rId27"/>
              <a:stretch>
                <a:fillRect/>
              </a:stretch>
            </p:blipFill>
            <p:spPr>
              <a:xfrm>
                <a:off x="5835866" y="1741337"/>
                <a:ext cx="599040" cy="1958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8">
            <p14:nvContentPartPr>
              <p14:cNvPr id="34" name="Ink 33">
                <a:extLst>
                  <a:ext uri="{FF2B5EF4-FFF2-40B4-BE49-F238E27FC236}">
                    <a16:creationId xmlns:a16="http://schemas.microsoft.com/office/drawing/2014/main" id="{58536DA1-65CE-4D74-991C-6C9E1AD2F0BB}"/>
                  </a:ext>
                </a:extLst>
              </p14:cNvPr>
              <p14:cNvContentPartPr/>
              <p14:nvPr/>
            </p14:nvContentPartPr>
            <p14:xfrm>
              <a:off x="5847386" y="1908017"/>
              <a:ext cx="161640" cy="312480"/>
            </p14:xfrm>
          </p:contentPart>
        </mc:Choice>
        <mc:Fallback xmlns="">
          <p:pic>
            <p:nvPicPr>
              <p:cNvPr id="34" name="Ink 33">
                <a:extLst>
                  <a:ext uri="{FF2B5EF4-FFF2-40B4-BE49-F238E27FC236}">
                    <a16:creationId xmlns:a16="http://schemas.microsoft.com/office/drawing/2014/main" id="{58536DA1-65CE-4D74-991C-6C9E1AD2F0BB}"/>
                  </a:ext>
                </a:extLst>
              </p:cNvPr>
              <p:cNvPicPr/>
              <p:nvPr/>
            </p:nvPicPr>
            <p:blipFill>
              <a:blip r:embed="rId29"/>
              <a:stretch>
                <a:fillRect/>
              </a:stretch>
            </p:blipFill>
            <p:spPr>
              <a:xfrm>
                <a:off x="5838386" y="1899377"/>
                <a:ext cx="179280" cy="3301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0">
            <p14:nvContentPartPr>
              <p14:cNvPr id="35" name="Ink 34">
                <a:extLst>
                  <a:ext uri="{FF2B5EF4-FFF2-40B4-BE49-F238E27FC236}">
                    <a16:creationId xmlns:a16="http://schemas.microsoft.com/office/drawing/2014/main" id="{7B3E00B5-5350-4097-B28E-D0E33DE1FBD3}"/>
                  </a:ext>
                </a:extLst>
              </p14:cNvPr>
              <p14:cNvContentPartPr/>
              <p14:nvPr/>
            </p14:nvContentPartPr>
            <p14:xfrm>
              <a:off x="6135026" y="1934297"/>
              <a:ext cx="169920" cy="245880"/>
            </p14:xfrm>
          </p:contentPart>
        </mc:Choice>
        <mc:Fallback xmlns="">
          <p:pic>
            <p:nvPicPr>
              <p:cNvPr id="35" name="Ink 34">
                <a:extLst>
                  <a:ext uri="{FF2B5EF4-FFF2-40B4-BE49-F238E27FC236}">
                    <a16:creationId xmlns:a16="http://schemas.microsoft.com/office/drawing/2014/main" id="{7B3E00B5-5350-4097-B28E-D0E33DE1FBD3}"/>
                  </a:ext>
                </a:extLst>
              </p:cNvPr>
              <p:cNvPicPr/>
              <p:nvPr/>
            </p:nvPicPr>
            <p:blipFill>
              <a:blip r:embed="rId31"/>
              <a:stretch>
                <a:fillRect/>
              </a:stretch>
            </p:blipFill>
            <p:spPr>
              <a:xfrm>
                <a:off x="6126026" y="1925297"/>
                <a:ext cx="187560" cy="2635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2">
            <p14:nvContentPartPr>
              <p14:cNvPr id="37" name="Ink 36">
                <a:extLst>
                  <a:ext uri="{FF2B5EF4-FFF2-40B4-BE49-F238E27FC236}">
                    <a16:creationId xmlns:a16="http://schemas.microsoft.com/office/drawing/2014/main" id="{447A2862-63A4-4F94-9428-8E30F15DD470}"/>
                  </a:ext>
                </a:extLst>
              </p14:cNvPr>
              <p14:cNvContentPartPr/>
              <p14:nvPr/>
            </p14:nvContentPartPr>
            <p14:xfrm>
              <a:off x="6473066" y="1688417"/>
              <a:ext cx="97920" cy="480240"/>
            </p14:xfrm>
          </p:contentPart>
        </mc:Choice>
        <mc:Fallback xmlns="">
          <p:pic>
            <p:nvPicPr>
              <p:cNvPr id="37" name="Ink 36">
                <a:extLst>
                  <a:ext uri="{FF2B5EF4-FFF2-40B4-BE49-F238E27FC236}">
                    <a16:creationId xmlns:a16="http://schemas.microsoft.com/office/drawing/2014/main" id="{447A2862-63A4-4F94-9428-8E30F15DD470}"/>
                  </a:ext>
                </a:extLst>
              </p:cNvPr>
              <p:cNvPicPr/>
              <p:nvPr/>
            </p:nvPicPr>
            <p:blipFill>
              <a:blip r:embed="rId33"/>
              <a:stretch>
                <a:fillRect/>
              </a:stretch>
            </p:blipFill>
            <p:spPr>
              <a:xfrm>
                <a:off x="6464426" y="1679777"/>
                <a:ext cx="115560" cy="4978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4">
            <p14:nvContentPartPr>
              <p14:cNvPr id="38" name="Ink 37">
                <a:extLst>
                  <a:ext uri="{FF2B5EF4-FFF2-40B4-BE49-F238E27FC236}">
                    <a16:creationId xmlns:a16="http://schemas.microsoft.com/office/drawing/2014/main" id="{8C4E5891-3F5B-4353-BE6A-A258218CBF33}"/>
                  </a:ext>
                </a:extLst>
              </p14:cNvPr>
              <p14:cNvContentPartPr/>
              <p14:nvPr/>
            </p14:nvContentPartPr>
            <p14:xfrm>
              <a:off x="6380906" y="1656737"/>
              <a:ext cx="329040" cy="667080"/>
            </p14:xfrm>
          </p:contentPart>
        </mc:Choice>
        <mc:Fallback xmlns="">
          <p:pic>
            <p:nvPicPr>
              <p:cNvPr id="38" name="Ink 37">
                <a:extLst>
                  <a:ext uri="{FF2B5EF4-FFF2-40B4-BE49-F238E27FC236}">
                    <a16:creationId xmlns:a16="http://schemas.microsoft.com/office/drawing/2014/main" id="{8C4E5891-3F5B-4353-BE6A-A258218CBF33}"/>
                  </a:ext>
                </a:extLst>
              </p:cNvPr>
              <p:cNvPicPr/>
              <p:nvPr/>
            </p:nvPicPr>
            <p:blipFill>
              <a:blip r:embed="rId35"/>
              <a:stretch>
                <a:fillRect/>
              </a:stretch>
            </p:blipFill>
            <p:spPr>
              <a:xfrm>
                <a:off x="6371906" y="1647737"/>
                <a:ext cx="346680" cy="6847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6">
            <p14:nvContentPartPr>
              <p14:cNvPr id="43" name="Ink 42">
                <a:extLst>
                  <a:ext uri="{FF2B5EF4-FFF2-40B4-BE49-F238E27FC236}">
                    <a16:creationId xmlns:a16="http://schemas.microsoft.com/office/drawing/2014/main" id="{1BF3D866-BE56-48C5-B36D-FEA021C0F86A}"/>
                  </a:ext>
                </a:extLst>
              </p14:cNvPr>
              <p14:cNvContentPartPr/>
              <p14:nvPr/>
            </p14:nvContentPartPr>
            <p14:xfrm>
              <a:off x="7859066" y="2014937"/>
              <a:ext cx="9360" cy="6840"/>
            </p14:xfrm>
          </p:contentPart>
        </mc:Choice>
        <mc:Fallback xmlns="">
          <p:pic>
            <p:nvPicPr>
              <p:cNvPr id="43" name="Ink 42">
                <a:extLst>
                  <a:ext uri="{FF2B5EF4-FFF2-40B4-BE49-F238E27FC236}">
                    <a16:creationId xmlns:a16="http://schemas.microsoft.com/office/drawing/2014/main" id="{1BF3D866-BE56-48C5-B36D-FEA021C0F86A}"/>
                  </a:ext>
                </a:extLst>
              </p:cNvPr>
              <p:cNvPicPr/>
              <p:nvPr/>
            </p:nvPicPr>
            <p:blipFill>
              <a:blip r:embed="rId37"/>
              <a:stretch>
                <a:fillRect/>
              </a:stretch>
            </p:blipFill>
            <p:spPr>
              <a:xfrm>
                <a:off x="7849706" y="2005937"/>
                <a:ext cx="27706" cy="24480"/>
              </a:xfrm>
              <a:prstGeom prst="rect">
                <a:avLst/>
              </a:prstGeom>
            </p:spPr>
          </p:pic>
        </mc:Fallback>
      </mc:AlternateContent>
      <p:grpSp>
        <p:nvGrpSpPr>
          <p:cNvPr id="61" name="Group 60">
            <a:extLst>
              <a:ext uri="{FF2B5EF4-FFF2-40B4-BE49-F238E27FC236}">
                <a16:creationId xmlns:a16="http://schemas.microsoft.com/office/drawing/2014/main" id="{2E9CC219-B185-4A16-B52C-CF17E44F4D08}"/>
              </a:ext>
            </a:extLst>
          </p:cNvPr>
          <p:cNvGrpSpPr/>
          <p:nvPr/>
        </p:nvGrpSpPr>
        <p:grpSpPr>
          <a:xfrm>
            <a:off x="3556706" y="1693457"/>
            <a:ext cx="446400" cy="365760"/>
            <a:chOff x="3556706" y="1693457"/>
            <a:chExt cx="446400" cy="365760"/>
          </a:xfrm>
        </p:grpSpPr>
        <mc:AlternateContent xmlns:mc="http://schemas.openxmlformats.org/markup-compatibility/2006" xmlns:p14="http://schemas.microsoft.com/office/powerpoint/2010/main" xmlns:aink="http://schemas.microsoft.com/office/drawing/2016/ink">
          <mc:Choice Requires="p14 aink">
            <p:contentPart p14:bwMode="auto" r:id="rId38">
              <p14:nvContentPartPr>
                <p14:cNvPr id="52" name="Ink 51">
                  <a:extLst>
                    <a:ext uri="{FF2B5EF4-FFF2-40B4-BE49-F238E27FC236}">
                      <a16:creationId xmlns:a16="http://schemas.microsoft.com/office/drawing/2014/main" id="{0681AE7F-23CE-4828-B279-A80553D62F52}"/>
                    </a:ext>
                  </a:extLst>
                </p14:cNvPr>
                <p14:cNvContentPartPr/>
                <p14:nvPr/>
              </p14:nvContentPartPr>
              <p14:xfrm>
                <a:off x="3620786" y="1761857"/>
                <a:ext cx="46080" cy="273240"/>
              </p14:xfrm>
            </p:contentPart>
          </mc:Choice>
          <mc:Fallback xmlns="">
            <p:pic>
              <p:nvPicPr>
                <p:cNvPr id="52" name="Ink 51">
                  <a:extLst>
                    <a:ext uri="{FF2B5EF4-FFF2-40B4-BE49-F238E27FC236}">
                      <a16:creationId xmlns:a16="http://schemas.microsoft.com/office/drawing/2014/main" id="{0681AE7F-23CE-4828-B279-A80553D62F52}"/>
                    </a:ext>
                  </a:extLst>
                </p:cNvPr>
                <p:cNvPicPr/>
                <p:nvPr/>
              </p:nvPicPr>
              <p:blipFill>
                <a:blip r:embed="rId55"/>
                <a:stretch>
                  <a:fillRect/>
                </a:stretch>
              </p:blipFill>
              <p:spPr>
                <a:xfrm>
                  <a:off x="3612146" y="1752857"/>
                  <a:ext cx="63720" cy="2908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56">
              <p14:nvContentPartPr>
                <p14:cNvPr id="53" name="Ink 52">
                  <a:extLst>
                    <a:ext uri="{FF2B5EF4-FFF2-40B4-BE49-F238E27FC236}">
                      <a16:creationId xmlns:a16="http://schemas.microsoft.com/office/drawing/2014/main" id="{D14D5BA3-4D25-45C3-9B27-9DF7D2DF5E5C}"/>
                    </a:ext>
                  </a:extLst>
                </p14:cNvPr>
                <p14:cNvContentPartPr/>
                <p14:nvPr/>
              </p14:nvContentPartPr>
              <p14:xfrm>
                <a:off x="3556706" y="1693457"/>
                <a:ext cx="196920" cy="365760"/>
              </p14:xfrm>
            </p:contentPart>
          </mc:Choice>
          <mc:Fallback xmlns="">
            <p:pic>
              <p:nvPicPr>
                <p:cNvPr id="53" name="Ink 52">
                  <a:extLst>
                    <a:ext uri="{FF2B5EF4-FFF2-40B4-BE49-F238E27FC236}">
                      <a16:creationId xmlns:a16="http://schemas.microsoft.com/office/drawing/2014/main" id="{D14D5BA3-4D25-45C3-9B27-9DF7D2DF5E5C}"/>
                    </a:ext>
                  </a:extLst>
                </p:cNvPr>
                <p:cNvPicPr/>
                <p:nvPr/>
              </p:nvPicPr>
              <p:blipFill>
                <a:blip r:embed="rId57"/>
                <a:stretch>
                  <a:fillRect/>
                </a:stretch>
              </p:blipFill>
              <p:spPr>
                <a:xfrm>
                  <a:off x="3547706" y="1684457"/>
                  <a:ext cx="214560" cy="3834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58">
              <p14:nvContentPartPr>
                <p14:cNvPr id="54" name="Ink 53">
                  <a:extLst>
                    <a:ext uri="{FF2B5EF4-FFF2-40B4-BE49-F238E27FC236}">
                      <a16:creationId xmlns:a16="http://schemas.microsoft.com/office/drawing/2014/main" id="{C6E296D6-EA48-46F7-ACD3-6E96835A7814}"/>
                    </a:ext>
                  </a:extLst>
                </p14:cNvPr>
                <p14:cNvContentPartPr/>
                <p14:nvPr/>
              </p14:nvContentPartPr>
              <p14:xfrm>
                <a:off x="3896186" y="1813697"/>
                <a:ext cx="106920" cy="23040"/>
              </p14:xfrm>
            </p:contentPart>
          </mc:Choice>
          <mc:Fallback xmlns="">
            <p:pic>
              <p:nvPicPr>
                <p:cNvPr id="54" name="Ink 53">
                  <a:extLst>
                    <a:ext uri="{FF2B5EF4-FFF2-40B4-BE49-F238E27FC236}">
                      <a16:creationId xmlns:a16="http://schemas.microsoft.com/office/drawing/2014/main" id="{C6E296D6-EA48-46F7-ACD3-6E96835A7814}"/>
                    </a:ext>
                  </a:extLst>
                </p:cNvPr>
                <p:cNvPicPr/>
                <p:nvPr/>
              </p:nvPicPr>
              <p:blipFill>
                <a:blip r:embed="rId59"/>
                <a:stretch>
                  <a:fillRect/>
                </a:stretch>
              </p:blipFill>
              <p:spPr>
                <a:xfrm>
                  <a:off x="3887546" y="1805057"/>
                  <a:ext cx="124560" cy="406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60">
              <p14:nvContentPartPr>
                <p14:cNvPr id="55" name="Ink 54">
                  <a:extLst>
                    <a:ext uri="{FF2B5EF4-FFF2-40B4-BE49-F238E27FC236}">
                      <a16:creationId xmlns:a16="http://schemas.microsoft.com/office/drawing/2014/main" id="{D94AB03F-E5D6-4804-87B0-E9A7E2B1BAA9}"/>
                    </a:ext>
                  </a:extLst>
                </p14:cNvPr>
                <p14:cNvContentPartPr/>
                <p14:nvPr/>
              </p14:nvContentPartPr>
              <p14:xfrm>
                <a:off x="3865586" y="1909097"/>
                <a:ext cx="104400" cy="26280"/>
              </p14:xfrm>
            </p:contentPart>
          </mc:Choice>
          <mc:Fallback xmlns="">
            <p:pic>
              <p:nvPicPr>
                <p:cNvPr id="55" name="Ink 54">
                  <a:extLst>
                    <a:ext uri="{FF2B5EF4-FFF2-40B4-BE49-F238E27FC236}">
                      <a16:creationId xmlns:a16="http://schemas.microsoft.com/office/drawing/2014/main" id="{D94AB03F-E5D6-4804-87B0-E9A7E2B1BAA9}"/>
                    </a:ext>
                  </a:extLst>
                </p:cNvPr>
                <p:cNvPicPr/>
                <p:nvPr/>
              </p:nvPicPr>
              <p:blipFill>
                <a:blip r:embed="rId61"/>
                <a:stretch>
                  <a:fillRect/>
                </a:stretch>
              </p:blipFill>
              <p:spPr>
                <a:xfrm>
                  <a:off x="3856586" y="1900457"/>
                  <a:ext cx="122040" cy="43920"/>
                </a:xfrm>
                <a:prstGeom prst="rect">
                  <a:avLst/>
                </a:prstGeom>
              </p:spPr>
            </p:pic>
          </mc:Fallback>
        </mc:AlternateContent>
      </p:grpSp>
      <mc:AlternateContent xmlns:mc="http://schemas.openxmlformats.org/markup-compatibility/2006" xmlns:p14="http://schemas.microsoft.com/office/powerpoint/2010/main" xmlns:aink="http://schemas.microsoft.com/office/drawing/2016/ink">
        <mc:Choice Requires="p14 aink">
          <p:contentPart p14:bwMode="auto" r:id="rId62">
            <p14:nvContentPartPr>
              <p14:cNvPr id="106" name="Ink 105">
                <a:extLst>
                  <a:ext uri="{FF2B5EF4-FFF2-40B4-BE49-F238E27FC236}">
                    <a16:creationId xmlns:a16="http://schemas.microsoft.com/office/drawing/2014/main" id="{B2A254E8-7B39-4D81-AECD-F3D5C3F65C8F}"/>
                  </a:ext>
                </a:extLst>
              </p14:cNvPr>
              <p14:cNvContentPartPr/>
              <p14:nvPr/>
            </p14:nvContentPartPr>
            <p14:xfrm>
              <a:off x="10201946" y="3041297"/>
              <a:ext cx="1440" cy="10440"/>
            </p14:xfrm>
          </p:contentPart>
        </mc:Choice>
        <mc:Fallback xmlns="">
          <p:pic>
            <p:nvPicPr>
              <p:cNvPr id="106" name="Ink 105">
                <a:extLst>
                  <a:ext uri="{FF2B5EF4-FFF2-40B4-BE49-F238E27FC236}">
                    <a16:creationId xmlns:a16="http://schemas.microsoft.com/office/drawing/2014/main" id="{B2A254E8-7B39-4D81-AECD-F3D5C3F65C8F}"/>
                  </a:ext>
                </a:extLst>
              </p:cNvPr>
              <p:cNvPicPr/>
              <p:nvPr/>
            </p:nvPicPr>
            <p:blipFill>
              <a:blip r:embed="rId63"/>
              <a:stretch>
                <a:fillRect/>
              </a:stretch>
            </p:blipFill>
            <p:spPr>
              <a:xfrm>
                <a:off x="10192946" y="3032297"/>
                <a:ext cx="19080" cy="280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64">
            <p14:nvContentPartPr>
              <p14:cNvPr id="23" name="Ink 22">
                <a:extLst>
                  <a:ext uri="{FF2B5EF4-FFF2-40B4-BE49-F238E27FC236}">
                    <a16:creationId xmlns:a16="http://schemas.microsoft.com/office/drawing/2014/main" id="{76789537-55C2-4DB0-BCAF-0D69465DD573}"/>
                  </a:ext>
                </a:extLst>
              </p14:cNvPr>
              <p14:cNvContentPartPr/>
              <p14:nvPr/>
            </p14:nvContentPartPr>
            <p14:xfrm>
              <a:off x="4840466" y="2064977"/>
              <a:ext cx="60120" cy="115560"/>
            </p14:xfrm>
          </p:contentPart>
        </mc:Choice>
        <mc:Fallback xmlns="">
          <p:pic>
            <p:nvPicPr>
              <p:cNvPr id="23" name="Ink 22">
                <a:extLst>
                  <a:ext uri="{FF2B5EF4-FFF2-40B4-BE49-F238E27FC236}">
                    <a16:creationId xmlns:a16="http://schemas.microsoft.com/office/drawing/2014/main" id="{76789537-55C2-4DB0-BCAF-0D69465DD573}"/>
                  </a:ext>
                </a:extLst>
              </p:cNvPr>
              <p:cNvPicPr/>
              <p:nvPr/>
            </p:nvPicPr>
            <p:blipFill>
              <a:blip r:embed="rId65"/>
              <a:stretch>
                <a:fillRect/>
              </a:stretch>
            </p:blipFill>
            <p:spPr>
              <a:xfrm>
                <a:off x="4831826" y="2056337"/>
                <a:ext cx="77760" cy="1332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66">
            <p14:nvContentPartPr>
              <p14:cNvPr id="30" name="Ink 29">
                <a:extLst>
                  <a:ext uri="{FF2B5EF4-FFF2-40B4-BE49-F238E27FC236}">
                    <a16:creationId xmlns:a16="http://schemas.microsoft.com/office/drawing/2014/main" id="{D576E928-109B-4064-BE9E-5DCBFD951561}"/>
                  </a:ext>
                </a:extLst>
              </p14:cNvPr>
              <p14:cNvContentPartPr/>
              <p14:nvPr/>
            </p14:nvContentPartPr>
            <p14:xfrm>
              <a:off x="8930426" y="2171177"/>
              <a:ext cx="70200" cy="169560"/>
            </p14:xfrm>
          </p:contentPart>
        </mc:Choice>
        <mc:Fallback xmlns="">
          <p:pic>
            <p:nvPicPr>
              <p:cNvPr id="30" name="Ink 29">
                <a:extLst>
                  <a:ext uri="{FF2B5EF4-FFF2-40B4-BE49-F238E27FC236}">
                    <a16:creationId xmlns:a16="http://schemas.microsoft.com/office/drawing/2014/main" id="{D576E928-109B-4064-BE9E-5DCBFD951561}"/>
                  </a:ext>
                </a:extLst>
              </p:cNvPr>
              <p:cNvPicPr/>
              <p:nvPr/>
            </p:nvPicPr>
            <p:blipFill>
              <a:blip r:embed="rId67"/>
              <a:stretch>
                <a:fillRect/>
              </a:stretch>
            </p:blipFill>
            <p:spPr>
              <a:xfrm>
                <a:off x="8921426" y="2162537"/>
                <a:ext cx="87840" cy="187200"/>
              </a:xfrm>
              <a:prstGeom prst="rect">
                <a:avLst/>
              </a:prstGeom>
            </p:spPr>
          </p:pic>
        </mc:Fallback>
      </mc:AlternateContent>
      <p:grpSp>
        <p:nvGrpSpPr>
          <p:cNvPr id="63" name="Group 62">
            <a:extLst>
              <a:ext uri="{FF2B5EF4-FFF2-40B4-BE49-F238E27FC236}">
                <a16:creationId xmlns:a16="http://schemas.microsoft.com/office/drawing/2014/main" id="{D18F3196-8D50-4070-8E8D-D54848DE0E5F}"/>
              </a:ext>
            </a:extLst>
          </p:cNvPr>
          <p:cNvGrpSpPr/>
          <p:nvPr/>
        </p:nvGrpSpPr>
        <p:grpSpPr>
          <a:xfrm>
            <a:off x="9336506" y="1641617"/>
            <a:ext cx="294120" cy="445680"/>
            <a:chOff x="9336506" y="1641617"/>
            <a:chExt cx="294120" cy="445680"/>
          </a:xfrm>
        </p:grpSpPr>
        <mc:AlternateContent xmlns:mc="http://schemas.openxmlformats.org/markup-compatibility/2006" xmlns:p14="http://schemas.microsoft.com/office/powerpoint/2010/main" xmlns:aink="http://schemas.microsoft.com/office/drawing/2016/ink">
          <mc:Choice Requires="p14 aink">
            <p:contentPart p14:bwMode="auto" r:id="rId68">
              <p14:nvContentPartPr>
                <p14:cNvPr id="31" name="Ink 30">
                  <a:extLst>
                    <a:ext uri="{FF2B5EF4-FFF2-40B4-BE49-F238E27FC236}">
                      <a16:creationId xmlns:a16="http://schemas.microsoft.com/office/drawing/2014/main" id="{DACDC40E-4E51-4149-BDAE-C7CAE84C6285}"/>
                    </a:ext>
                  </a:extLst>
                </p14:cNvPr>
                <p14:cNvContentPartPr/>
                <p14:nvPr/>
              </p14:nvContentPartPr>
              <p14:xfrm>
                <a:off x="9336506" y="1644497"/>
                <a:ext cx="110520" cy="442800"/>
              </p14:xfrm>
            </p:contentPart>
          </mc:Choice>
          <mc:Fallback xmlns="">
            <p:pic>
              <p:nvPicPr>
                <p:cNvPr id="31" name="Ink 30">
                  <a:extLst>
                    <a:ext uri="{FF2B5EF4-FFF2-40B4-BE49-F238E27FC236}">
                      <a16:creationId xmlns:a16="http://schemas.microsoft.com/office/drawing/2014/main" id="{DACDC40E-4E51-4149-BDAE-C7CAE84C6285}"/>
                    </a:ext>
                  </a:extLst>
                </p:cNvPr>
                <p:cNvPicPr/>
                <p:nvPr/>
              </p:nvPicPr>
              <p:blipFill>
                <a:blip r:embed="rId69"/>
                <a:stretch>
                  <a:fillRect/>
                </a:stretch>
              </p:blipFill>
              <p:spPr>
                <a:xfrm>
                  <a:off x="9327506" y="1635497"/>
                  <a:ext cx="128160" cy="4604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70">
              <p14:nvContentPartPr>
                <p14:cNvPr id="32" name="Ink 31">
                  <a:extLst>
                    <a:ext uri="{FF2B5EF4-FFF2-40B4-BE49-F238E27FC236}">
                      <a16:creationId xmlns:a16="http://schemas.microsoft.com/office/drawing/2014/main" id="{9F66E11D-B58B-426D-96BA-C43850CA75DC}"/>
                    </a:ext>
                  </a:extLst>
                </p14:cNvPr>
                <p14:cNvContentPartPr/>
                <p14:nvPr/>
              </p14:nvContentPartPr>
              <p14:xfrm>
                <a:off x="9521906" y="1641617"/>
                <a:ext cx="108720" cy="422280"/>
              </p14:xfrm>
            </p:contentPart>
          </mc:Choice>
          <mc:Fallback xmlns="">
            <p:pic>
              <p:nvPicPr>
                <p:cNvPr id="32" name="Ink 31">
                  <a:extLst>
                    <a:ext uri="{FF2B5EF4-FFF2-40B4-BE49-F238E27FC236}">
                      <a16:creationId xmlns:a16="http://schemas.microsoft.com/office/drawing/2014/main" id="{9F66E11D-B58B-426D-96BA-C43850CA75DC}"/>
                    </a:ext>
                  </a:extLst>
                </p:cNvPr>
                <p:cNvPicPr/>
                <p:nvPr/>
              </p:nvPicPr>
              <p:blipFill>
                <a:blip r:embed="rId71"/>
                <a:stretch>
                  <a:fillRect/>
                </a:stretch>
              </p:blipFill>
              <p:spPr>
                <a:xfrm>
                  <a:off x="9512906" y="1632617"/>
                  <a:ext cx="126360" cy="439920"/>
                </a:xfrm>
                <a:prstGeom prst="rect">
                  <a:avLst/>
                </a:prstGeom>
              </p:spPr>
            </p:pic>
          </mc:Fallback>
        </mc:AlternateContent>
      </p:grpSp>
      <p:grpSp>
        <p:nvGrpSpPr>
          <p:cNvPr id="72" name="Group 71">
            <a:extLst>
              <a:ext uri="{FF2B5EF4-FFF2-40B4-BE49-F238E27FC236}">
                <a16:creationId xmlns:a16="http://schemas.microsoft.com/office/drawing/2014/main" id="{8870BDF1-0F46-4704-BFCB-7308556793AE}"/>
              </a:ext>
            </a:extLst>
          </p:cNvPr>
          <p:cNvGrpSpPr/>
          <p:nvPr/>
        </p:nvGrpSpPr>
        <p:grpSpPr>
          <a:xfrm>
            <a:off x="9877226" y="1530737"/>
            <a:ext cx="1397160" cy="815040"/>
            <a:chOff x="9877226" y="1530737"/>
            <a:chExt cx="1397160" cy="815040"/>
          </a:xfrm>
        </p:grpSpPr>
        <mc:AlternateContent xmlns:mc="http://schemas.openxmlformats.org/markup-compatibility/2006" xmlns:p14="http://schemas.microsoft.com/office/powerpoint/2010/main" xmlns:aink="http://schemas.microsoft.com/office/drawing/2016/ink">
          <mc:Choice Requires="p14 aink">
            <p:contentPart p14:bwMode="auto" r:id="rId72">
              <p14:nvContentPartPr>
                <p14:cNvPr id="36" name="Ink 35">
                  <a:extLst>
                    <a:ext uri="{FF2B5EF4-FFF2-40B4-BE49-F238E27FC236}">
                      <a16:creationId xmlns:a16="http://schemas.microsoft.com/office/drawing/2014/main" id="{B2AF96BE-9942-4EB8-AC91-6C5BE4E2A827}"/>
                    </a:ext>
                  </a:extLst>
                </p14:cNvPr>
                <p14:cNvContentPartPr/>
                <p14:nvPr/>
              </p14:nvContentPartPr>
              <p14:xfrm>
                <a:off x="9877226" y="1810097"/>
                <a:ext cx="146160" cy="298080"/>
              </p14:xfrm>
            </p:contentPart>
          </mc:Choice>
          <mc:Fallback xmlns="">
            <p:pic>
              <p:nvPicPr>
                <p:cNvPr id="36" name="Ink 35">
                  <a:extLst>
                    <a:ext uri="{FF2B5EF4-FFF2-40B4-BE49-F238E27FC236}">
                      <a16:creationId xmlns:a16="http://schemas.microsoft.com/office/drawing/2014/main" id="{B2AF96BE-9942-4EB8-AC91-6C5BE4E2A827}"/>
                    </a:ext>
                  </a:extLst>
                </p:cNvPr>
                <p:cNvPicPr/>
                <p:nvPr/>
              </p:nvPicPr>
              <p:blipFill>
                <a:blip r:embed="rId73"/>
                <a:stretch>
                  <a:fillRect/>
                </a:stretch>
              </p:blipFill>
              <p:spPr>
                <a:xfrm>
                  <a:off x="9868226" y="1801097"/>
                  <a:ext cx="163800" cy="3157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74">
              <p14:nvContentPartPr>
                <p14:cNvPr id="39" name="Ink 38">
                  <a:extLst>
                    <a:ext uri="{FF2B5EF4-FFF2-40B4-BE49-F238E27FC236}">
                      <a16:creationId xmlns:a16="http://schemas.microsoft.com/office/drawing/2014/main" id="{ADC7D7C0-C770-43A4-984D-3FB17C6CADF5}"/>
                    </a:ext>
                  </a:extLst>
                </p14:cNvPr>
                <p14:cNvContentPartPr/>
                <p14:nvPr/>
              </p14:nvContentPartPr>
              <p14:xfrm>
                <a:off x="9985226" y="1869137"/>
                <a:ext cx="87840" cy="289800"/>
              </p14:xfrm>
            </p:contentPart>
          </mc:Choice>
          <mc:Fallback xmlns="">
            <p:pic>
              <p:nvPicPr>
                <p:cNvPr id="39" name="Ink 38">
                  <a:extLst>
                    <a:ext uri="{FF2B5EF4-FFF2-40B4-BE49-F238E27FC236}">
                      <a16:creationId xmlns:a16="http://schemas.microsoft.com/office/drawing/2014/main" id="{ADC7D7C0-C770-43A4-984D-3FB17C6CADF5}"/>
                    </a:ext>
                  </a:extLst>
                </p:cNvPr>
                <p:cNvPicPr/>
                <p:nvPr/>
              </p:nvPicPr>
              <p:blipFill>
                <a:blip r:embed="rId75"/>
                <a:stretch>
                  <a:fillRect/>
                </a:stretch>
              </p:blipFill>
              <p:spPr>
                <a:xfrm>
                  <a:off x="9976226" y="1860497"/>
                  <a:ext cx="105480" cy="3074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76">
              <p14:nvContentPartPr>
                <p14:cNvPr id="44" name="Ink 43">
                  <a:extLst>
                    <a:ext uri="{FF2B5EF4-FFF2-40B4-BE49-F238E27FC236}">
                      <a16:creationId xmlns:a16="http://schemas.microsoft.com/office/drawing/2014/main" id="{955B9EFF-6050-4834-9D35-5B77D372C31B}"/>
                    </a:ext>
                  </a:extLst>
                </p14:cNvPr>
                <p14:cNvContentPartPr/>
                <p14:nvPr/>
              </p14:nvContentPartPr>
              <p14:xfrm>
                <a:off x="10090706" y="1935737"/>
                <a:ext cx="119520" cy="178200"/>
              </p14:xfrm>
            </p:contentPart>
          </mc:Choice>
          <mc:Fallback xmlns="">
            <p:pic>
              <p:nvPicPr>
                <p:cNvPr id="44" name="Ink 43">
                  <a:extLst>
                    <a:ext uri="{FF2B5EF4-FFF2-40B4-BE49-F238E27FC236}">
                      <a16:creationId xmlns:a16="http://schemas.microsoft.com/office/drawing/2014/main" id="{955B9EFF-6050-4834-9D35-5B77D372C31B}"/>
                    </a:ext>
                  </a:extLst>
                </p:cNvPr>
                <p:cNvPicPr/>
                <p:nvPr/>
              </p:nvPicPr>
              <p:blipFill>
                <a:blip r:embed="rId77"/>
                <a:stretch>
                  <a:fillRect/>
                </a:stretch>
              </p:blipFill>
              <p:spPr>
                <a:xfrm>
                  <a:off x="10082066" y="1926737"/>
                  <a:ext cx="137160" cy="1958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78">
              <p14:nvContentPartPr>
                <p14:cNvPr id="59" name="Ink 58">
                  <a:extLst>
                    <a:ext uri="{FF2B5EF4-FFF2-40B4-BE49-F238E27FC236}">
                      <a16:creationId xmlns:a16="http://schemas.microsoft.com/office/drawing/2014/main" id="{C5C809E8-F4CE-4D4F-A9E2-F5C2C4FBB2BA}"/>
                    </a:ext>
                  </a:extLst>
                </p14:cNvPr>
                <p14:cNvContentPartPr/>
                <p14:nvPr/>
              </p14:nvContentPartPr>
              <p14:xfrm>
                <a:off x="10163066" y="1923137"/>
                <a:ext cx="119880" cy="192960"/>
              </p14:xfrm>
            </p:contentPart>
          </mc:Choice>
          <mc:Fallback xmlns="">
            <p:pic>
              <p:nvPicPr>
                <p:cNvPr id="59" name="Ink 58">
                  <a:extLst>
                    <a:ext uri="{FF2B5EF4-FFF2-40B4-BE49-F238E27FC236}">
                      <a16:creationId xmlns:a16="http://schemas.microsoft.com/office/drawing/2014/main" id="{C5C809E8-F4CE-4D4F-A9E2-F5C2C4FBB2BA}"/>
                    </a:ext>
                  </a:extLst>
                </p:cNvPr>
                <p:cNvPicPr/>
                <p:nvPr/>
              </p:nvPicPr>
              <p:blipFill>
                <a:blip r:embed="rId79"/>
                <a:stretch>
                  <a:fillRect/>
                </a:stretch>
              </p:blipFill>
              <p:spPr>
                <a:xfrm>
                  <a:off x="10154066" y="1914137"/>
                  <a:ext cx="137520" cy="2106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80">
              <p14:nvContentPartPr>
                <p14:cNvPr id="64" name="Ink 63">
                  <a:extLst>
                    <a:ext uri="{FF2B5EF4-FFF2-40B4-BE49-F238E27FC236}">
                      <a16:creationId xmlns:a16="http://schemas.microsoft.com/office/drawing/2014/main" id="{2BC30BE1-7DC0-4B2C-8563-0F9BAE17A304}"/>
                    </a:ext>
                  </a:extLst>
                </p14:cNvPr>
                <p14:cNvContentPartPr/>
                <p14:nvPr/>
              </p14:nvContentPartPr>
              <p14:xfrm>
                <a:off x="10297346" y="1680497"/>
                <a:ext cx="169560" cy="485640"/>
              </p14:xfrm>
            </p:contentPart>
          </mc:Choice>
          <mc:Fallback xmlns="">
            <p:pic>
              <p:nvPicPr>
                <p:cNvPr id="64" name="Ink 63">
                  <a:extLst>
                    <a:ext uri="{FF2B5EF4-FFF2-40B4-BE49-F238E27FC236}">
                      <a16:creationId xmlns:a16="http://schemas.microsoft.com/office/drawing/2014/main" id="{2BC30BE1-7DC0-4B2C-8563-0F9BAE17A304}"/>
                    </a:ext>
                  </a:extLst>
                </p:cNvPr>
                <p:cNvPicPr/>
                <p:nvPr/>
              </p:nvPicPr>
              <p:blipFill>
                <a:blip r:embed="rId81"/>
                <a:stretch>
                  <a:fillRect/>
                </a:stretch>
              </p:blipFill>
              <p:spPr>
                <a:xfrm>
                  <a:off x="10288706" y="1671857"/>
                  <a:ext cx="187200" cy="5032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82">
              <p14:nvContentPartPr>
                <p14:cNvPr id="65" name="Ink 64">
                  <a:extLst>
                    <a:ext uri="{FF2B5EF4-FFF2-40B4-BE49-F238E27FC236}">
                      <a16:creationId xmlns:a16="http://schemas.microsoft.com/office/drawing/2014/main" id="{80507020-32C6-4A1E-9DB8-04BE8D494F54}"/>
                    </a:ext>
                  </a:extLst>
                </p14:cNvPr>
                <p14:cNvContentPartPr/>
                <p14:nvPr/>
              </p14:nvContentPartPr>
              <p14:xfrm>
                <a:off x="10350266" y="1847537"/>
                <a:ext cx="99360" cy="65160"/>
              </p14:xfrm>
            </p:contentPart>
          </mc:Choice>
          <mc:Fallback xmlns="">
            <p:pic>
              <p:nvPicPr>
                <p:cNvPr id="65" name="Ink 64">
                  <a:extLst>
                    <a:ext uri="{FF2B5EF4-FFF2-40B4-BE49-F238E27FC236}">
                      <a16:creationId xmlns:a16="http://schemas.microsoft.com/office/drawing/2014/main" id="{80507020-32C6-4A1E-9DB8-04BE8D494F54}"/>
                    </a:ext>
                  </a:extLst>
                </p:cNvPr>
                <p:cNvPicPr/>
                <p:nvPr/>
              </p:nvPicPr>
              <p:blipFill>
                <a:blip r:embed="rId83"/>
                <a:stretch>
                  <a:fillRect/>
                </a:stretch>
              </p:blipFill>
              <p:spPr>
                <a:xfrm>
                  <a:off x="10341626" y="1838537"/>
                  <a:ext cx="117000" cy="828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84">
              <p14:nvContentPartPr>
                <p14:cNvPr id="66" name="Ink 65">
                  <a:extLst>
                    <a:ext uri="{FF2B5EF4-FFF2-40B4-BE49-F238E27FC236}">
                      <a16:creationId xmlns:a16="http://schemas.microsoft.com/office/drawing/2014/main" id="{0BCFA5E2-D566-4119-93D4-5C4AF7B5D3B5}"/>
                    </a:ext>
                  </a:extLst>
                </p14:cNvPr>
                <p14:cNvContentPartPr/>
                <p14:nvPr/>
              </p14:nvContentPartPr>
              <p14:xfrm>
                <a:off x="10420106" y="1908017"/>
                <a:ext cx="162000" cy="221040"/>
              </p14:xfrm>
            </p:contentPart>
          </mc:Choice>
          <mc:Fallback xmlns="">
            <p:pic>
              <p:nvPicPr>
                <p:cNvPr id="66" name="Ink 65">
                  <a:extLst>
                    <a:ext uri="{FF2B5EF4-FFF2-40B4-BE49-F238E27FC236}">
                      <a16:creationId xmlns:a16="http://schemas.microsoft.com/office/drawing/2014/main" id="{0BCFA5E2-D566-4119-93D4-5C4AF7B5D3B5}"/>
                    </a:ext>
                  </a:extLst>
                </p:cNvPr>
                <p:cNvPicPr/>
                <p:nvPr/>
              </p:nvPicPr>
              <p:blipFill>
                <a:blip r:embed="rId85"/>
                <a:stretch>
                  <a:fillRect/>
                </a:stretch>
              </p:blipFill>
              <p:spPr>
                <a:xfrm>
                  <a:off x="10411466" y="1899377"/>
                  <a:ext cx="179640" cy="2386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86">
              <p14:nvContentPartPr>
                <p14:cNvPr id="68" name="Ink 67">
                  <a:extLst>
                    <a:ext uri="{FF2B5EF4-FFF2-40B4-BE49-F238E27FC236}">
                      <a16:creationId xmlns:a16="http://schemas.microsoft.com/office/drawing/2014/main" id="{1BC6ABB0-6397-4E04-BA29-443BBB75F08B}"/>
                    </a:ext>
                  </a:extLst>
                </p14:cNvPr>
                <p14:cNvContentPartPr/>
                <p14:nvPr/>
              </p14:nvContentPartPr>
              <p14:xfrm>
                <a:off x="10401026" y="1530737"/>
                <a:ext cx="633960" cy="815040"/>
              </p14:xfrm>
            </p:contentPart>
          </mc:Choice>
          <mc:Fallback xmlns="">
            <p:pic>
              <p:nvPicPr>
                <p:cNvPr id="68" name="Ink 67">
                  <a:extLst>
                    <a:ext uri="{FF2B5EF4-FFF2-40B4-BE49-F238E27FC236}">
                      <a16:creationId xmlns:a16="http://schemas.microsoft.com/office/drawing/2014/main" id="{1BC6ABB0-6397-4E04-BA29-443BBB75F08B}"/>
                    </a:ext>
                  </a:extLst>
                </p:cNvPr>
                <p:cNvPicPr/>
                <p:nvPr/>
              </p:nvPicPr>
              <p:blipFill>
                <a:blip r:embed="rId87"/>
                <a:stretch>
                  <a:fillRect/>
                </a:stretch>
              </p:blipFill>
              <p:spPr>
                <a:xfrm>
                  <a:off x="10392026" y="1521737"/>
                  <a:ext cx="651600" cy="8326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88">
              <p14:nvContentPartPr>
                <p14:cNvPr id="69" name="Ink 68">
                  <a:extLst>
                    <a:ext uri="{FF2B5EF4-FFF2-40B4-BE49-F238E27FC236}">
                      <a16:creationId xmlns:a16="http://schemas.microsoft.com/office/drawing/2014/main" id="{EF476F64-A96A-414E-939E-C5561C274323}"/>
                    </a:ext>
                  </a:extLst>
                </p14:cNvPr>
                <p14:cNvContentPartPr/>
                <p14:nvPr/>
              </p14:nvContentPartPr>
              <p14:xfrm>
                <a:off x="10676426" y="1950497"/>
                <a:ext cx="177480" cy="297000"/>
              </p14:xfrm>
            </p:contentPart>
          </mc:Choice>
          <mc:Fallback xmlns="">
            <p:pic>
              <p:nvPicPr>
                <p:cNvPr id="69" name="Ink 68">
                  <a:extLst>
                    <a:ext uri="{FF2B5EF4-FFF2-40B4-BE49-F238E27FC236}">
                      <a16:creationId xmlns:a16="http://schemas.microsoft.com/office/drawing/2014/main" id="{EF476F64-A96A-414E-939E-C5561C274323}"/>
                    </a:ext>
                  </a:extLst>
                </p:cNvPr>
                <p:cNvPicPr/>
                <p:nvPr/>
              </p:nvPicPr>
              <p:blipFill>
                <a:blip r:embed="rId89"/>
                <a:stretch>
                  <a:fillRect/>
                </a:stretch>
              </p:blipFill>
              <p:spPr>
                <a:xfrm>
                  <a:off x="10667786" y="1941497"/>
                  <a:ext cx="195120" cy="3146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90">
              <p14:nvContentPartPr>
                <p14:cNvPr id="70" name="Ink 69">
                  <a:extLst>
                    <a:ext uri="{FF2B5EF4-FFF2-40B4-BE49-F238E27FC236}">
                      <a16:creationId xmlns:a16="http://schemas.microsoft.com/office/drawing/2014/main" id="{563E89DA-D7B5-4AC0-8227-A71F273B2E71}"/>
                    </a:ext>
                  </a:extLst>
                </p14:cNvPr>
                <p14:cNvContentPartPr/>
                <p14:nvPr/>
              </p14:nvContentPartPr>
              <p14:xfrm>
                <a:off x="10813946" y="1987217"/>
                <a:ext cx="130680" cy="259920"/>
              </p14:xfrm>
            </p:contentPart>
          </mc:Choice>
          <mc:Fallback xmlns="">
            <p:pic>
              <p:nvPicPr>
                <p:cNvPr id="70" name="Ink 69">
                  <a:extLst>
                    <a:ext uri="{FF2B5EF4-FFF2-40B4-BE49-F238E27FC236}">
                      <a16:creationId xmlns:a16="http://schemas.microsoft.com/office/drawing/2014/main" id="{563E89DA-D7B5-4AC0-8227-A71F273B2E71}"/>
                    </a:ext>
                  </a:extLst>
                </p:cNvPr>
                <p:cNvPicPr/>
                <p:nvPr/>
              </p:nvPicPr>
              <p:blipFill>
                <a:blip r:embed="rId91"/>
                <a:stretch>
                  <a:fillRect/>
                </a:stretch>
              </p:blipFill>
              <p:spPr>
                <a:xfrm>
                  <a:off x="10805306" y="1978217"/>
                  <a:ext cx="148320" cy="2775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92">
              <p14:nvContentPartPr>
                <p14:cNvPr id="71" name="Ink 70">
                  <a:extLst>
                    <a:ext uri="{FF2B5EF4-FFF2-40B4-BE49-F238E27FC236}">
                      <a16:creationId xmlns:a16="http://schemas.microsoft.com/office/drawing/2014/main" id="{23040C29-1F12-4861-9B84-553B736D36D3}"/>
                    </a:ext>
                  </a:extLst>
                </p14:cNvPr>
                <p14:cNvContentPartPr/>
                <p14:nvPr/>
              </p14:nvContentPartPr>
              <p14:xfrm>
                <a:off x="10960106" y="1906217"/>
                <a:ext cx="314280" cy="318960"/>
              </p14:xfrm>
            </p:contentPart>
          </mc:Choice>
          <mc:Fallback xmlns="">
            <p:pic>
              <p:nvPicPr>
                <p:cNvPr id="71" name="Ink 70">
                  <a:extLst>
                    <a:ext uri="{FF2B5EF4-FFF2-40B4-BE49-F238E27FC236}">
                      <a16:creationId xmlns:a16="http://schemas.microsoft.com/office/drawing/2014/main" id="{23040C29-1F12-4861-9B84-553B736D36D3}"/>
                    </a:ext>
                  </a:extLst>
                </p:cNvPr>
                <p:cNvPicPr/>
                <p:nvPr/>
              </p:nvPicPr>
              <p:blipFill>
                <a:blip r:embed="rId93"/>
                <a:stretch>
                  <a:fillRect/>
                </a:stretch>
              </p:blipFill>
              <p:spPr>
                <a:xfrm>
                  <a:off x="10951106" y="1897577"/>
                  <a:ext cx="331920" cy="336600"/>
                </a:xfrm>
                <a:prstGeom prst="rect">
                  <a:avLst/>
                </a:prstGeom>
              </p:spPr>
            </p:pic>
          </mc:Fallback>
        </mc:AlternateContent>
      </p:grpSp>
      <mc:AlternateContent xmlns:mc="http://schemas.openxmlformats.org/markup-compatibility/2006" xmlns:p14="http://schemas.microsoft.com/office/powerpoint/2010/main" xmlns:aink="http://schemas.microsoft.com/office/drawing/2016/ink">
        <mc:Choice Requires="p14 aink">
          <p:contentPart p14:bwMode="auto" r:id="rId94">
            <p14:nvContentPartPr>
              <p14:cNvPr id="3" name="Ink 2">
                <a:extLst>
                  <a:ext uri="{FF2B5EF4-FFF2-40B4-BE49-F238E27FC236}">
                    <a16:creationId xmlns:a16="http://schemas.microsoft.com/office/drawing/2014/main" id="{C330542B-2A30-40F4-B5EF-5204601BA207}"/>
                  </a:ext>
                </a:extLst>
              </p14:cNvPr>
              <p14:cNvContentPartPr/>
              <p14:nvPr/>
            </p14:nvContentPartPr>
            <p14:xfrm>
              <a:off x="4118306" y="1538657"/>
              <a:ext cx="170640" cy="526680"/>
            </p14:xfrm>
          </p:contentPart>
        </mc:Choice>
        <mc:Fallback xmlns="">
          <p:pic>
            <p:nvPicPr>
              <p:cNvPr id="3" name="Ink 2">
                <a:extLst>
                  <a:ext uri="{FF2B5EF4-FFF2-40B4-BE49-F238E27FC236}">
                    <a16:creationId xmlns:a16="http://schemas.microsoft.com/office/drawing/2014/main" id="{C330542B-2A30-40F4-B5EF-5204601BA207}"/>
                  </a:ext>
                </a:extLst>
              </p:cNvPr>
              <p:cNvPicPr/>
              <p:nvPr/>
            </p:nvPicPr>
            <p:blipFill>
              <a:blip r:embed="rId95"/>
              <a:stretch>
                <a:fillRect/>
              </a:stretch>
            </p:blipFill>
            <p:spPr>
              <a:xfrm>
                <a:off x="4109306" y="1529657"/>
                <a:ext cx="188280" cy="5443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96">
            <p14:nvContentPartPr>
              <p14:cNvPr id="4" name="Ink 3">
                <a:extLst>
                  <a:ext uri="{FF2B5EF4-FFF2-40B4-BE49-F238E27FC236}">
                    <a16:creationId xmlns:a16="http://schemas.microsoft.com/office/drawing/2014/main" id="{FCAEA06E-116C-479A-AB98-E0B2D801D750}"/>
                  </a:ext>
                </a:extLst>
              </p14:cNvPr>
              <p14:cNvContentPartPr/>
              <p14:nvPr/>
            </p14:nvContentPartPr>
            <p14:xfrm>
              <a:off x="3984386" y="2249297"/>
              <a:ext cx="74160" cy="129600"/>
            </p14:xfrm>
          </p:contentPart>
        </mc:Choice>
        <mc:Fallback xmlns="">
          <p:pic>
            <p:nvPicPr>
              <p:cNvPr id="4" name="Ink 3">
                <a:extLst>
                  <a:ext uri="{FF2B5EF4-FFF2-40B4-BE49-F238E27FC236}">
                    <a16:creationId xmlns:a16="http://schemas.microsoft.com/office/drawing/2014/main" id="{FCAEA06E-116C-479A-AB98-E0B2D801D750}"/>
                  </a:ext>
                </a:extLst>
              </p:cNvPr>
              <p:cNvPicPr/>
              <p:nvPr/>
            </p:nvPicPr>
            <p:blipFill>
              <a:blip r:embed="rId97"/>
              <a:stretch>
                <a:fillRect/>
              </a:stretch>
            </p:blipFill>
            <p:spPr>
              <a:xfrm>
                <a:off x="3975746" y="2240657"/>
                <a:ext cx="91800" cy="14724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97" name="Ink 96">
                <a:extLst>
                  <a:ext uri="{FF2B5EF4-FFF2-40B4-BE49-F238E27FC236}">
                    <a16:creationId xmlns:a16="http://schemas.microsoft.com/office/drawing/2014/main" id="{0C1D08E2-BCB7-4A19-AB60-8F5EC807A6AC}"/>
                  </a:ext>
                </a:extLst>
              </p14:cNvPr>
              <p14:cNvContentPartPr/>
              <p14:nvPr/>
            </p14:nvContentPartPr>
            <p14:xfrm>
              <a:off x="6902906" y="2275560"/>
              <a:ext cx="52200" cy="126720"/>
            </p14:xfrm>
          </p:contentPart>
        </mc:Choice>
        <mc:Fallback xmlns="">
          <p:pic>
            <p:nvPicPr>
              <p:cNvPr id="97" name="Ink 96">
                <a:extLst>
                  <a:ext uri="{FF2B5EF4-FFF2-40B4-BE49-F238E27FC236}">
                    <a16:creationId xmlns:a16="http://schemas.microsoft.com/office/drawing/2014/main" id="{0C1D08E2-BCB7-4A19-AB60-8F5EC807A6AC}"/>
                  </a:ext>
                </a:extLst>
              </p:cNvPr>
              <p:cNvPicPr/>
              <p:nvPr/>
            </p:nvPicPr>
            <p:blipFill>
              <a:blip r:embed="rId99"/>
              <a:stretch>
                <a:fillRect/>
              </a:stretch>
            </p:blipFill>
            <p:spPr>
              <a:xfrm>
                <a:off x="6893906" y="2266920"/>
                <a:ext cx="69840" cy="14436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98" name="Ink 97">
                <a:extLst>
                  <a:ext uri="{FF2B5EF4-FFF2-40B4-BE49-F238E27FC236}">
                    <a16:creationId xmlns:a16="http://schemas.microsoft.com/office/drawing/2014/main" id="{AC2AD3F6-4977-405B-A45D-181CA25AB832}"/>
                  </a:ext>
                </a:extLst>
              </p14:cNvPr>
              <p14:cNvContentPartPr/>
              <p14:nvPr/>
            </p14:nvContentPartPr>
            <p14:xfrm>
              <a:off x="7289546" y="1785600"/>
              <a:ext cx="176400" cy="358200"/>
            </p14:xfrm>
          </p:contentPart>
        </mc:Choice>
        <mc:Fallback xmlns="">
          <p:pic>
            <p:nvPicPr>
              <p:cNvPr id="98" name="Ink 97">
                <a:extLst>
                  <a:ext uri="{FF2B5EF4-FFF2-40B4-BE49-F238E27FC236}">
                    <a16:creationId xmlns:a16="http://schemas.microsoft.com/office/drawing/2014/main" id="{AC2AD3F6-4977-405B-A45D-181CA25AB832}"/>
                  </a:ext>
                </a:extLst>
              </p:cNvPr>
              <p:cNvPicPr/>
              <p:nvPr/>
            </p:nvPicPr>
            <p:blipFill>
              <a:blip r:embed="rId101"/>
              <a:stretch>
                <a:fillRect/>
              </a:stretch>
            </p:blipFill>
            <p:spPr>
              <a:xfrm>
                <a:off x="7280546" y="1776600"/>
                <a:ext cx="194040" cy="37584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99" name="Ink 98">
                <a:extLst>
                  <a:ext uri="{FF2B5EF4-FFF2-40B4-BE49-F238E27FC236}">
                    <a16:creationId xmlns:a16="http://schemas.microsoft.com/office/drawing/2014/main" id="{2A58A3BC-8464-4E90-A22F-9CFB41A836D2}"/>
                  </a:ext>
                </a:extLst>
              </p14:cNvPr>
              <p14:cNvContentPartPr/>
              <p14:nvPr/>
            </p14:nvContentPartPr>
            <p14:xfrm>
              <a:off x="7632986" y="1885320"/>
              <a:ext cx="123120" cy="2880"/>
            </p14:xfrm>
          </p:contentPart>
        </mc:Choice>
        <mc:Fallback xmlns="">
          <p:pic>
            <p:nvPicPr>
              <p:cNvPr id="99" name="Ink 98">
                <a:extLst>
                  <a:ext uri="{FF2B5EF4-FFF2-40B4-BE49-F238E27FC236}">
                    <a16:creationId xmlns:a16="http://schemas.microsoft.com/office/drawing/2014/main" id="{2A58A3BC-8464-4E90-A22F-9CFB41A836D2}"/>
                  </a:ext>
                </a:extLst>
              </p:cNvPr>
              <p:cNvPicPr/>
              <p:nvPr/>
            </p:nvPicPr>
            <p:blipFill>
              <a:blip r:embed="rId103"/>
              <a:stretch>
                <a:fillRect/>
              </a:stretch>
            </p:blipFill>
            <p:spPr>
              <a:xfrm>
                <a:off x="7623986" y="1876320"/>
                <a:ext cx="140760" cy="2052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100" name="Ink 99">
                <a:extLst>
                  <a:ext uri="{FF2B5EF4-FFF2-40B4-BE49-F238E27FC236}">
                    <a16:creationId xmlns:a16="http://schemas.microsoft.com/office/drawing/2014/main" id="{77C5146F-2298-451E-B8FD-AD4611C526C3}"/>
                  </a:ext>
                </a:extLst>
              </p14:cNvPr>
              <p14:cNvContentPartPr/>
              <p14:nvPr/>
            </p14:nvContentPartPr>
            <p14:xfrm>
              <a:off x="7661066" y="2019240"/>
              <a:ext cx="85680" cy="7560"/>
            </p14:xfrm>
          </p:contentPart>
        </mc:Choice>
        <mc:Fallback xmlns="">
          <p:pic>
            <p:nvPicPr>
              <p:cNvPr id="100" name="Ink 99">
                <a:extLst>
                  <a:ext uri="{FF2B5EF4-FFF2-40B4-BE49-F238E27FC236}">
                    <a16:creationId xmlns:a16="http://schemas.microsoft.com/office/drawing/2014/main" id="{77C5146F-2298-451E-B8FD-AD4611C526C3}"/>
                  </a:ext>
                </a:extLst>
              </p:cNvPr>
              <p:cNvPicPr/>
              <p:nvPr/>
            </p:nvPicPr>
            <p:blipFill>
              <a:blip r:embed="rId105"/>
              <a:stretch>
                <a:fillRect/>
              </a:stretch>
            </p:blipFill>
            <p:spPr>
              <a:xfrm>
                <a:off x="7652066" y="2010600"/>
                <a:ext cx="103320" cy="25200"/>
              </a:xfrm>
              <a:prstGeom prst="rect">
                <a:avLst/>
              </a:prstGeom>
            </p:spPr>
          </p:pic>
        </mc:Fallback>
      </mc:AlternateContent>
      <p:grpSp>
        <p:nvGrpSpPr>
          <p:cNvPr id="105" name="Group 104">
            <a:extLst>
              <a:ext uri="{FF2B5EF4-FFF2-40B4-BE49-F238E27FC236}">
                <a16:creationId xmlns:a16="http://schemas.microsoft.com/office/drawing/2014/main" id="{A97006AD-96AE-4FA7-82E7-EB3E439C5A1C}"/>
              </a:ext>
            </a:extLst>
          </p:cNvPr>
          <p:cNvGrpSpPr/>
          <p:nvPr/>
        </p:nvGrpSpPr>
        <p:grpSpPr>
          <a:xfrm>
            <a:off x="7920266" y="1710360"/>
            <a:ext cx="594360" cy="477360"/>
            <a:chOff x="7920266" y="1710360"/>
            <a:chExt cx="594360" cy="477360"/>
          </a:xfrm>
        </p:grpSpPr>
        <mc:AlternateContent xmlns:mc="http://schemas.openxmlformats.org/markup-compatibility/2006" xmlns:p14="http://schemas.microsoft.com/office/powerpoint/2010/main">
          <mc:Choice Requires="p14">
            <p:contentPart p14:bwMode="auto" r:id="rId106">
              <p14:nvContentPartPr>
                <p14:cNvPr id="101" name="Ink 100">
                  <a:extLst>
                    <a:ext uri="{FF2B5EF4-FFF2-40B4-BE49-F238E27FC236}">
                      <a16:creationId xmlns:a16="http://schemas.microsoft.com/office/drawing/2014/main" id="{AD74B176-59C1-4F2C-A566-04EDC41DBF01}"/>
                    </a:ext>
                  </a:extLst>
                </p14:cNvPr>
                <p14:cNvContentPartPr/>
                <p14:nvPr/>
              </p14:nvContentPartPr>
              <p14:xfrm>
                <a:off x="7920266" y="1771200"/>
                <a:ext cx="149040" cy="416520"/>
              </p14:xfrm>
            </p:contentPart>
          </mc:Choice>
          <mc:Fallback xmlns="">
            <p:pic>
              <p:nvPicPr>
                <p:cNvPr id="101" name="Ink 100">
                  <a:extLst>
                    <a:ext uri="{FF2B5EF4-FFF2-40B4-BE49-F238E27FC236}">
                      <a16:creationId xmlns:a16="http://schemas.microsoft.com/office/drawing/2014/main" id="{AD74B176-59C1-4F2C-A566-04EDC41DBF01}"/>
                    </a:ext>
                  </a:extLst>
                </p:cNvPr>
                <p:cNvPicPr/>
                <p:nvPr/>
              </p:nvPicPr>
              <p:blipFill>
                <a:blip r:embed="rId107"/>
                <a:stretch>
                  <a:fillRect/>
                </a:stretch>
              </p:blipFill>
              <p:spPr>
                <a:xfrm>
                  <a:off x="7911266" y="1762560"/>
                  <a:ext cx="166680" cy="43416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102" name="Ink 101">
                  <a:extLst>
                    <a:ext uri="{FF2B5EF4-FFF2-40B4-BE49-F238E27FC236}">
                      <a16:creationId xmlns:a16="http://schemas.microsoft.com/office/drawing/2014/main" id="{3E6732DE-7A77-4FB0-A4ED-C28077200E5F}"/>
                    </a:ext>
                  </a:extLst>
                </p14:cNvPr>
                <p14:cNvContentPartPr/>
                <p14:nvPr/>
              </p14:nvContentPartPr>
              <p14:xfrm>
                <a:off x="8115746" y="2034360"/>
                <a:ext cx="17640" cy="14760"/>
              </p14:xfrm>
            </p:contentPart>
          </mc:Choice>
          <mc:Fallback xmlns="">
            <p:pic>
              <p:nvPicPr>
                <p:cNvPr id="102" name="Ink 101">
                  <a:extLst>
                    <a:ext uri="{FF2B5EF4-FFF2-40B4-BE49-F238E27FC236}">
                      <a16:creationId xmlns:a16="http://schemas.microsoft.com/office/drawing/2014/main" id="{3E6732DE-7A77-4FB0-A4ED-C28077200E5F}"/>
                    </a:ext>
                  </a:extLst>
                </p:cNvPr>
                <p:cNvPicPr/>
                <p:nvPr/>
              </p:nvPicPr>
              <p:blipFill>
                <a:blip r:embed="rId109"/>
                <a:stretch>
                  <a:fillRect/>
                </a:stretch>
              </p:blipFill>
              <p:spPr>
                <a:xfrm>
                  <a:off x="8106746" y="2025360"/>
                  <a:ext cx="35280" cy="3240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103" name="Ink 102">
                  <a:extLst>
                    <a:ext uri="{FF2B5EF4-FFF2-40B4-BE49-F238E27FC236}">
                      <a16:creationId xmlns:a16="http://schemas.microsoft.com/office/drawing/2014/main" id="{6AD53A79-436F-4D18-9397-8D7E7A99E14B}"/>
                    </a:ext>
                  </a:extLst>
                </p14:cNvPr>
                <p14:cNvContentPartPr/>
                <p14:nvPr/>
              </p14:nvContentPartPr>
              <p14:xfrm>
                <a:off x="8243906" y="1802520"/>
                <a:ext cx="36360" cy="343800"/>
              </p14:xfrm>
            </p:contentPart>
          </mc:Choice>
          <mc:Fallback xmlns="">
            <p:pic>
              <p:nvPicPr>
                <p:cNvPr id="103" name="Ink 102">
                  <a:extLst>
                    <a:ext uri="{FF2B5EF4-FFF2-40B4-BE49-F238E27FC236}">
                      <a16:creationId xmlns:a16="http://schemas.microsoft.com/office/drawing/2014/main" id="{6AD53A79-436F-4D18-9397-8D7E7A99E14B}"/>
                    </a:ext>
                  </a:extLst>
                </p:cNvPr>
                <p:cNvPicPr/>
                <p:nvPr/>
              </p:nvPicPr>
              <p:blipFill>
                <a:blip r:embed="rId111"/>
                <a:stretch>
                  <a:fillRect/>
                </a:stretch>
              </p:blipFill>
              <p:spPr>
                <a:xfrm>
                  <a:off x="8235266" y="1793880"/>
                  <a:ext cx="54000" cy="36144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104" name="Ink 103">
                  <a:extLst>
                    <a:ext uri="{FF2B5EF4-FFF2-40B4-BE49-F238E27FC236}">
                      <a16:creationId xmlns:a16="http://schemas.microsoft.com/office/drawing/2014/main" id="{8FF79BD3-5891-42F1-9978-CF04C1D48A7F}"/>
                    </a:ext>
                  </a:extLst>
                </p14:cNvPr>
                <p14:cNvContentPartPr/>
                <p14:nvPr/>
              </p14:nvContentPartPr>
              <p14:xfrm>
                <a:off x="8374586" y="1710360"/>
                <a:ext cx="140040" cy="457560"/>
              </p14:xfrm>
            </p:contentPart>
          </mc:Choice>
          <mc:Fallback xmlns="">
            <p:pic>
              <p:nvPicPr>
                <p:cNvPr id="104" name="Ink 103">
                  <a:extLst>
                    <a:ext uri="{FF2B5EF4-FFF2-40B4-BE49-F238E27FC236}">
                      <a16:creationId xmlns:a16="http://schemas.microsoft.com/office/drawing/2014/main" id="{8FF79BD3-5891-42F1-9978-CF04C1D48A7F}"/>
                    </a:ext>
                  </a:extLst>
                </p:cNvPr>
                <p:cNvPicPr/>
                <p:nvPr/>
              </p:nvPicPr>
              <p:blipFill>
                <a:blip r:embed="rId113"/>
                <a:stretch>
                  <a:fillRect/>
                </a:stretch>
              </p:blipFill>
              <p:spPr>
                <a:xfrm>
                  <a:off x="8365946" y="1701720"/>
                  <a:ext cx="157680" cy="475200"/>
                </a:xfrm>
                <a:prstGeom prst="rect">
                  <a:avLst/>
                </a:prstGeom>
              </p:spPr>
            </p:pic>
          </mc:Fallback>
        </mc:AlternateContent>
      </p:grpSp>
    </p:spTree>
    <p:extLst>
      <p:ext uri="{BB962C8B-B14F-4D97-AF65-F5344CB8AC3E}">
        <p14:creationId xmlns:p14="http://schemas.microsoft.com/office/powerpoint/2010/main" val="79584977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A45E4-7E4B-490B-9B0F-8E932B7A22AB}"/>
              </a:ext>
            </a:extLst>
          </p:cNvPr>
          <p:cNvSpPr>
            <a:spLocks noGrp="1"/>
          </p:cNvSpPr>
          <p:nvPr>
            <p:ph type="title"/>
          </p:nvPr>
        </p:nvSpPr>
        <p:spPr/>
        <p:txBody>
          <a:bodyPr/>
          <a:lstStyle/>
          <a:p>
            <a:r>
              <a:rPr lang="en-IE" dirty="0"/>
              <a:t>Connecting Sensors to Microcontroller/Single Board Computer</a:t>
            </a:r>
          </a:p>
        </p:txBody>
      </p:sp>
      <p:sp>
        <p:nvSpPr>
          <p:cNvPr id="3" name="Content Placeholder 2">
            <a:extLst>
              <a:ext uri="{FF2B5EF4-FFF2-40B4-BE49-F238E27FC236}">
                <a16:creationId xmlns:a16="http://schemas.microsoft.com/office/drawing/2014/main" id="{EE0DC61E-A24E-4841-90AE-4C8FC191CB96}"/>
              </a:ext>
            </a:extLst>
          </p:cNvPr>
          <p:cNvSpPr>
            <a:spLocks noGrp="1"/>
          </p:cNvSpPr>
          <p:nvPr>
            <p:ph idx="1"/>
          </p:nvPr>
        </p:nvSpPr>
        <p:spPr/>
        <p:txBody>
          <a:bodyPr>
            <a:normAutofit/>
          </a:bodyPr>
          <a:lstStyle/>
          <a:p>
            <a:r>
              <a:rPr lang="en-IE" dirty="0"/>
              <a:t>Analog Sensors</a:t>
            </a:r>
          </a:p>
          <a:p>
            <a:pPr lvl="1">
              <a:lnSpc>
                <a:spcPct val="90000"/>
              </a:lnSpc>
            </a:pPr>
            <a:r>
              <a:rPr lang="en-US" altLang="en-US" sz="2400" dirty="0"/>
              <a:t>many microcontrollers have a built-in ADC</a:t>
            </a:r>
          </a:p>
          <a:p>
            <a:pPr lvl="2">
              <a:lnSpc>
                <a:spcPct val="90000"/>
              </a:lnSpc>
            </a:pPr>
            <a:r>
              <a:rPr lang="en-US" altLang="en-US" sz="1800" dirty="0"/>
              <a:t>8-bit to 12-bit resolution common</a:t>
            </a:r>
          </a:p>
          <a:p>
            <a:pPr lvl="2">
              <a:lnSpc>
                <a:spcPct val="90000"/>
              </a:lnSpc>
            </a:pPr>
            <a:r>
              <a:rPr lang="en-US" altLang="en-US" sz="1800" dirty="0"/>
              <a:t>many have multi-channel ADC inputs</a:t>
            </a:r>
          </a:p>
          <a:p>
            <a:pPr lvl="2">
              <a:lnSpc>
                <a:spcPct val="90000"/>
              </a:lnSpc>
            </a:pPr>
            <a:r>
              <a:rPr lang="en-US" altLang="en-US" sz="1800" dirty="0"/>
              <a:t>Raspberry </a:t>
            </a:r>
            <a:r>
              <a:rPr lang="en-US" altLang="en-US" sz="1800" dirty="0" err="1"/>
              <a:t>Pis</a:t>
            </a:r>
            <a:r>
              <a:rPr lang="en-US" altLang="en-US" sz="1800" dirty="0"/>
              <a:t> do not have built in ADC</a:t>
            </a:r>
          </a:p>
          <a:p>
            <a:r>
              <a:rPr lang="en-IE" dirty="0"/>
              <a:t>Digital Sensors</a:t>
            </a:r>
          </a:p>
          <a:p>
            <a:pPr lvl="1"/>
            <a:r>
              <a:rPr lang="en-IE" dirty="0"/>
              <a:t>serial I/O</a:t>
            </a:r>
          </a:p>
          <a:p>
            <a:pPr lvl="2"/>
            <a:r>
              <a:rPr lang="en-IE" dirty="0"/>
              <a:t>use serial I/O port, store data in memory to </a:t>
            </a:r>
            <a:r>
              <a:rPr lang="en-IE" dirty="0" err="1"/>
              <a:t>analyze</a:t>
            </a:r>
            <a:r>
              <a:rPr lang="en-IE" dirty="0"/>
              <a:t> later</a:t>
            </a:r>
          </a:p>
          <a:p>
            <a:pPr lvl="2"/>
            <a:r>
              <a:rPr lang="en-IE" dirty="0"/>
              <a:t>Synchronous (with clock)	</a:t>
            </a:r>
          </a:p>
          <a:p>
            <a:pPr lvl="3"/>
            <a:r>
              <a:rPr lang="en-IE" dirty="0"/>
              <a:t>must match byte format, stop/start bits, parity check, etc.</a:t>
            </a:r>
          </a:p>
          <a:p>
            <a:pPr lvl="2"/>
            <a:r>
              <a:rPr lang="en-IE" dirty="0"/>
              <a:t>asynchronous (no clock): more common for communication</a:t>
            </a:r>
          </a:p>
          <a:p>
            <a:pPr lvl="3"/>
            <a:r>
              <a:rPr lang="en-IE" dirty="0"/>
              <a:t>must match baud rate and bit width, transmission protocol, etc.</a:t>
            </a:r>
          </a:p>
          <a:p>
            <a:pPr lvl="1"/>
            <a:endParaRPr lang="en-IE" dirty="0"/>
          </a:p>
        </p:txBody>
      </p:sp>
      <p:sp>
        <p:nvSpPr>
          <p:cNvPr id="4" name="AutoShape 4">
            <a:extLst>
              <a:ext uri="{FF2B5EF4-FFF2-40B4-BE49-F238E27FC236}">
                <a16:creationId xmlns:a16="http://schemas.microsoft.com/office/drawing/2014/main" id="{E4FE9127-4866-4283-9CAB-A029976B3948}"/>
              </a:ext>
            </a:extLst>
          </p:cNvPr>
          <p:cNvSpPr>
            <a:spLocks noChangeArrowheads="1"/>
          </p:cNvSpPr>
          <p:nvPr/>
        </p:nvSpPr>
        <p:spPr bwMode="auto">
          <a:xfrm>
            <a:off x="8504614" y="2912686"/>
            <a:ext cx="1143000" cy="685800"/>
          </a:xfrm>
          <a:prstGeom prst="roundRect">
            <a:avLst>
              <a:gd name="adj" fmla="val 16667"/>
            </a:avLst>
          </a:prstGeom>
          <a:solidFill>
            <a:srgbClr val="CC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en-US" sz="1600" b="1">
                <a:latin typeface="Arial" panose="020B0604020202020204" pitchFamily="34" charset="0"/>
                <a:cs typeface="Arial" panose="020B0604020202020204" pitchFamily="34" charset="0"/>
              </a:rPr>
              <a:t>µ</a:t>
            </a:r>
            <a:r>
              <a:rPr lang="en-US" altLang="en-US" sz="1600" b="1">
                <a:latin typeface="Arial" panose="020B0604020202020204" pitchFamily="34" charset="0"/>
              </a:rPr>
              <a:t>C</a:t>
            </a:r>
          </a:p>
          <a:p>
            <a:pPr algn="ctr"/>
            <a:r>
              <a:rPr lang="en-US" altLang="en-US" sz="1200" b="1">
                <a:latin typeface="Arial" panose="020B0604020202020204" pitchFamily="34" charset="0"/>
              </a:rPr>
              <a:t>signal timing</a:t>
            </a:r>
          </a:p>
          <a:p>
            <a:pPr algn="ctr"/>
            <a:r>
              <a:rPr lang="en-US" altLang="en-US" sz="1200" b="1">
                <a:latin typeface="Arial" panose="020B0604020202020204" pitchFamily="34" charset="0"/>
              </a:rPr>
              <a:t>memory</a:t>
            </a:r>
          </a:p>
        </p:txBody>
      </p:sp>
      <p:sp>
        <p:nvSpPr>
          <p:cNvPr id="5" name="AutoShape 5">
            <a:extLst>
              <a:ext uri="{FF2B5EF4-FFF2-40B4-BE49-F238E27FC236}">
                <a16:creationId xmlns:a16="http://schemas.microsoft.com/office/drawing/2014/main" id="{5DC476EE-E6D3-4170-9DCB-35C1AF7B7B09}"/>
              </a:ext>
            </a:extLst>
          </p:cNvPr>
          <p:cNvSpPr>
            <a:spLocks noChangeArrowheads="1"/>
          </p:cNvSpPr>
          <p:nvPr/>
        </p:nvSpPr>
        <p:spPr bwMode="auto">
          <a:xfrm>
            <a:off x="9876214" y="2836486"/>
            <a:ext cx="1143000" cy="304800"/>
          </a:xfrm>
          <a:prstGeom prst="roundRect">
            <a:avLst>
              <a:gd name="adj" fmla="val 16667"/>
            </a:avLst>
          </a:prstGeom>
          <a:solidFill>
            <a:srgbClr val="FFFF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en-US" sz="1600" b="1">
                <a:latin typeface="Arial" panose="020B0604020202020204" pitchFamily="34" charset="0"/>
                <a:cs typeface="Arial" panose="020B0604020202020204" pitchFamily="34" charset="0"/>
              </a:rPr>
              <a:t>keypad</a:t>
            </a:r>
            <a:endParaRPr lang="en-US" altLang="en-US" sz="1200" b="1">
              <a:latin typeface="Arial" panose="020B0604020202020204" pitchFamily="34" charset="0"/>
            </a:endParaRPr>
          </a:p>
        </p:txBody>
      </p:sp>
      <p:sp>
        <p:nvSpPr>
          <p:cNvPr id="6" name="AutoShape 6">
            <a:extLst>
              <a:ext uri="{FF2B5EF4-FFF2-40B4-BE49-F238E27FC236}">
                <a16:creationId xmlns:a16="http://schemas.microsoft.com/office/drawing/2014/main" id="{2C4D7FAB-9750-4F5E-8A94-125F8C72C67F}"/>
              </a:ext>
            </a:extLst>
          </p:cNvPr>
          <p:cNvSpPr>
            <a:spLocks noChangeArrowheads="1"/>
          </p:cNvSpPr>
          <p:nvPr/>
        </p:nvSpPr>
        <p:spPr bwMode="auto">
          <a:xfrm>
            <a:off x="7133014" y="2912686"/>
            <a:ext cx="1143000" cy="304800"/>
          </a:xfrm>
          <a:prstGeom prst="roundRect">
            <a:avLst>
              <a:gd name="adj" fmla="val 16667"/>
            </a:avLst>
          </a:prstGeom>
          <a:solidFill>
            <a:srgbClr val="CC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en-US" sz="1600" b="1">
                <a:latin typeface="Arial" panose="020B0604020202020204" pitchFamily="34" charset="0"/>
                <a:cs typeface="Arial" panose="020B0604020202020204" pitchFamily="34" charset="0"/>
              </a:rPr>
              <a:t>sensor</a:t>
            </a:r>
            <a:endParaRPr lang="en-US" altLang="en-US" sz="1200" b="1">
              <a:latin typeface="Arial" panose="020B0604020202020204" pitchFamily="34" charset="0"/>
            </a:endParaRPr>
          </a:p>
        </p:txBody>
      </p:sp>
      <p:sp>
        <p:nvSpPr>
          <p:cNvPr id="7" name="AutoShape 7">
            <a:extLst>
              <a:ext uri="{FF2B5EF4-FFF2-40B4-BE49-F238E27FC236}">
                <a16:creationId xmlns:a16="http://schemas.microsoft.com/office/drawing/2014/main" id="{C5DAD29A-26C0-4581-B9FB-F29508B082C9}"/>
              </a:ext>
            </a:extLst>
          </p:cNvPr>
          <p:cNvSpPr>
            <a:spLocks noChangeArrowheads="1"/>
          </p:cNvSpPr>
          <p:nvPr/>
        </p:nvSpPr>
        <p:spPr bwMode="auto">
          <a:xfrm>
            <a:off x="7133014" y="3293686"/>
            <a:ext cx="1143000" cy="304800"/>
          </a:xfrm>
          <a:prstGeom prst="roundRect">
            <a:avLst>
              <a:gd name="adj" fmla="val 16667"/>
            </a:avLst>
          </a:prstGeom>
          <a:solidFill>
            <a:srgbClr val="CC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en-US" sz="1600" b="1">
                <a:latin typeface="Arial" panose="020B0604020202020204" pitchFamily="34" charset="0"/>
                <a:cs typeface="Arial" panose="020B0604020202020204" pitchFamily="34" charset="0"/>
              </a:rPr>
              <a:t>sensor</a:t>
            </a:r>
            <a:endParaRPr lang="en-US" altLang="en-US" sz="1200" b="1">
              <a:latin typeface="Arial" panose="020B0604020202020204" pitchFamily="34" charset="0"/>
            </a:endParaRPr>
          </a:p>
        </p:txBody>
      </p:sp>
      <p:sp>
        <p:nvSpPr>
          <p:cNvPr id="8" name="Rectangle 7">
            <a:extLst>
              <a:ext uri="{FF2B5EF4-FFF2-40B4-BE49-F238E27FC236}">
                <a16:creationId xmlns:a16="http://schemas.microsoft.com/office/drawing/2014/main" id="{4F5A10D9-905D-4066-9EA2-54B210175A81}"/>
              </a:ext>
            </a:extLst>
          </p:cNvPr>
          <p:cNvSpPr>
            <a:spLocks noChangeArrowheads="1"/>
          </p:cNvSpPr>
          <p:nvPr/>
        </p:nvSpPr>
        <p:spPr bwMode="auto">
          <a:xfrm>
            <a:off x="6980614" y="2760286"/>
            <a:ext cx="4191000" cy="1066800"/>
          </a:xfrm>
          <a:prstGeom prst="rect">
            <a:avLst/>
          </a:prstGeom>
          <a:noFill/>
          <a:ln w="12700">
            <a:solidFill>
              <a:schemeClr val="tx1"/>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9" name="Line 9">
            <a:extLst>
              <a:ext uri="{FF2B5EF4-FFF2-40B4-BE49-F238E27FC236}">
                <a16:creationId xmlns:a16="http://schemas.microsoft.com/office/drawing/2014/main" id="{2D66D9EF-5AA6-44E3-B339-A362161D491E}"/>
              </a:ext>
            </a:extLst>
          </p:cNvPr>
          <p:cNvSpPr>
            <a:spLocks noChangeShapeType="1"/>
          </p:cNvSpPr>
          <p:nvPr/>
        </p:nvSpPr>
        <p:spPr bwMode="auto">
          <a:xfrm>
            <a:off x="8276014" y="3065086"/>
            <a:ext cx="228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0" name="Line 10">
            <a:extLst>
              <a:ext uri="{FF2B5EF4-FFF2-40B4-BE49-F238E27FC236}">
                <a16:creationId xmlns:a16="http://schemas.microsoft.com/office/drawing/2014/main" id="{7FA29731-7CF5-4720-91A6-481EA486732E}"/>
              </a:ext>
            </a:extLst>
          </p:cNvPr>
          <p:cNvSpPr>
            <a:spLocks noChangeShapeType="1"/>
          </p:cNvSpPr>
          <p:nvPr/>
        </p:nvSpPr>
        <p:spPr bwMode="auto">
          <a:xfrm>
            <a:off x="8276014" y="3446086"/>
            <a:ext cx="228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1" name="Line 11">
            <a:extLst>
              <a:ext uri="{FF2B5EF4-FFF2-40B4-BE49-F238E27FC236}">
                <a16:creationId xmlns:a16="http://schemas.microsoft.com/office/drawing/2014/main" id="{ABF640CA-7D20-4FA7-9AAE-64C1E104DEDD}"/>
              </a:ext>
            </a:extLst>
          </p:cNvPr>
          <p:cNvSpPr>
            <a:spLocks noChangeShapeType="1"/>
          </p:cNvSpPr>
          <p:nvPr/>
        </p:nvSpPr>
        <p:spPr bwMode="auto">
          <a:xfrm>
            <a:off x="9647614" y="3369886"/>
            <a:ext cx="228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2" name="Line 12">
            <a:extLst>
              <a:ext uri="{FF2B5EF4-FFF2-40B4-BE49-F238E27FC236}">
                <a16:creationId xmlns:a16="http://schemas.microsoft.com/office/drawing/2014/main" id="{9096BD4B-B3A3-480F-ABAD-1F28F47075C1}"/>
              </a:ext>
            </a:extLst>
          </p:cNvPr>
          <p:cNvSpPr>
            <a:spLocks noChangeShapeType="1"/>
          </p:cNvSpPr>
          <p:nvPr/>
        </p:nvSpPr>
        <p:spPr bwMode="auto">
          <a:xfrm flipH="1">
            <a:off x="9647614" y="3065086"/>
            <a:ext cx="228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3" name="AutoShape 13">
            <a:extLst>
              <a:ext uri="{FF2B5EF4-FFF2-40B4-BE49-F238E27FC236}">
                <a16:creationId xmlns:a16="http://schemas.microsoft.com/office/drawing/2014/main" id="{7271E28E-427E-4C2C-A9E1-50B65F2D985F}"/>
              </a:ext>
            </a:extLst>
          </p:cNvPr>
          <p:cNvSpPr>
            <a:spLocks noChangeArrowheads="1"/>
          </p:cNvSpPr>
          <p:nvPr/>
        </p:nvSpPr>
        <p:spPr bwMode="auto">
          <a:xfrm>
            <a:off x="9876214" y="3293686"/>
            <a:ext cx="1143000" cy="304800"/>
          </a:xfrm>
          <a:prstGeom prst="roundRect">
            <a:avLst>
              <a:gd name="adj" fmla="val 16667"/>
            </a:avLst>
          </a:prstGeom>
          <a:solidFill>
            <a:srgbClr val="FFFF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en-US" sz="1600" b="1">
                <a:latin typeface="Arial" panose="020B0604020202020204" pitchFamily="34" charset="0"/>
                <a:cs typeface="Arial" panose="020B0604020202020204" pitchFamily="34" charset="0"/>
              </a:rPr>
              <a:t>display</a:t>
            </a:r>
            <a:endParaRPr lang="en-US" altLang="en-US" sz="1200" b="1">
              <a:latin typeface="Arial" panose="020B0604020202020204" pitchFamily="34" charset="0"/>
            </a:endParaRPr>
          </a:p>
        </p:txBody>
      </p:sp>
      <p:sp>
        <p:nvSpPr>
          <p:cNvPr id="14" name="Text Box 14">
            <a:extLst>
              <a:ext uri="{FF2B5EF4-FFF2-40B4-BE49-F238E27FC236}">
                <a16:creationId xmlns:a16="http://schemas.microsoft.com/office/drawing/2014/main" id="{71A10786-FB20-4F17-AED6-F562A5D417D2}"/>
              </a:ext>
            </a:extLst>
          </p:cNvPr>
          <p:cNvSpPr txBox="1">
            <a:spLocks noChangeArrowheads="1"/>
          </p:cNvSpPr>
          <p:nvPr/>
        </p:nvSpPr>
        <p:spPr bwMode="auto">
          <a:xfrm>
            <a:off x="10255626" y="3598486"/>
            <a:ext cx="97155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en-US" sz="1200" b="1" i="1">
                <a:latin typeface="Arial" panose="020B0604020202020204" pitchFamily="34" charset="0"/>
              </a:rPr>
              <a:t>instrument</a:t>
            </a:r>
          </a:p>
        </p:txBody>
      </p:sp>
    </p:spTree>
    <p:extLst>
      <p:ext uri="{BB962C8B-B14F-4D97-AF65-F5344CB8AC3E}">
        <p14:creationId xmlns:p14="http://schemas.microsoft.com/office/powerpoint/2010/main" val="247429685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3B30BA-0765-465F-BE0C-3AB036E25778}"/>
              </a:ext>
            </a:extLst>
          </p:cNvPr>
          <p:cNvSpPr>
            <a:spLocks noGrp="1"/>
          </p:cNvSpPr>
          <p:nvPr>
            <p:ph type="title"/>
          </p:nvPr>
        </p:nvSpPr>
        <p:spPr/>
        <p:txBody>
          <a:bodyPr/>
          <a:lstStyle/>
          <a:p>
            <a:r>
              <a:rPr lang="en-IE" dirty="0"/>
              <a:t>“Smart” Sensors</a:t>
            </a:r>
          </a:p>
        </p:txBody>
      </p:sp>
      <p:sp>
        <p:nvSpPr>
          <p:cNvPr id="3" name="Content Placeholder 2">
            <a:extLst>
              <a:ext uri="{FF2B5EF4-FFF2-40B4-BE49-F238E27FC236}">
                <a16:creationId xmlns:a16="http://schemas.microsoft.com/office/drawing/2014/main" id="{B09E5169-39C9-4531-B285-C4284CA0704C}"/>
              </a:ext>
            </a:extLst>
          </p:cNvPr>
          <p:cNvSpPr>
            <a:spLocks noGrp="1"/>
          </p:cNvSpPr>
          <p:nvPr>
            <p:ph idx="1"/>
          </p:nvPr>
        </p:nvSpPr>
        <p:spPr/>
        <p:txBody>
          <a:bodyPr>
            <a:normAutofit fontScale="70000" lnSpcReduction="20000"/>
          </a:bodyPr>
          <a:lstStyle/>
          <a:p>
            <a:r>
              <a:rPr lang="en-IE" dirty="0"/>
              <a:t>“Smart sensor” = sensor with built-in signal processing &amp; communication</a:t>
            </a:r>
          </a:p>
          <a:p>
            <a:pPr lvl="1"/>
            <a:r>
              <a:rPr lang="en-IE" dirty="0"/>
              <a:t>E.g., combining a “dumb sensor” and a microcontroller</a:t>
            </a:r>
          </a:p>
          <a:p>
            <a:r>
              <a:rPr lang="en-IE" dirty="0"/>
              <a:t>Data Acquisition Cards (DAQ)</a:t>
            </a:r>
          </a:p>
          <a:p>
            <a:pPr lvl="1"/>
            <a:r>
              <a:rPr lang="en-IE" dirty="0"/>
              <a:t>PC card with </a:t>
            </a:r>
            <a:r>
              <a:rPr lang="en-IE" dirty="0" err="1"/>
              <a:t>analog</a:t>
            </a:r>
            <a:r>
              <a:rPr lang="en-IE" dirty="0"/>
              <a:t> and digital I/O</a:t>
            </a:r>
          </a:p>
          <a:p>
            <a:pPr lvl="1"/>
            <a:r>
              <a:rPr lang="en-IE" dirty="0"/>
              <a:t>interface through LabVIEW or user-generated code</a:t>
            </a:r>
          </a:p>
          <a:p>
            <a:r>
              <a:rPr lang="en-IE" dirty="0"/>
              <a:t>Communication Links Common for Sensors</a:t>
            </a:r>
          </a:p>
          <a:p>
            <a:pPr lvl="1"/>
            <a:r>
              <a:rPr lang="en-IE" dirty="0"/>
              <a:t>asynchronous serial communication</a:t>
            </a:r>
          </a:p>
          <a:p>
            <a:pPr lvl="2"/>
            <a:r>
              <a:rPr lang="en-IE" dirty="0"/>
              <a:t>universal asynchronous receive and transmit (UART)</a:t>
            </a:r>
          </a:p>
          <a:p>
            <a:pPr lvl="3"/>
            <a:r>
              <a:rPr lang="en-IE" dirty="0"/>
              <a:t>1 receive line + 1 transmit line. nodes must match baud rate &amp; protocol</a:t>
            </a:r>
          </a:p>
          <a:p>
            <a:pPr lvl="2"/>
            <a:r>
              <a:rPr lang="en-IE" dirty="0"/>
              <a:t>RS232 Serial Port on PCs uses UART format (but at +/- 12V)</a:t>
            </a:r>
          </a:p>
          <a:p>
            <a:pPr lvl="2"/>
            <a:r>
              <a:rPr lang="en-IE" dirty="0"/>
              <a:t>can buy a chip to convert from UART to RS232</a:t>
            </a:r>
          </a:p>
          <a:p>
            <a:pPr lvl="1"/>
            <a:r>
              <a:rPr lang="en-IE" dirty="0"/>
              <a:t>synchronous serial comm.</a:t>
            </a:r>
          </a:p>
          <a:p>
            <a:pPr lvl="2"/>
            <a:r>
              <a:rPr lang="en-IE" dirty="0"/>
              <a:t>serial peripheral interface (SPI)</a:t>
            </a:r>
          </a:p>
          <a:p>
            <a:pPr lvl="3"/>
            <a:r>
              <a:rPr lang="en-IE" dirty="0"/>
              <a:t>1 clock + 1 bidirectional data + 1 chip select/enable</a:t>
            </a:r>
          </a:p>
          <a:p>
            <a:pPr lvl="2"/>
            <a:r>
              <a:rPr lang="en-IE" dirty="0"/>
              <a:t>I2C = Inter Integrated Circuit bus</a:t>
            </a:r>
          </a:p>
          <a:p>
            <a:pPr lvl="3"/>
            <a:r>
              <a:rPr lang="en-IE" dirty="0"/>
              <a:t>designed by Philips for comm. inside TVs, used in several commercial sensor systems</a:t>
            </a:r>
          </a:p>
          <a:p>
            <a:pPr lvl="2"/>
            <a:r>
              <a:rPr lang="en-IE" dirty="0"/>
              <a:t>IEEE P1451: Sensor Comm. Standard</a:t>
            </a:r>
          </a:p>
          <a:p>
            <a:pPr lvl="3"/>
            <a:r>
              <a:rPr lang="en-IE" dirty="0"/>
              <a:t>several different sensor comm. protocols for different applications</a:t>
            </a:r>
          </a:p>
          <a:p>
            <a:endParaRPr lang="en-IE" dirty="0"/>
          </a:p>
        </p:txBody>
      </p:sp>
    </p:spTree>
    <p:extLst>
      <p:ext uri="{BB962C8B-B14F-4D97-AF65-F5344CB8AC3E}">
        <p14:creationId xmlns:p14="http://schemas.microsoft.com/office/powerpoint/2010/main" val="18948083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6D3E3D9-7FC2-4CCF-A2EC-24134AB6371A}"/>
              </a:ext>
            </a:extLst>
          </p:cNvPr>
          <p:cNvPicPr>
            <a:picLocks noChangeAspect="1"/>
          </p:cNvPicPr>
          <p:nvPr/>
        </p:nvPicPr>
        <p:blipFill>
          <a:blip r:embed="rId2"/>
          <a:stretch>
            <a:fillRect/>
          </a:stretch>
        </p:blipFill>
        <p:spPr>
          <a:xfrm>
            <a:off x="5921339" y="2720011"/>
            <a:ext cx="5686447" cy="3985590"/>
          </a:xfrm>
          <a:prstGeom prst="rect">
            <a:avLst/>
          </a:prstGeom>
        </p:spPr>
      </p:pic>
      <p:sp>
        <p:nvSpPr>
          <p:cNvPr id="2" name="Title 1">
            <a:extLst>
              <a:ext uri="{FF2B5EF4-FFF2-40B4-BE49-F238E27FC236}">
                <a16:creationId xmlns:a16="http://schemas.microsoft.com/office/drawing/2014/main" id="{7B9AF0D3-2253-4CA8-B5EC-872992495369}"/>
              </a:ext>
            </a:extLst>
          </p:cNvPr>
          <p:cNvSpPr>
            <a:spLocks noGrp="1"/>
          </p:cNvSpPr>
          <p:nvPr>
            <p:ph type="title"/>
          </p:nvPr>
        </p:nvSpPr>
        <p:spPr/>
        <p:txBody>
          <a:bodyPr/>
          <a:lstStyle/>
          <a:p>
            <a:r>
              <a:rPr lang="en-IE" dirty="0"/>
              <a:t>Sensor Calibration</a:t>
            </a:r>
          </a:p>
        </p:txBody>
      </p:sp>
      <p:sp>
        <p:nvSpPr>
          <p:cNvPr id="3" name="Content Placeholder 2">
            <a:extLst>
              <a:ext uri="{FF2B5EF4-FFF2-40B4-BE49-F238E27FC236}">
                <a16:creationId xmlns:a16="http://schemas.microsoft.com/office/drawing/2014/main" id="{E69BBA46-A43E-4103-B2ED-15F212A9CC21}"/>
              </a:ext>
            </a:extLst>
          </p:cNvPr>
          <p:cNvSpPr>
            <a:spLocks noGrp="1"/>
          </p:cNvSpPr>
          <p:nvPr>
            <p:ph idx="1"/>
          </p:nvPr>
        </p:nvSpPr>
        <p:spPr/>
        <p:txBody>
          <a:bodyPr>
            <a:normAutofit fontScale="70000" lnSpcReduction="20000"/>
          </a:bodyPr>
          <a:lstStyle/>
          <a:p>
            <a:pPr>
              <a:lnSpc>
                <a:spcPct val="90000"/>
              </a:lnSpc>
            </a:pPr>
            <a:r>
              <a:rPr lang="en-US" altLang="en-US" dirty="0"/>
              <a:t>Sensors can exhibit non-ideal effects</a:t>
            </a:r>
          </a:p>
          <a:p>
            <a:pPr lvl="1">
              <a:lnSpc>
                <a:spcPct val="90000"/>
              </a:lnSpc>
            </a:pPr>
            <a:r>
              <a:rPr lang="en-US" altLang="en-US" dirty="0">
                <a:solidFill>
                  <a:srgbClr val="6A0032"/>
                </a:solidFill>
              </a:rPr>
              <a:t>offset</a:t>
            </a:r>
            <a:r>
              <a:rPr lang="en-US" altLang="en-US" dirty="0"/>
              <a:t>: nominal output ≠ nominal parameter value</a:t>
            </a:r>
          </a:p>
          <a:p>
            <a:pPr lvl="1">
              <a:lnSpc>
                <a:spcPct val="90000"/>
              </a:lnSpc>
            </a:pPr>
            <a:r>
              <a:rPr lang="en-US" altLang="en-US" dirty="0">
                <a:solidFill>
                  <a:srgbClr val="6A0032"/>
                </a:solidFill>
              </a:rPr>
              <a:t>nonlinearity</a:t>
            </a:r>
            <a:r>
              <a:rPr lang="en-US" altLang="en-US" dirty="0"/>
              <a:t>: output not linear with parameter changes</a:t>
            </a:r>
          </a:p>
          <a:p>
            <a:pPr lvl="1">
              <a:lnSpc>
                <a:spcPct val="90000"/>
              </a:lnSpc>
            </a:pPr>
            <a:r>
              <a:rPr lang="en-US" altLang="en-US" dirty="0">
                <a:solidFill>
                  <a:srgbClr val="6A0032"/>
                </a:solidFill>
              </a:rPr>
              <a:t>cross parameter sensitivity</a:t>
            </a:r>
            <a:r>
              <a:rPr lang="en-US" altLang="en-US" dirty="0"/>
              <a:t>: secondary output variation with, e.g., temperature</a:t>
            </a:r>
          </a:p>
          <a:p>
            <a:pPr lvl="2">
              <a:lnSpc>
                <a:spcPct val="90000"/>
              </a:lnSpc>
            </a:pPr>
            <a:endParaRPr lang="en-US" altLang="en-US" sz="1600" dirty="0">
              <a:solidFill>
                <a:srgbClr val="008000"/>
              </a:solidFill>
            </a:endParaRPr>
          </a:p>
          <a:p>
            <a:pPr>
              <a:lnSpc>
                <a:spcPct val="90000"/>
              </a:lnSpc>
            </a:pPr>
            <a:r>
              <a:rPr lang="en-US" altLang="en-US" dirty="0">
                <a:solidFill>
                  <a:srgbClr val="6A0032"/>
                </a:solidFill>
              </a:rPr>
              <a:t>Calibration </a:t>
            </a:r>
            <a:r>
              <a:rPr lang="en-US" altLang="en-US" dirty="0"/>
              <a:t>- adjusting output to match parameter</a:t>
            </a:r>
          </a:p>
          <a:p>
            <a:pPr lvl="1">
              <a:lnSpc>
                <a:spcPct val="90000"/>
              </a:lnSpc>
            </a:pPr>
            <a:r>
              <a:rPr lang="en-US" altLang="en-US" dirty="0"/>
              <a:t>analog signal conditioning</a:t>
            </a:r>
          </a:p>
          <a:p>
            <a:pPr lvl="1">
              <a:lnSpc>
                <a:spcPct val="90000"/>
              </a:lnSpc>
            </a:pPr>
            <a:r>
              <a:rPr lang="en-US" altLang="en-US" dirty="0"/>
              <a:t>look-up table</a:t>
            </a:r>
          </a:p>
          <a:p>
            <a:pPr lvl="1">
              <a:lnSpc>
                <a:spcPct val="90000"/>
              </a:lnSpc>
            </a:pPr>
            <a:r>
              <a:rPr lang="en-US" altLang="en-US" dirty="0"/>
              <a:t>digital calibration</a:t>
            </a:r>
          </a:p>
          <a:p>
            <a:pPr lvl="2">
              <a:lnSpc>
                <a:spcPct val="90000"/>
              </a:lnSpc>
            </a:pPr>
            <a:r>
              <a:rPr lang="en-US" altLang="en-US" sz="1600" dirty="0"/>
              <a:t>T = a + </a:t>
            </a:r>
            <a:r>
              <a:rPr lang="en-US" altLang="en-US" sz="1600" dirty="0" err="1"/>
              <a:t>bV</a:t>
            </a:r>
            <a:r>
              <a:rPr lang="en-US" altLang="en-US" sz="1600" dirty="0"/>
              <a:t> +cV</a:t>
            </a:r>
            <a:r>
              <a:rPr lang="en-US" altLang="en-US" sz="1600" baseline="30000" dirty="0"/>
              <a:t>2</a:t>
            </a:r>
            <a:r>
              <a:rPr lang="en-US" altLang="en-US" sz="1600" dirty="0"/>
              <a:t>, </a:t>
            </a:r>
          </a:p>
          <a:p>
            <a:pPr lvl="3">
              <a:lnSpc>
                <a:spcPct val="90000"/>
              </a:lnSpc>
            </a:pPr>
            <a:r>
              <a:rPr lang="en-US" altLang="en-US" dirty="0"/>
              <a:t>T= temperature; V=sensor voltage;</a:t>
            </a:r>
          </a:p>
          <a:p>
            <a:pPr lvl="3">
              <a:lnSpc>
                <a:spcPct val="90000"/>
              </a:lnSpc>
            </a:pPr>
            <a:r>
              <a:rPr lang="en-US" altLang="en-US" dirty="0" err="1"/>
              <a:t>a,b,c</a:t>
            </a:r>
            <a:r>
              <a:rPr lang="en-US" altLang="en-US" dirty="0"/>
              <a:t> = calibration coefficients</a:t>
            </a:r>
          </a:p>
          <a:p>
            <a:pPr>
              <a:lnSpc>
                <a:spcPct val="90000"/>
              </a:lnSpc>
            </a:pPr>
            <a:r>
              <a:rPr lang="en-US" altLang="en-US" dirty="0">
                <a:solidFill>
                  <a:srgbClr val="6A0032"/>
                </a:solidFill>
              </a:rPr>
              <a:t>Compensation</a:t>
            </a:r>
          </a:p>
          <a:p>
            <a:pPr lvl="1">
              <a:lnSpc>
                <a:spcPct val="90000"/>
              </a:lnSpc>
            </a:pPr>
            <a:r>
              <a:rPr lang="en-US" altLang="en-US" dirty="0"/>
              <a:t>remove secondary sensitivities</a:t>
            </a:r>
          </a:p>
          <a:p>
            <a:pPr lvl="1">
              <a:lnSpc>
                <a:spcPct val="90000"/>
              </a:lnSpc>
            </a:pPr>
            <a:r>
              <a:rPr lang="en-US" altLang="en-US" dirty="0"/>
              <a:t>must have sensitivities characterized</a:t>
            </a:r>
          </a:p>
          <a:p>
            <a:pPr lvl="1">
              <a:lnSpc>
                <a:spcPct val="90000"/>
              </a:lnSpc>
            </a:pPr>
            <a:r>
              <a:rPr lang="en-US" altLang="en-US" dirty="0"/>
              <a:t>can remove with polynomial evaluation</a:t>
            </a:r>
          </a:p>
          <a:p>
            <a:pPr lvl="2">
              <a:lnSpc>
                <a:spcPct val="90000"/>
              </a:lnSpc>
            </a:pPr>
            <a:r>
              <a:rPr lang="en-US" altLang="en-US" sz="1600" dirty="0"/>
              <a:t>P = a + </a:t>
            </a:r>
            <a:r>
              <a:rPr lang="en-US" altLang="en-US" sz="1600" dirty="0" err="1"/>
              <a:t>bV</a:t>
            </a:r>
            <a:r>
              <a:rPr lang="en-US" altLang="en-US" sz="1600" dirty="0"/>
              <a:t> + </a:t>
            </a:r>
            <a:r>
              <a:rPr lang="en-US" altLang="en-US" sz="1600" dirty="0" err="1"/>
              <a:t>cT</a:t>
            </a:r>
            <a:r>
              <a:rPr lang="en-US" altLang="en-US" sz="1600" dirty="0"/>
              <a:t> + </a:t>
            </a:r>
            <a:r>
              <a:rPr lang="en-US" altLang="en-US" sz="1600" dirty="0" err="1"/>
              <a:t>dVT</a:t>
            </a:r>
            <a:r>
              <a:rPr lang="en-US" altLang="en-US" sz="1600" dirty="0"/>
              <a:t> + e V</a:t>
            </a:r>
            <a:r>
              <a:rPr lang="en-US" altLang="en-US" sz="1600" baseline="30000" dirty="0"/>
              <a:t>2</a:t>
            </a:r>
            <a:r>
              <a:rPr lang="en-US" altLang="en-US" sz="1600" dirty="0"/>
              <a:t>, where P=pressure, T=temperature</a:t>
            </a:r>
          </a:p>
          <a:p>
            <a:endParaRPr lang="en-IE" dirty="0"/>
          </a:p>
        </p:txBody>
      </p:sp>
    </p:spTree>
    <p:extLst>
      <p:ext uri="{BB962C8B-B14F-4D97-AF65-F5344CB8AC3E}">
        <p14:creationId xmlns:p14="http://schemas.microsoft.com/office/powerpoint/2010/main" val="217659904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2D89AB-AB78-4CC9-8DDA-9EF57F849F7B}"/>
              </a:ext>
            </a:extLst>
          </p:cNvPr>
          <p:cNvSpPr>
            <a:spLocks noGrp="1"/>
          </p:cNvSpPr>
          <p:nvPr>
            <p:ph type="title"/>
          </p:nvPr>
        </p:nvSpPr>
        <p:spPr/>
        <p:txBody>
          <a:bodyPr/>
          <a:lstStyle/>
          <a:p>
            <a:r>
              <a:rPr lang="en-IE" dirty="0"/>
              <a:t>Sensor Performance</a:t>
            </a:r>
          </a:p>
        </p:txBody>
      </p:sp>
      <p:sp>
        <p:nvSpPr>
          <p:cNvPr id="3" name="Content Placeholder 2">
            <a:extLst>
              <a:ext uri="{FF2B5EF4-FFF2-40B4-BE49-F238E27FC236}">
                <a16:creationId xmlns:a16="http://schemas.microsoft.com/office/drawing/2014/main" id="{EA668146-B0B6-473E-8327-1CDD9C491AC0}"/>
              </a:ext>
            </a:extLst>
          </p:cNvPr>
          <p:cNvSpPr>
            <a:spLocks noGrp="1"/>
          </p:cNvSpPr>
          <p:nvPr>
            <p:ph idx="1"/>
          </p:nvPr>
        </p:nvSpPr>
        <p:spPr/>
        <p:txBody>
          <a:bodyPr>
            <a:normAutofit fontScale="70000" lnSpcReduction="20000"/>
          </a:bodyPr>
          <a:lstStyle/>
          <a:p>
            <a:pPr>
              <a:lnSpc>
                <a:spcPct val="90000"/>
              </a:lnSpc>
            </a:pPr>
            <a:r>
              <a:rPr lang="en-GB" altLang="en-US" b="1" dirty="0">
                <a:solidFill>
                  <a:srgbClr val="6A0032"/>
                </a:solidFill>
              </a:rPr>
              <a:t>Range</a:t>
            </a:r>
          </a:p>
          <a:p>
            <a:pPr lvl="1">
              <a:lnSpc>
                <a:spcPct val="90000"/>
              </a:lnSpc>
            </a:pPr>
            <a:r>
              <a:rPr lang="en-GB" altLang="en-US" dirty="0"/>
              <a:t>maximum and minimum values that can be measured</a:t>
            </a:r>
          </a:p>
          <a:p>
            <a:pPr>
              <a:lnSpc>
                <a:spcPct val="90000"/>
              </a:lnSpc>
            </a:pPr>
            <a:r>
              <a:rPr lang="en-GB" altLang="en-US" b="1" dirty="0">
                <a:solidFill>
                  <a:srgbClr val="6A0032"/>
                </a:solidFill>
              </a:rPr>
              <a:t>Resolution or discrimination</a:t>
            </a:r>
          </a:p>
          <a:p>
            <a:pPr lvl="1">
              <a:lnSpc>
                <a:spcPct val="90000"/>
              </a:lnSpc>
            </a:pPr>
            <a:r>
              <a:rPr lang="en-GB" altLang="en-US" dirty="0"/>
              <a:t>smallest discernible change in the measured value</a:t>
            </a:r>
          </a:p>
          <a:p>
            <a:pPr>
              <a:lnSpc>
                <a:spcPct val="90000"/>
              </a:lnSpc>
            </a:pPr>
            <a:r>
              <a:rPr lang="en-GB" altLang="en-US" b="1" dirty="0">
                <a:solidFill>
                  <a:srgbClr val="6A0032"/>
                </a:solidFill>
              </a:rPr>
              <a:t>Error</a:t>
            </a:r>
          </a:p>
          <a:p>
            <a:pPr lvl="1">
              <a:lnSpc>
                <a:spcPct val="90000"/>
              </a:lnSpc>
            </a:pPr>
            <a:r>
              <a:rPr lang="en-GB" altLang="en-US" dirty="0"/>
              <a:t>difference between the measured and actual values</a:t>
            </a:r>
          </a:p>
          <a:p>
            <a:pPr lvl="2">
              <a:lnSpc>
                <a:spcPct val="90000"/>
              </a:lnSpc>
            </a:pPr>
            <a:r>
              <a:rPr lang="en-GB" altLang="en-US" dirty="0"/>
              <a:t>random errors</a:t>
            </a:r>
          </a:p>
          <a:p>
            <a:pPr lvl="2">
              <a:lnSpc>
                <a:spcPct val="90000"/>
              </a:lnSpc>
            </a:pPr>
            <a:r>
              <a:rPr lang="en-GB" altLang="en-US" dirty="0"/>
              <a:t>systematic errors</a:t>
            </a:r>
          </a:p>
          <a:p>
            <a:pPr>
              <a:lnSpc>
                <a:spcPct val="90000"/>
              </a:lnSpc>
            </a:pPr>
            <a:r>
              <a:rPr lang="en-GB" altLang="en-US" b="1" dirty="0">
                <a:solidFill>
                  <a:srgbClr val="6A0032"/>
                </a:solidFill>
              </a:rPr>
              <a:t>Accuracy, inaccuracy, uncertainty</a:t>
            </a:r>
          </a:p>
          <a:p>
            <a:pPr lvl="1">
              <a:lnSpc>
                <a:spcPct val="90000"/>
              </a:lnSpc>
            </a:pPr>
            <a:r>
              <a:rPr lang="en-GB" altLang="en-US" dirty="0"/>
              <a:t>accuracy is a measure of the maximum expected error</a:t>
            </a:r>
          </a:p>
          <a:p>
            <a:r>
              <a:rPr lang="en-GB" altLang="en-US" b="1" dirty="0">
                <a:solidFill>
                  <a:srgbClr val="6A0032"/>
                </a:solidFill>
              </a:rPr>
              <a:t>Linearity</a:t>
            </a:r>
          </a:p>
          <a:p>
            <a:pPr lvl="1"/>
            <a:r>
              <a:rPr lang="en-GB" altLang="en-US" dirty="0"/>
              <a:t>maximum deviation from a ‘straight-line’ response</a:t>
            </a:r>
          </a:p>
          <a:p>
            <a:r>
              <a:rPr lang="en-GB" altLang="en-US" b="1" dirty="0">
                <a:solidFill>
                  <a:srgbClr val="6A0032"/>
                </a:solidFill>
              </a:rPr>
              <a:t>Sensitivity</a:t>
            </a:r>
          </a:p>
          <a:p>
            <a:pPr lvl="1"/>
            <a:r>
              <a:rPr lang="en-GB" altLang="en-US" dirty="0"/>
              <a:t>a measure of the change produced at the output for a given change in the quantity being measured</a:t>
            </a:r>
          </a:p>
          <a:p>
            <a:endParaRPr lang="en-IE" dirty="0"/>
          </a:p>
        </p:txBody>
      </p:sp>
    </p:spTree>
    <p:extLst>
      <p:ext uri="{BB962C8B-B14F-4D97-AF65-F5344CB8AC3E}">
        <p14:creationId xmlns:p14="http://schemas.microsoft.com/office/powerpoint/2010/main" val="135056488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897023-2DB4-4388-8961-A41462496293}"/>
              </a:ext>
            </a:extLst>
          </p:cNvPr>
          <p:cNvSpPr>
            <a:spLocks noGrp="1"/>
          </p:cNvSpPr>
          <p:nvPr>
            <p:ph type="title"/>
          </p:nvPr>
        </p:nvSpPr>
        <p:spPr/>
        <p:txBody>
          <a:bodyPr/>
          <a:lstStyle/>
          <a:p>
            <a:r>
              <a:rPr lang="en-IE" dirty="0"/>
              <a:t>Sensor Performance</a:t>
            </a:r>
          </a:p>
        </p:txBody>
      </p:sp>
      <p:sp>
        <p:nvSpPr>
          <p:cNvPr id="3" name="Content Placeholder 2">
            <a:extLst>
              <a:ext uri="{FF2B5EF4-FFF2-40B4-BE49-F238E27FC236}">
                <a16:creationId xmlns:a16="http://schemas.microsoft.com/office/drawing/2014/main" id="{94ECC405-26EB-4F86-9CCA-4DA33B06170C}"/>
              </a:ext>
            </a:extLst>
          </p:cNvPr>
          <p:cNvSpPr>
            <a:spLocks noGrp="1"/>
          </p:cNvSpPr>
          <p:nvPr>
            <p:ph idx="1"/>
          </p:nvPr>
        </p:nvSpPr>
        <p:spPr/>
        <p:txBody>
          <a:bodyPr/>
          <a:lstStyle/>
          <a:p>
            <a:endParaRPr lang="en-IE" dirty="0"/>
          </a:p>
        </p:txBody>
      </p:sp>
      <p:sp>
        <p:nvSpPr>
          <p:cNvPr id="4" name="Rectangle 3">
            <a:extLst>
              <a:ext uri="{FF2B5EF4-FFF2-40B4-BE49-F238E27FC236}">
                <a16:creationId xmlns:a16="http://schemas.microsoft.com/office/drawing/2014/main" id="{F201A856-F901-4B82-A516-E201C0096446}"/>
              </a:ext>
            </a:extLst>
          </p:cNvPr>
          <p:cNvSpPr>
            <a:spLocks noGrp="1" noChangeArrowheads="1"/>
          </p:cNvSpPr>
          <p:nvPr/>
        </p:nvSpPr>
        <p:spPr>
          <a:xfrm>
            <a:off x="643158" y="1214012"/>
            <a:ext cx="11726779" cy="4824042"/>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GB" altLang="en-US" b="1" dirty="0">
                <a:solidFill>
                  <a:srgbClr val="6A0032"/>
                </a:solidFill>
              </a:rPr>
              <a:t>Precision/Accuracy</a:t>
            </a:r>
          </a:p>
          <a:p>
            <a:pPr lvl="1"/>
            <a:r>
              <a:rPr lang="en-GB" altLang="en-US" dirty="0"/>
              <a:t>a measure of the lack of random errors (scatter)</a:t>
            </a:r>
          </a:p>
        </p:txBody>
      </p:sp>
      <p:pic>
        <p:nvPicPr>
          <p:cNvPr id="5" name="Picture 4" descr="C03NF01">
            <a:extLst>
              <a:ext uri="{FF2B5EF4-FFF2-40B4-BE49-F238E27FC236}">
                <a16:creationId xmlns:a16="http://schemas.microsoft.com/office/drawing/2014/main" id="{AA2D1028-681C-4BFC-992D-ED3A536049C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82775" y="2842286"/>
            <a:ext cx="8426450" cy="3032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478753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67F692-9CD8-4E46-B32D-26F6C877EE3F}"/>
              </a:ext>
            </a:extLst>
          </p:cNvPr>
          <p:cNvSpPr>
            <a:spLocks noGrp="1"/>
          </p:cNvSpPr>
          <p:nvPr>
            <p:ph type="title"/>
          </p:nvPr>
        </p:nvSpPr>
        <p:spPr>
          <a:xfrm>
            <a:off x="648929" y="629266"/>
            <a:ext cx="5120073" cy="1676603"/>
          </a:xfrm>
        </p:spPr>
        <p:txBody>
          <a:bodyPr>
            <a:normAutofit/>
          </a:bodyPr>
          <a:lstStyle/>
          <a:p>
            <a:r>
              <a:rPr lang="en-IE" dirty="0"/>
              <a:t>Packet Tracer 8.x and IoT </a:t>
            </a:r>
          </a:p>
        </p:txBody>
      </p:sp>
      <p:sp>
        <p:nvSpPr>
          <p:cNvPr id="3" name="Content Placeholder 2">
            <a:extLst>
              <a:ext uri="{FF2B5EF4-FFF2-40B4-BE49-F238E27FC236}">
                <a16:creationId xmlns:a16="http://schemas.microsoft.com/office/drawing/2014/main" id="{AA2E3266-1C39-4C90-ABFC-48BB261F72BF}"/>
              </a:ext>
            </a:extLst>
          </p:cNvPr>
          <p:cNvSpPr>
            <a:spLocks noGrp="1"/>
          </p:cNvSpPr>
          <p:nvPr>
            <p:ph idx="1"/>
          </p:nvPr>
        </p:nvSpPr>
        <p:spPr>
          <a:xfrm>
            <a:off x="648931" y="2438400"/>
            <a:ext cx="5113114" cy="3785419"/>
          </a:xfrm>
        </p:spPr>
        <p:txBody>
          <a:bodyPr>
            <a:normAutofit/>
          </a:bodyPr>
          <a:lstStyle/>
          <a:p>
            <a:r>
              <a:rPr lang="en-US" sz="1700" dirty="0"/>
              <a:t>Packet Tracer 8.x can be used as a prototyping tool.</a:t>
            </a:r>
          </a:p>
          <a:p>
            <a:r>
              <a:rPr lang="en-US" sz="1700" dirty="0"/>
              <a:t>There is a new group icon contained in Packet Tracer that is labeled Components.</a:t>
            </a:r>
          </a:p>
          <a:p>
            <a:r>
              <a:rPr lang="en-US" sz="1700" dirty="0"/>
              <a:t>The PT IoT boards contains an MCU and a SBC.</a:t>
            </a:r>
          </a:p>
          <a:p>
            <a:r>
              <a:rPr lang="en-US" sz="1700" dirty="0"/>
              <a:t>The MCU and SBC are similar to an Arduino and a Raspberry Pi, respectively.</a:t>
            </a:r>
          </a:p>
          <a:p>
            <a:r>
              <a:rPr lang="en-US" sz="1700" dirty="0"/>
              <a:t>There are also actuators and sensors that can be used in prototypes.</a:t>
            </a:r>
          </a:p>
          <a:p>
            <a:r>
              <a:rPr lang="en-US" sz="1700" dirty="0"/>
              <a:t>The IoE Custom Cable found in the Connections group can be used to connect IoT things to an MCU board.</a:t>
            </a:r>
          </a:p>
          <a:p>
            <a:endParaRPr lang="en-IE" sz="1700" dirty="0"/>
          </a:p>
        </p:txBody>
      </p:sp>
      <p:sp>
        <p:nvSpPr>
          <p:cNvPr id="10" name="Rectangle 9">
            <a:extLst>
              <a:ext uri="{FF2B5EF4-FFF2-40B4-BE49-F238E27FC236}">
                <a16:creationId xmlns:a16="http://schemas.microsoft.com/office/drawing/2014/main" id="{2FA7A195-03A4-44AB-A3D8-2507E2C943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6000" y="0"/>
            <a:ext cx="6096418" cy="6858000"/>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 Rectangle 9">
            <a:extLst>
              <a:ext uri="{FF2B5EF4-FFF2-40B4-BE49-F238E27FC236}">
                <a16:creationId xmlns:a16="http://schemas.microsoft.com/office/drawing/2014/main" id="{8F235346-20CC-4981-B836-23ECF1F4E2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73465" y="559407"/>
            <a:ext cx="5141488" cy="5739187"/>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158A9AD2-BEC7-49AC-994D-6B1F34ED1525}"/>
              </a:ext>
            </a:extLst>
          </p:cNvPr>
          <p:cNvPicPr>
            <a:picLocks noChangeAspect="1"/>
          </p:cNvPicPr>
          <p:nvPr/>
        </p:nvPicPr>
        <p:blipFill rotWithShape="1">
          <a:blip r:embed="rId2"/>
          <a:srcRect l="11258" r="11440" b="-2"/>
          <a:stretch/>
        </p:blipFill>
        <p:spPr>
          <a:xfrm>
            <a:off x="6739337" y="722376"/>
            <a:ext cx="4809744" cy="5413248"/>
          </a:xfrm>
          <a:prstGeom prst="rect">
            <a:avLst/>
          </a:prstGeom>
          <a:effectLst/>
        </p:spPr>
      </p:pic>
    </p:spTree>
    <p:extLst>
      <p:ext uri="{BB962C8B-B14F-4D97-AF65-F5344CB8AC3E}">
        <p14:creationId xmlns:p14="http://schemas.microsoft.com/office/powerpoint/2010/main" val="254880491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868D0A-DBA0-4100-AAB6-D021E053F480}"/>
              </a:ext>
            </a:extLst>
          </p:cNvPr>
          <p:cNvSpPr>
            <a:spLocks noGrp="1"/>
          </p:cNvSpPr>
          <p:nvPr>
            <p:ph type="title"/>
          </p:nvPr>
        </p:nvSpPr>
        <p:spPr/>
        <p:txBody>
          <a:bodyPr/>
          <a:lstStyle/>
          <a:p>
            <a:r>
              <a:rPr lang="en-IE" dirty="0"/>
              <a:t>Packet Tracer Demo….</a:t>
            </a:r>
          </a:p>
        </p:txBody>
      </p:sp>
      <p:sp>
        <p:nvSpPr>
          <p:cNvPr id="3" name="Content Placeholder 2">
            <a:extLst>
              <a:ext uri="{FF2B5EF4-FFF2-40B4-BE49-F238E27FC236}">
                <a16:creationId xmlns:a16="http://schemas.microsoft.com/office/drawing/2014/main" id="{DAD3BC27-CCAB-4CB2-AE3E-FB7E7EEFEB1D}"/>
              </a:ext>
            </a:extLst>
          </p:cNvPr>
          <p:cNvSpPr>
            <a:spLocks noGrp="1"/>
          </p:cNvSpPr>
          <p:nvPr>
            <p:ph idx="1"/>
          </p:nvPr>
        </p:nvSpPr>
        <p:spPr/>
        <p:txBody>
          <a:bodyPr/>
          <a:lstStyle/>
          <a:p>
            <a:endParaRPr lang="en-IE"/>
          </a:p>
        </p:txBody>
      </p:sp>
    </p:spTree>
    <p:extLst>
      <p:ext uri="{BB962C8B-B14F-4D97-AF65-F5344CB8AC3E}">
        <p14:creationId xmlns:p14="http://schemas.microsoft.com/office/powerpoint/2010/main" val="376118642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1429</Words>
  <Application>Microsoft Office PowerPoint</Application>
  <PresentationFormat>Widescreen</PresentationFormat>
  <Paragraphs>191</Paragraphs>
  <Slides>33</Slides>
  <Notes>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33</vt:i4>
      </vt:variant>
    </vt:vector>
  </HeadingPairs>
  <TitlesOfParts>
    <vt:vector size="41" baseType="lpstr">
      <vt:lpstr>ＭＳ Ｐゴシック</vt:lpstr>
      <vt:lpstr>Arial</vt:lpstr>
      <vt:lpstr>Calibri</vt:lpstr>
      <vt:lpstr>Calibri Light</vt:lpstr>
      <vt:lpstr>Merriweather</vt:lpstr>
      <vt:lpstr>Symbol</vt:lpstr>
      <vt:lpstr>Wingdings</vt:lpstr>
      <vt:lpstr>Office Theme</vt:lpstr>
      <vt:lpstr>Sensors, Microcontrollers &amp; Packet Tracer</vt:lpstr>
      <vt:lpstr>Agenda</vt:lpstr>
      <vt:lpstr>Context: Physical Computing</vt:lpstr>
      <vt:lpstr>PowerPoint Presentation</vt:lpstr>
      <vt:lpstr>PowerPoint Presentation</vt:lpstr>
      <vt:lpstr>What are Sensors</vt:lpstr>
      <vt:lpstr>QI </vt:lpstr>
      <vt:lpstr>Electricity 101: Ohms Law</vt:lpstr>
      <vt:lpstr>PowerPoint Presentation</vt:lpstr>
      <vt:lpstr>Sensor Systems</vt:lpstr>
      <vt:lpstr>Detectable Phenomena</vt:lpstr>
      <vt:lpstr>Sensor Use: Project Examples</vt:lpstr>
      <vt:lpstr>PowerPoint Presentation</vt:lpstr>
      <vt:lpstr>PowerPoint Presentation</vt:lpstr>
      <vt:lpstr>Temperature Sensors</vt:lpstr>
      <vt:lpstr>Thermistor</vt:lpstr>
      <vt:lpstr>Potentiometer</vt:lpstr>
      <vt:lpstr>Band Sensor</vt:lpstr>
      <vt:lpstr>Force Sensor</vt:lpstr>
      <vt:lpstr>Accelerometers</vt:lpstr>
      <vt:lpstr>Light Sensor</vt:lpstr>
      <vt:lpstr>Optical Encoders</vt:lpstr>
      <vt:lpstr>Sample Problem: Sensor Analysis</vt:lpstr>
      <vt:lpstr>Sample Problem: How far does vehicle travel for 1 encoder count?</vt:lpstr>
      <vt:lpstr>Sample Problem: How many encoder counts will there be for 1 meter of travel?</vt:lpstr>
      <vt:lpstr>Sample Problem: Suppose I want 1.0 cm / count, what wheel diameter  </vt:lpstr>
      <vt:lpstr>Connecting Sensors to Microcontroller/Single Board Computer</vt:lpstr>
      <vt:lpstr>“Smart” Sensors</vt:lpstr>
      <vt:lpstr>Sensor Calibration</vt:lpstr>
      <vt:lpstr>Sensor Performance</vt:lpstr>
      <vt:lpstr>Sensor Performance</vt:lpstr>
      <vt:lpstr>Packet Tracer 8.x and IoT </vt:lpstr>
      <vt:lpstr>Packet Tracer Demo….</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Sensors, Actuators and Microcontrollers</dc:title>
  <dc:creator>Frank X Walsh</dc:creator>
  <cp:lastModifiedBy>Frank Walsh</cp:lastModifiedBy>
  <cp:revision>16</cp:revision>
  <dcterms:created xsi:type="dcterms:W3CDTF">2021-01-27T17:09:48Z</dcterms:created>
  <dcterms:modified xsi:type="dcterms:W3CDTF">2026-02-05T11:12:59Z</dcterms:modified>
</cp:coreProperties>
</file>