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8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0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3255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468EA1-FB36-B279-E0C2-2DF8BCAEB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59" y="871780"/>
            <a:ext cx="11493353" cy="540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859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Widescreen</PresentationFormat>
  <Paragraphs>28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Frank Walsh</cp:lastModifiedBy>
  <cp:revision>2</cp:revision>
  <dcterms:created xsi:type="dcterms:W3CDTF">2024-12-02T11:39:43Z</dcterms:created>
  <dcterms:modified xsi:type="dcterms:W3CDTF">2025-12-01T13:22:36Z</dcterms:modified>
</cp:coreProperties>
</file>