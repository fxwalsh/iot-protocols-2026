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316" r:id="rId3"/>
    <p:sldId id="288" r:id="rId4"/>
    <p:sldId id="289" r:id="rId5"/>
    <p:sldId id="287" r:id="rId6"/>
    <p:sldId id="313" r:id="rId7"/>
    <p:sldId id="314" r:id="rId8"/>
    <p:sldId id="315" r:id="rId9"/>
    <p:sldId id="282" r:id="rId10"/>
    <p:sldId id="281" r:id="rId11"/>
    <p:sldId id="322" r:id="rId12"/>
    <p:sldId id="323" r:id="rId13"/>
    <p:sldId id="325" r:id="rId14"/>
    <p:sldId id="286" r:id="rId15"/>
    <p:sldId id="280" r:id="rId16"/>
    <p:sldId id="321" r:id="rId17"/>
    <p:sldId id="294" r:id="rId18"/>
    <p:sldId id="279" r:id="rId19"/>
    <p:sldId id="324" r:id="rId20"/>
    <p:sldId id="309" r:id="rId21"/>
    <p:sldId id="317" r:id="rId22"/>
    <p:sldId id="318" r:id="rId23"/>
    <p:sldId id="319" r:id="rId24"/>
    <p:sldId id="283" r:id="rId25"/>
    <p:sldId id="284" r:id="rId26"/>
    <p:sldId id="285" r:id="rId27"/>
    <p:sldId id="263" r:id="rId28"/>
    <p:sldId id="268" r:id="rId29"/>
    <p:sldId id="269" r:id="rId30"/>
    <p:sldId id="270" r:id="rId31"/>
    <p:sldId id="271" r:id="rId32"/>
    <p:sldId id="272" r:id="rId33"/>
    <p:sldId id="273"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8" d="100"/>
          <a:sy n="118" d="100"/>
        </p:scale>
        <p:origin x="84" y="3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ax="2.14748E9" units="cm"/>
          <inkml:channel name="Y" type="integer" max="2.14748E9" units="cm"/>
        </inkml:traceFormat>
        <inkml:channelProperties>
          <inkml:channelProperty channel="X" name="resolution" value="1000" units="1/cm"/>
          <inkml:channelProperty channel="Y" name="resolution" value="1000" units="1/cm"/>
        </inkml:channelProperties>
      </inkml:inkSource>
      <inkml:timestamp xml:id="ts0" timeString="2020-10-19T09:06:52.201"/>
    </inkml:context>
    <inkml:brush xml:id="br0">
      <inkml:brushProperty name="width" value="0.07453" units="cm"/>
      <inkml:brushProperty name="height" value="0.07453" units="cm"/>
      <inkml:brushProperty name="color" value="#02A556"/>
      <inkml:brushProperty name="ignorePressure" value="1"/>
    </inkml:brush>
    <inkml:brush xml:id="br1">
      <inkml:brushProperty name="width" value="0.07453" units="cm"/>
      <inkml:brushProperty name="height" value="0.07453" units="cm"/>
      <inkml:brushProperty name="ignorePressure" value="1"/>
    </inkml:brush>
    <inkml:brush xml:id="br2">
      <inkml:brushProperty name="width" value="0.07453" units="cm"/>
      <inkml:brushProperty name="height" value="0.07453" units="cm"/>
      <inkml:brushProperty name="color" value="#5B2D90"/>
      <inkml:brushProperty name="ignorePressure" value="1"/>
    </inkml:brush>
    <inkml:brush xml:id="br3">
      <inkml:brushProperty name="width" value="0.07453" units="cm"/>
      <inkml:brushProperty name="height" value="0.07453" units="cm"/>
      <inkml:brushProperty name="color" value="#E71224"/>
      <inkml:brushProperty name="ignorePressure" value="1"/>
    </inkml:brush>
    <inkml:context xml:id="ctx1">
      <inkml:inkSource xml:id="inkSrc388">
        <inkml:traceFormat>
          <inkml:channel name="X" type="integer" max="2.14748E9" units="cm"/>
          <inkml:channel name="Y" type="integer" max="2.14748E9" units="cm"/>
          <inkml:channel name="F" type="integer" max="8192"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1" units="1/dev"/>
          <inkml:channelProperty channel="OA" name="resolution" value="360" units="1/deg"/>
          <inkml:channelProperty channel="OE" name="resolution" value="90" units="1/deg"/>
        </inkml:channelProperties>
      </inkml:inkSource>
      <inkml:timestamp xml:id="ts1" timeString="2020-10-19T09:06:52.589"/>
    </inkml:context>
    <inkml:brush xml:id="br4">
      <inkml:brushProperty name="width" value="0.14092" units="cm"/>
      <inkml:brushProperty name="height" value="0.14092" units="cm"/>
      <inkml:brushProperty name="color" value="#02A556"/>
    </inkml:brush>
  </inkml:definitions>
  <inkml:trace contextRef="#ctx0" brushRef="#br0">659 2392,'-9'-72,"12"28,-7 26,8-27,-8 27,5-25,-11 31,9 4,3-27,7 22,66 16,-68 23,13 12,-13-12,-10 72</inkml:trace>
  <inkml:trace contextRef="#ctx0" brushRef="#br0" timeOffset="1.15">690 2813,'1'50,"70"-44,-63-18,-5-6,21-1,-9-1,-14-76,-12 70,-12-5,5 16,-6 10,-7 12,57-11,-6-6,30-60,-36 57,19 10,-24 6,18 21,10 0,-24-5,-18 9</inkml:trace>
  <inkml:trace contextRef="#ctx0" brushRef="#br0" timeOffset="2.15">754 3045,'-8'-17,"10"8,19-30,2 20,-3 16,20 9,31-7,-27 46,-38 0,-10 18,51-48,23-5</inkml:trace>
  <inkml:trace contextRef="#ctx0" brushRef="#br0" timeOffset="3.15">753 2275,'30'72,"-13"-50,4-9,230-15,-228 12,-17 6,10-4,11-31,-19 18,47-4,-11 8,81-22,-75 17,-29-5,8-10,9-17,-42 31,-11 23,6 3,25 41,-15 62,6-109,-5 10,9-8,-11 21,17-30,16-6,-29 2,-2 60,-7-58,8 54,4-44,-5 8</inkml:trace>
  <inkml:trace contextRef="#ctx0" brushRef="#br0" timeOffset="4.13">771 1734,'-19'-15,"16"-3,-4 8,8-40,16 30,-7-14,-11-67,-15 83,9 4,-16-5,-41 17</inkml:trace>
  <inkml:trace contextRef="#ctx0" brushRef="#br1" timeOffset="5.15">820 3457,'26'-1,"-17"-8,-13-87</inkml:trace>
  <inkml:trace contextRef="#ctx0" brushRef="#br0" timeOffset="6.15">972 2237,'-18'-9,"-27"18,18-17,-35 6,-46-13,49 16</inkml:trace>
  <inkml:trace contextRef="#ctx0" brushRef="#br0" timeOffset="7.15">1083 1501,'-1'-43</inkml:trace>
  <inkml:trace contextRef="#ctx0" brushRef="#br1" timeOffset="8.15">1134 3464,'-34'-2,"24"-6,9-104,47 102,35-34,-66 39,40 1,-29 15,1-9,48 20,29 15,-77-35,-18-2,31-22,-23 5,-2-7</inkml:trace>
  <inkml:trace contextRef="#ctx0" brushRef="#br0" timeOffset="9.15">1176 3141,'9'53,"-9"-9,-8-33,11 41,7-13,22 22,-31-35,8 1,-7 107,0-125,14 9,11-3,16-12,-5-13,-23-6,-8 0</inkml:trace>
  <inkml:trace contextRef="#ctx0" brushRef="#br0" timeOffset="10.15">1180 2469,'-36'-1,"20"-7,5-19,11 12</inkml:trace>
  <inkml:trace contextRef="#ctx0" brushRef="#br0" timeOffset="11.15">1212 3060,'53'-1,"-7"-20,-38-28,-9 30,-23-26,18 9,0 28,-3 1,-18 1,18 0,-88-81</inkml:trace>
  <inkml:trace contextRef="#ctx0" brushRef="#br0" timeOffset="12.15">1249 2154,'27'-3,"-7"-9,40-12,-33 8,28 44,-29-30,8-8,-17 29,-10 27,-22-11,-18 1</inkml:trace>
  <inkml:trace contextRef="#ctx0" brushRef="#br0" timeOffset="13.15">1277 2324,'-71'4,"17"-6,27-17,-269 22,180 25,57-27</inkml:trace>
  <inkml:trace contextRef="#ctx0" brushRef="#br0" timeOffset="14.15">1282 2979,'207'-15</inkml:trace>
  <inkml:trace contextRef="#ctx0" brushRef="#br0" timeOffset="15.15">1296 2476,'7'-18,"-2"-22,6 20,15 5,5 9</inkml:trace>
  <inkml:trace contextRef="#ctx0" brushRef="#br1" timeOffset="16.15">1324 2584,'-44'18,"-39"70,50-65,-23 69,25-58,2-9,-15-8,19 13,-28 15,50-38</inkml:trace>
  <inkml:trace contextRef="#ctx0" brushRef="#br0" timeOffset="17.15">1356 2082,'9'-7,"8"6,0-28,-12 11,10 3,20 12,18 28</inkml:trace>
  <inkml:trace contextRef="#ctx0" brushRef="#br0" timeOffset="18.15">1375 2198,'53'-45,"-43"19</inkml:trace>
  <inkml:trace contextRef="#ctx0" brushRef="#br0" timeOffset="19.15">1379 2700,'35'-16,"16"15,-21-26,-2 21</inkml:trace>
  <inkml:trace contextRef="#ctx0" brushRef="#br1" timeOffset="20.15">1427 3067,'-81'-2,"46"-25</inkml:trace>
  <inkml:trace contextRef="#ctx0" brushRef="#br0" timeOffset="21.15">1472 828,'-5'-4,"8"-10,12-6,10 2,45-20,-63 21,-4-27,3 35</inkml:trace>
  <inkml:trace contextRef="#ctx0" brushRef="#br1" timeOffset="22.15">1608 2223,'-3'-47</inkml:trace>
  <inkml:trace contextRef="#ctx0" brushRef="#br1" timeOffset="23.15">1612 2734,'-33'2</inkml:trace>
  <inkml:trace contextRef="#ctx0" brushRef="#br1" timeOffset="24.15">1680 3325,'-103'6,"81"3,21 4</inkml:trace>
  <inkml:trace contextRef="#ctx0" brushRef="#br0" timeOffset="25.15">1686 770,'65'4,"-40"-6,2-9,77 10,-89-35,1 15,87 20,-71-9,-7-4</inkml:trace>
  <inkml:trace contextRef="#ctx0" brushRef="#br0" timeOffset="26.15">1722 752,'4'19</inkml:trace>
  <inkml:trace contextRef="#ctx0" brushRef="#br0" timeOffset="27.15">1782 2688,'-59'1,"55"-37,-23 17,1 17,-11 29,-9-23,41-9,3-34,-16 29,-17 11</inkml:trace>
  <inkml:trace contextRef="#ctx0" brushRef="#br0" timeOffset="28.15">1792 2759,'-65'5</inkml:trace>
  <inkml:trace contextRef="#ctx0" brushRef="#br0" timeOffset="29.15">1826 2625,'-18'-9,"-26"11,-1 33</inkml:trace>
  <inkml:trace contextRef="#ctx0" brushRef="#br0" timeOffset="30.15">1822 994,'34'-13,"-22"3,-6-3,-4-76,1 82,20 0,-14-8,-13-65</inkml:trace>
  <inkml:trace contextRef="#ctx0" brushRef="#br0" timeOffset="31.15">1868 2257,'3'18,"49"35,-42-35,40-17,-38-10,24 3,-19 9,38 51,-34 0,-4-39,0-10,0-11,-7-13,6 5,-13-2,-8 8,-29-3,7 8,-36-56,39 62,21 2</inkml:trace>
  <inkml:trace contextRef="#ctx0" brushRef="#br0" timeOffset="32.15">1881 2759,'53'0,"-43"-19,-10-25,7 25,20 17,-2-8,-7-8,-9-5,-10-14,-32 2,8 35,14-27,7 0,-2 17,7-3,7 0,-4-19,21 7,-30-33</inkml:trace>
  <inkml:trace contextRef="#ctx0" brushRef="#br0" timeOffset="33.15">1989 562,'-61'1,"52"9,8 24,-7 11,36 6</inkml:trace>
  <inkml:trace contextRef="#ctx0" brushRef="#br1" timeOffset="34.15">2015 463,'-26'-1,"10"-7,11-10,-11-8,-38-31,27 20,9-12,18-22</inkml:trace>
  <inkml:trace contextRef="#ctx0" brushRef="#br0" timeOffset="35.15">2026 669,'41'42,"-18"-29,3-6,19-7,-8-6,-17-7,-15-5</inkml:trace>
  <inkml:trace contextRef="#ctx0" brushRef="#br0" timeOffset="36.15">2045 848,'46'8,"25"-8,-17 16,27-32,-55 23,73-4,26-7,-96-4,58 5,-75-5,19 18,-6-6,42-19,49 12,-78-5,-34 0,-3-1,-8-9,5-43,-6 51,-35 14,-3-17,-88 15,99 10,19 12,14-6,2 17,11 1</inkml:trace>
  <inkml:trace contextRef="#ctx0" brushRef="#br0" timeOffset="37.15">2091 893,'2'-32</inkml:trace>
  <inkml:trace contextRef="#ctx0" brushRef="#br1" timeOffset="38.15">2122 2667,'2'31,"48"-7,-32-9,-11-4,-2 10,-2 40,6-20,11-5,12 1,13-38,1-12,-2 17,-18 4,-7-12,66 8,-71 3,3-13,10 13,15-5,-23 32,-10 1,-7-8,-12-1,3-18,-20 3,-27-11,27-8,-242 10,242 0,10 5,-171-6,172-9,13-1,4-36,6 19,-9-2,-15 3,-35 24,26-9,25-23,-8 26,-9 0,-37 13,-7 20,-22-29</inkml:trace>
  <inkml:trace contextRef="#ctx0" brushRef="#br0" timeOffset="39.15">2385 675,'36'116,"-28"-51</inkml:trace>
  <inkml:trace contextRef="#ctx0" brushRef="#br0" timeOffset="40.15">2486 2234,'11'37,"7"-14,3-15,29-5,-23 5</inkml:trace>
  <inkml:trace contextRef="#ctx0" brushRef="#br0" timeOffset="41.15">2507 2619,'2'95,"25"-88,53-11,-56 31,-3 46,-14-60,7 1,47 9,-29-20,-10-18,37 22</inkml:trace>
  <inkml:trace contextRef="#ctx0" brushRef="#br0" timeOffset="42.15">2512 2037,'-9'-18,"18"-35,2 36,15-6,-24-2,63 0,-15-10,10 32,-34 11,28-8,4-25,-32 20,-1 6,27 12,-25 10,-15-5,22 2,-23-28,31-7,15-42,-30 21,-9-5,-14-2,12-26,-15 44,-10 2,-18-4,-81-61,64 43,34 27,8-44,53-11,-39 38,-12-54,-28 70,-70 21,83 6,13 81,-7-53,21 9,4-20,-34-12,-17-3,28-4,-2 12,4 18,-22 2,-96-38,87 8,-41-4,53 21,3 26,2 32,19-47,14 29,-18 76,76-76,-27-35,0-28,-18 6,18-7</inkml:trace>
  <inkml:trace contextRef="#ctx0" brushRef="#br0" timeOffset="43.15">2513 2117,'-25'113</inkml:trace>
  <inkml:trace contextRef="#ctx0" brushRef="#br0" timeOffset="44.15">2549 2197,'-70'-13,"-4"10,14 14,5 15,55 1,17-17,-2 6,-11 11,-8-9,18-7,-4 5,7-13,17-8,-14-2,14 5,-16 21,-7 39,-3-36,-22-45,-18-7,24 12,-15-6,16-24,-9 13,-41-20,6 30,-48 26,82 6,7 3,17 0,-4 7,-4 63,11-73,36-1,-9-17,-27-14,14-5</inkml:trace>
  <inkml:trace contextRef="#ctx0" brushRef="#br0" timeOffset="45.15">2600 665,'0'17,"-8"-25,-4 37,-3 58,15-42,5-25,3-15,-3 15,-13 42,27-3</inkml:trace>
  <inkml:trace contextRef="#ctx0" brushRef="#br0" timeOffset="46.15">2754 3119,'1'-125,"15"110,12 4,-12-8,17 19,-24-19,7-84,-4 62,-11 16,19-2,-12 23,0 9,112-8,-115 47,-9-25,17 106</inkml:trace>
  <inkml:trace contextRef="#ctx0" brushRef="#br0" timeOffset="47.15">2830 2554,'18'-8,"53"6,-38 12,-28-19,-8-162,-1 145,8-10,7 20,21 3,-20 4,1-26,-7 2,6 19,8 7,186 5,-173 12,-29 87,4-70,-7 63,11-63,24 9,-13 8,-21 17,7-54,23-4,62-22,-67 19,0 8,11-32,25 21</inkml:trace>
  <inkml:trace contextRef="#ctx0" brushRef="#br0" timeOffset="48.15">2874 2455,'18'-7,"80"-5</inkml:trace>
  <inkml:trace contextRef="#ctx0" brushRef="#br0" timeOffset="49.15">2891 2347,'59'1</inkml:trace>
  <inkml:trace contextRef="#ctx0" brushRef="#br0" timeOffset="50.15">2897 1953,'27'0,"-1"8,24-9,44 28,-49-27,0-16,35 13,46-24,-100 26,10-15,-9 10,-4-22,-38-111,18 77,-8 35,-3 14,10-28,24 10,0 14,-4 12,27 3,-23-7,57 8,-40 46,-24-34,-16 6,-4 18,-9 36,10 72,-4-125,-9 5,-6-4,-4-5,-30 6,42-4,11 9,35 12,-17-41,-3-11,-13-30,40-31,-31 44</inkml:trace>
  <inkml:trace contextRef="#ctx0" brushRef="#br1" timeOffset="51.15">2976 2920,'0'45,"11"-26,47-17</inkml:trace>
  <inkml:trace contextRef="#ctx0" brushRef="#br1" timeOffset="52.15">3057 2920,'0'-5,"-12"199,17-150,-9-25,15 41,-13-17,-5-7,-24-3,2 22,16-20,9-11,8-5,-7 16,6 19,12-37,3-9,268-6,-253 11,16 30,-40-41,54-13</inkml:trace>
  <inkml:trace contextRef="#ctx0" brushRef="#br0" timeOffset="53.15">3082 1646,'-1'-98,"-2"81,76-43,-15 4,-23 43,-20 3,0-7,8-25,12 15,-7-8,-4 32,3 11,-9-11,6-14,6-16,-13 32,123 89,-126-85,8-7,18-22</inkml:trace>
  <inkml:trace contextRef="#ctx0" brushRef="#br1" timeOffset="54.15">3151 2426,'4'63,"30"-30,-26-28,30-41,-14 24</inkml:trace>
  <inkml:trace contextRef="#ctx0" brushRef="#br0" timeOffset="55.15">3255 749,'17'0,"10"8,9-20,2-10,-29 11,48 12,-45-21,-12-65</inkml:trace>
  <inkml:trace contextRef="#ctx0" brushRef="#br0" timeOffset="56.15">3321 1197,'-15'-6,"6"15,4 41,-8-29,-16 6,32 7,30 33,9-25,1-14,-13-18,36-4,-48 9,5 23,-8-25,5-9,21-6</inkml:trace>
  <inkml:trace contextRef="#ctx0" brushRef="#br0" timeOffset="57.15">3357 3473,'62'-36,"-35"62,-19-8,-6 9,-11-1,-3-5,-56-22,-17 32,53-26</inkml:trace>
  <inkml:trace contextRef="#ctx0" brushRef="#br0" timeOffset="58.15">3363 847,'46'-3,"-15"9,-4 8,4 9,14-1,-10-28,-16-4,-7-8,-7-12</inkml:trace>
  <inkml:trace contextRef="#ctx0" brushRef="#br0" timeOffset="59.15">3368 1501,'3'-18,"-8"3,-7 3,-19-8</inkml:trace>
  <inkml:trace contextRef="#ctx0" brushRef="#br0" timeOffset="60.15">3419 1187,'9'0,"18"11,1 14</inkml:trace>
  <inkml:trace contextRef="#ctx0" brushRef="#br0" timeOffset="61.15">3524 792,'-27'-2,"9"-5,-14 8,27 35,10-13,13 0,15-2</inkml:trace>
  <inkml:trace contextRef="#ctx0" brushRef="#br0" timeOffset="62.15">3528 1294,'14'-31,"-9"7,-8-119,0 125,-21-5,15 20,-190 7,162 9,4 18,-2-11,17-23,-62 4,53 18</inkml:trace>
  <inkml:trace contextRef="#ctx0" brushRef="#br1" timeOffset="63.15">3553 3409,'-14'-33,"1"-24,-34 15</inkml:trace>
  <inkml:trace contextRef="#ctx0" brushRef="#br1" timeOffset="64.14">3575 2709,'-36'19,"-12"-19,21 9,9 9,2 7,1-13,13 5,-3-6,-81 76,81-83,-4-8,-80-83,69 42,19-62,6 72,13-15,15 12,26 34,-23 16,-19 3,-13-7,-27 21,27 22,4-31,-7 33,9-35,35 27</inkml:trace>
  <inkml:trace contextRef="#ctx0" brushRef="#br1" timeOffset="65.14">3607 3336,'0'-35,"6"8,-12 9,13-9,-9 19,18-20,-10 5,-11-7,-13-5,-96 33,96-5,-85-97,44 23</inkml:trace>
  <inkml:trace contextRef="#ctx0" brushRef="#br0" timeOffset="66.14">3662 2431,'3'9,"23"19,-35 123</inkml:trace>
  <inkml:trace contextRef="#ctx0" brushRef="#br0" timeOffset="67.14">3694 808,'18'0,"9"-9,5 10,-27 83,31-80,-19 3,38-2,-37-12,-4 12,-1 11,4-5,-6 5,-24 1,-21 1,11-16,11 15</inkml:trace>
  <inkml:trace contextRef="#ctx0" brushRef="#br1" timeOffset="68.14">3703 746,'36'-9,"-5"9,-26 44,-9-25</inkml:trace>
  <inkml:trace contextRef="#ctx0" brushRef="#br0" timeOffset="69.14">3757 1937,'-17'-9,"1"9,-23 19</inkml:trace>
  <inkml:trace contextRef="#ctx0" brushRef="#br0" timeOffset="70.14">3885 3388,'22'-32,"21"0,17 32,-71 2,38 6,46 0,-45-9,-10-6,17 5,82 1,-90 9,14 14,-30-11,-2 9,-7 168,8-181,116 13,484-25,-574 14,313-12,-331-4,18 5,-1-10,-2-8,-21-3</inkml:trace>
  <inkml:trace contextRef="#ctx0" brushRef="#br0" timeOffset="71.14">3916 1577,'-9'18,"0"-11,-18 4,-9-19,9 8,10 25,3 6,2 30</inkml:trace>
  <inkml:trace contextRef="#ctx0" brushRef="#br0" timeOffset="72.14">3917 591,'45'-5,"-5"-7,-26 2,-5-2,-18-2,-23 51,30-24,9 17</inkml:trace>
  <inkml:trace contextRef="#ctx0" brushRef="#br0" timeOffset="73.14">3948 2348,'-13'-36,"-2"21,-65-14,45 28,18-5,7-5,6-33,-20 11,-15 30,7 5,3 11,4 9,51-43,-14 3,-15-78,20 61</inkml:trace>
  <inkml:trace contextRef="#ctx0" brushRef="#br1" timeOffset="74.14">3941 331,'-29'-48,"18"40,-10 2,-26 6,29-7,0 14,-62-6,18-6,30 8,-9 9,15-11,-37-19</inkml:trace>
  <inkml:trace contextRef="#ctx0" brushRef="#br0" timeOffset="75.14">3957 2294,'-35'4,"-11"-19</inkml:trace>
  <inkml:trace contextRef="#ctx0" brushRef="#br0" timeOffset="76.14">3954 744,'0'17,"-10"27,19-25,-6 15,-43 6</inkml:trace>
  <inkml:trace contextRef="#ctx0" brushRef="#br0" timeOffset="77.14">3959 256,'92'-52,"-41"35,110 15,-98 19,-44-6,222-14,-221-5,20-32,-28 34,139-5,-52 10,-72 9,36-7,-18-2,-10-8,225 7,-233 10,63-8,-72-7,18 4,-18 10,8-5,10 7</inkml:trace>
  <inkml:trace contextRef="#ctx0" brushRef="#br0" timeOffset="78.14">4008 824,'-3'17,"-12"-1,-19-15</inkml:trace>
  <inkml:trace contextRef="#ctx0" brushRef="#br0" timeOffset="79.14">4047 2374,'-11'42</inkml:trace>
  <inkml:trace contextRef="#ctx0" brushRef="#br0" timeOffset="80.14">4161 3099,'-27'-9,"-36"10,12 14,-23 16,50-30,18-9,-18-3,-19 11,-11 56,35-48,-62-8,44-8,24 1,-2-11,-4-27,42 27,-17 7,-3-60,75-35,-41 70,5 25,81 5,-95-5,18-19,-19 21,36 8,8 18,-61-6,16-2,36 30,-25-61,-10 13,52-10</inkml:trace>
  <inkml:trace contextRef="#ctx0" brushRef="#br0" timeOffset="81.14">4201 2507,'12'28,"-15"43</inkml:trace>
  <inkml:trace contextRef="#ctx0" brushRef="#br1" timeOffset="82.15">4207 3242,'-90'4,"39"49,41 44,11 55,-8-123,-17 5,-16 0,13-23,-35-7,55 2,-15 45,-7-25,-3-13,-93-12,98-10,0 7,0-13,10-3,-16-31,19 45,-12 4,-37-20</inkml:trace>
  <inkml:trace contextRef="#ctx0" brushRef="#br0" timeOffset="83.15">4295 3143,'1'17,"17"2,-18 7,10-8,7-10,19-4,-18 4,0 8,-18 55,-1-75,-15 64,7 1</inkml:trace>
  <inkml:trace contextRef="#ctx0" brushRef="#br0" timeOffset="84.15">4310 1538,'-63'-11,"54"5,-16-21,9-15,12-3,11-20,-6-79,-4 91,-2 26,10 9,-3-79,-14 87,4 9,-104 4,82-6,3-11,-11-20,22 31</inkml:trace>
  <inkml:trace contextRef="#ctx0" brushRef="#br0" timeOffset="85.15">4342 1099,'-5'-9,"-3"-36,-24 3,24 37,-81 10</inkml:trace>
  <inkml:trace contextRef="#ctx0" brushRef="#br0" timeOffset="86.15">4468 2335,'-44'14</inkml:trace>
  <inkml:trace contextRef="#ctx0" brushRef="#br0" timeOffset="87.15">4549 2397,'-16'51,"-20"15,36 2,8-55,-7 13,15 19,-13-27,-2 223,-8-221,6-3,5 151,-22-130,-29 15,3-15</inkml:trace>
  <inkml:trace contextRef="#ctx0" brushRef="#br0" timeOffset="88.15">4580 604,'0'27,"10"-9,-10 8,38 10</inkml:trace>
  <inkml:trace contextRef="#ctx0" brushRef="#br0" timeOffset="89.15">4588 1554,'1'-17,"8"4,39 16,-44 50</inkml:trace>
  <inkml:trace contextRef="#ctx0" brushRef="#br0" timeOffset="90.15">4592 1070,'-14'27,"3"18,11 17,7-44,-5 18,-10-9,8 18,27 62,-24-20</inkml:trace>
  <inkml:trace contextRef="#ctx0" brushRef="#br1" timeOffset="91.15">4619 2128,'54'-1,"-3"24,-26 6,-1 34,-6-47,26-14,-17-10,36 6,-36 13,-9 5,32-12,-17 9,-21-2,-3 4,20 71,-20-74,2-4,11-4,91-7,-95-4,18 5,-1-10,0-21,-14 21,9 6,36 5,-30 19,91 106,-110-114,-7 6</inkml:trace>
  <inkml:trace contextRef="#ctx0" brushRef="#br0" timeOffset="92.15">4647 1204,'1'36,"9"-9,6-22,18-5,31-24,34 24,-81 17,10 0,-6-12,-22 9,6-5,118-2,-115-7,-12-9,10 3,21-1,31 2,56 4,-98-7,19 6,2-14,-5-21,-12 25,1 6,25 4,-20 20,117 124</inkml:trace>
  <inkml:trace contextRef="#ctx0" brushRef="#br0" timeOffset="93.15">4671 1903,'4'-23,"41"3,-35 11,1-8,8-49,-19-6,7 45,-15-9,5-9,-4 28,2-50,-12 48,-43-2,51-6,12-62,-6 70,3-25,115 7,-136 44,8 3,-26 63,23-64,-7-8</inkml:trace>
  <inkml:trace contextRef="#ctx0" brushRef="#br1" timeOffset="94.15">4700 2225,'14'-27,"36"-44,-34 34,-17-61,-8 71,17-9,-8 18,-41-36</inkml:trace>
  <inkml:trace contextRef="#ctx0" brushRef="#br0" timeOffset="95.15">4719 2369,'15'17,"-8"1,7 3,-2-13,8-2,101-6,-102-4,43 7,-43-7,25 8,81-14</inkml:trace>
  <inkml:trace contextRef="#ctx0" brushRef="#br0" timeOffset="96.15">4731 406,'9'36,"-9"-1,-7-8,6 0,9 0,-7 44,-17-26,15 35,-34-37</inkml:trace>
  <inkml:trace contextRef="#ctx0" brushRef="#br2" timeOffset="97.15">4738 226,'8'-64</inkml:trace>
  <inkml:trace contextRef="#ctx0" brushRef="#br0" timeOffset="98.15">5401 3546,'-8'50</inkml:trace>
  <inkml:trace contextRef="#ctx0" brushRef="#br0" timeOffset="99.15">347 2349,'52'-8,"34"7,-83-17,-7-26,17 7,-15 20,-5 3,2-44,9 39,-8-25,7 26,-7-26,8 25,-8-25,7 25,-7-25,8 25,-8-34,7 35,-7-26,8 25,-8-25,7 25,-7-25,8 25,-8-25,7 26,-7-26,8 25,-4-35,-2 28,-6 13,8-2,1-38,15 8,-17 9,-10 11,-75 24,67-26,19-216,-12 145,11 45,-7 26,9-179,24 176,68 38,-74 3,-8 7,7 36,-16-27,15 0,77-25</inkml:trace>
  <inkml:trace contextRef="#ctx0" brushRef="#br0" timeOffset="100.15">346 1418,'91'-1,"-56"-12</inkml:trace>
  <inkml:trace contextRef="#ctx0" brushRef="#br0" timeOffset="101.15">346 1418,'-17'62,"21"-25,-7 7,7-25,-8 16,8-8,-7 17,7-25,-8 25,8-25,-7 25,7-25,-7 33,6-33,-6 25,7-25,-7 25,6-25,-6 25,7-26,-7 26,6-25,-6 25,7-25,-7 34,8-7,-9 60,14-88,44 36,-45 98,-7-45,-7-76,-5-11,-57 54,52-45,15 123,13-116,-25 9,12-1,7-26,-13 9,6 36,10-45,30 19,-31-19,-7 2,-8 21,6 4,9-18,-8 8,8-9,2-9,41 27,-16-42,-9 6,71-8,-72-10,-14 1,4-44,-17-130,-8 147,-9 8,-11-3,4 29,-4 22,-42-18,0-74,61 54,13-8,11-2,-13 3,16-9,1 22,49 11</inkml:trace>
  <inkml:trace contextRef="#ctx0" brushRef="#br0" timeOffset="102.15">346 1418,'-18'-63,"21"9,57-18</inkml:trace>
  <inkml:trace contextRef="#ctx0" brushRef="#br0" timeOffset="103.15">384 1068,'140'0,"-109"-22,-17 4,-8-4,-5-16,-2 76,-4-16,-7-1,-20 14,30 64,3-85,60-11,-35 6,-6 15,-2 14,-17 61,-9 27,12-108,-7 26,7-25,-8 25,8-25,-7 16,7-8,-8 9,8-9,-7 8,7 2,-8-2,8-16,-7 16,7 2,-8-11,8 10,-7-10,5 7</inkml:trace>
  <inkml:trace contextRef="#ctx0" brushRef="#br0" timeOffset="104.15">384 924,'112'-4,"-70"-6,-2-5,-1-6,-27-3,-3-21,-2-151,-10 178,-10 6,8-21,-2 24,-2-1,-53 11,-26 19,60-21,62 5,-10 5,2 10,7 11,-15-22,5-11,18-32</inkml:trace>
  <inkml:trace contextRef="#ctx0" brushRef="#br1" timeOffset="105.15">417 2582,'112'-1,"-83"12,2 13,-64-46,21 5,10-5,13-15,-14-7,-13 17,-26-16,34 14,9-6,-2 82,-8-19,-19 7,-18 8</inkml:trace>
  <inkml:trace contextRef="#ctx0" brushRef="#br0" timeOffset="106.15">572 965,'-38'-80,"16"19,23 17,23-46</inkml:trace>
  <inkml:trace contextRef="#ctx0" brushRef="#br0" timeOffset="107.15">572 1035,'56'40,"-52"22,-14-29,7-5,10-2,11 4</inkml:trace>
  <inkml:trace contextRef="#ctx0" brushRef="#br1" timeOffset="108.15">723 2024,'-72'1</inkml:trace>
  <inkml:trace contextRef="#ctx0" brushRef="#br0" timeOffset="109.15">869 210,'51'-25,"-42"25,36 0,11 23</inkml:trace>
  <inkml:trace contextRef="#ctx0" brushRef="#br1" timeOffset="110.15">869 210,'-1'160,"36"-154,-19 10,-12-8,-8-2,-116 117,99-109,-23-15,-28-65,75 28,23 1,-6 21,17 6,64 9,-82-3</inkml:trace>
  <inkml:trace contextRef="#ctx0" brushRef="#br2" timeOffset="111.15">869 210,'-57'-24,"-5"25,46 1,-22 30,14-21,2-12,-13-7,-108 9,125 2,-19 14,5 8,6 21,23-10,-4-10,6 55,8-63,-4 9,16 15</inkml:trace>
  <inkml:trace contextRef="#ctx0" brushRef="#br1" timeOffset="112.15">911 1498,'-62'-40,"18"43,8 22</inkml:trace>
  <inkml:trace contextRef="#ctx0" brushRef="#br1" timeOffset="113.15">938 2602,'56'13,"15"23,-44-15,-9-15,10 28,-21-11,-10 1,-10-1,-16 11</inkml:trace>
  <inkml:trace contextRef="#ctx0" brushRef="#br0" timeOffset="114.15">1029 386,'0'-148,"6"123,7 4,0 11,7 4,43 4,-5 30</inkml:trace>
  <inkml:trace contextRef="#ctx0" brushRef="#br0" timeOffset="115.15">1202 202,'58'-20,"-13"20,12 24</inkml:trace>
  <inkml:trace contextRef="#ctx0" brushRef="#br0" timeOffset="116.15">1202 202,'-3'149,"8"-117,6-2,9-1,80 69,-82-90,18-5,-28 13,-6 91,5-89,-5 18,9-17,-21 132,11-133,7 9,-7 27,-9-27,8 53,16-35,-14-27,13 12,3-13,3-12,51-13,-36-1,-9 8,0 9,18-7,-19-10,36 7,-34 10,35-7,-43-8,-11-4,60-11</inkml:trace>
  <inkml:trace contextRef="#ctx0" brushRef="#br0" timeOffset="117.15">1362 206,'51'-25,"2"25,4 24</inkml:trace>
  <inkml:trace contextRef="#ctx0" brushRef="#br1" timeOffset="118.15">1362 206,'-2'83,"8"-25</inkml:trace>
  <inkml:trace contextRef="#ctx0" brushRef="#br0" timeOffset="119.15">1479 1223,'-4'126,"-2"-93,-14 2,-16-8,-62-25,53 16,-8-19,-19-15,-116 20,180 0,-8 18,-7 65,17-80,-71 10,52-17,5-9,-2-12,4-6,0 12,9 12,-59 4</inkml:trace>
  <inkml:trace contextRef="#ctx0" brushRef="#br0" timeOffset="120.15">1523 205,'51'-25,"3"24,2 26</inkml:trace>
  <inkml:trace contextRef="#ctx0" brushRef="#br1" timeOffset="121.15">1523 205,'-1'132</inkml:trace>
  <inkml:trace contextRef="#ctx0" brushRef="#br0" timeOffset="122.15">1654 2325,'2'265,"-6"-246,18 4</inkml:trace>
  <inkml:trace contextRef="#ctx0" brushRef="#br0" timeOffset="123.15">1684 204,'51'-26,"3"26,10 18</inkml:trace>
  <inkml:trace contextRef="#ctx0" brushRef="#br1" timeOffset="124.15">1684 204,'-1'123</inkml:trace>
  <inkml:trace contextRef="#ctx0" brushRef="#br0" timeOffset="125.15">1813 2187,'-15'79,"15"-38,35-17,-8 1,35-27,-51-6</inkml:trace>
  <inkml:trace contextRef="#ctx0" brushRef="#br0" timeOffset="126.15">1853 196,'62'-19,"0"19,-26 20,-8-40,79 18,-71 22,-1-47,37 24,-45 14,0 7,1-38,69 19,-88 4,19 21,-28 43</inkml:trace>
  <inkml:trace contextRef="#ctx0" brushRef="#br0" timeOffset="127.15">1967 1168,'-3'-86,"-4"69,-36 6,34 2,4-25,-17-44,20 48</inkml:trace>
  <inkml:trace contextRef="#ctx0" brushRef="#br0" timeOffset="128.15">1967 1168,'63'12,"-18"-12,-9-13,0 43,-9-15,107-13,-105-19,-8-4,-6-2,-7-1,-8-9,-15-1,-170 34,124 12</inkml:trace>
  <inkml:trace contextRef="#ctx0" brushRef="#br1" timeOffset="129.15">2014 289,'-1'-92</inkml:trace>
  <inkml:trace contextRef="#ctx0" brushRef="#br0" timeOffset="130.15">2033 2209,'-2'123</inkml:trace>
  <inkml:trace contextRef="#ctx0" brushRef="#br0" timeOffset="131.15">2033 2209,'-58'-34,"-202"36,242-4,-9-13,6 15,-92 12,99-4</inkml:trace>
  <inkml:trace contextRef="#ctx0" brushRef="#br0" timeOffset="132.15">2033 2209,'59'-17,"3"16</inkml:trace>
  <inkml:trace contextRef="#ctx0" brushRef="#br0" timeOffset="133.15">2120 1074,'-9'61,"9"-29</inkml:trace>
  <inkml:trace contextRef="#ctx0" brushRef="#br0" timeOffset="134.15">2120 1074,'-55'-29,"19"31,18 6,-18-7,18 8</inkml:trace>
  <inkml:trace contextRef="#ctx0" brushRef="#br1" timeOffset="135.15">2184 272,'0'-77</inkml:trace>
  <inkml:trace contextRef="#ctx0" brushRef="#br0" timeOffset="136.15">2242 2494,'-58'20,"41"-22,-2 13,-8-6,-34-13,24 15,12 11,23-11</inkml:trace>
  <inkml:trace contextRef="#ctx0" brushRef="#br0" timeOffset="137.15">2245 1075,'1'126</inkml:trace>
  <inkml:trace contextRef="#ctx0" brushRef="#br1" timeOffset="138.15">2346 268,'-1'-74</inkml:trace>
  <inkml:trace contextRef="#ctx0" brushRef="#br0" timeOffset="139.15">2473 2400,'-45'22,"-1"26,45-32,37-1,36-13,-45 6,44-8,-21 13,-39 10,-1 12,-5 28,11-47,27 7,-27-6,-8 4,0 36,1-34,22 16,-28-25</inkml:trace>
  <inkml:trace contextRef="#ctx0" brushRef="#br0" timeOffset="140.15">2561 729,'-69'-19,"-101"29,99-11,-19 13</inkml:trace>
  <inkml:trace contextRef="#ctx0" brushRef="#br0" timeOffset="141.15">2677 266,'0'-75,"27"56,71 17,-62 22,-9-39,71 17,-62 22,-8-40,78 18,-70 22,0-47,36 24,-45 14,0 7,9-45,44 24,-35 32,-9-57,35 26,-44 13,0 7,10-46,43 25,-53 14,-9 6,-18 64</inkml:trace>
  <inkml:trace contextRef="#ctx0" brushRef="#br0" timeOffset="142.15">2737 862,'0'129</inkml:trace>
  <inkml:trace contextRef="#ctx0" brushRef="#br0" timeOffset="143.15">2750 1664,'-53'31,"3"-28,31 14,-27-2,31 7,12 11</inkml:trace>
  <inkml:trace contextRef="#ctx0" brushRef="#br1" timeOffset="144.15">2838 264,'0'-74</inkml:trace>
  <inkml:trace contextRef="#ctx0" brushRef="#br0" timeOffset="145.15">2893 833,'4'-104</inkml:trace>
  <inkml:trace contextRef="#ctx0" brushRef="#br0" timeOffset="146.15">2991 3395,'-47'-26,"28"7,10 2,6-10,18-35,-18 43,6-34,-7 35,5-26,-40-2,31 28,6-8,-8-8,-8-3</inkml:trace>
  <inkml:trace contextRef="#ctx0" brushRef="#br1" timeOffset="147.15">3000 263,'-1'-74</inkml:trace>
  <inkml:trace contextRef="#ctx0" brushRef="#br0" timeOffset="148.15">3038 1952,'2'-61</inkml:trace>
  <inkml:trace contextRef="#ctx0" brushRef="#br0" timeOffset="149.15">3040 2866,'-60'-4,"55"-9,6-40,-46 8,36 29</inkml:trace>
  <inkml:trace contextRef="#ctx0" brushRef="#br1" timeOffset="150.15">3037 3242,'-109'2</inkml:trace>
  <inkml:trace contextRef="#ctx0" brushRef="#br1" timeOffset="151.15">3125 3578,'-1'-100,"30"78,-23 5,-7-82,-7 72,7 0,10-18,-7-59,135-37,17 10,-126 117,6 8,92 4,-109 10,75 98,-50-42,-40-46,10 9,22 9,-23-19</inkml:trace>
  <inkml:trace contextRef="#ctx0" brushRef="#br1" timeOffset="152.15">3170 267,'-1'-80</inkml:trace>
  <inkml:trace contextRef="#ctx0" brushRef="#br1" timeOffset="153.15">3214 2595,'55'9,"23"-8</inkml:trace>
  <inkml:trace contextRef="#ctx0" brushRef="#br1" timeOffset="154.15">3214 2595,'-17'-53,"17"38</inkml:trace>
  <inkml:trace contextRef="#ctx0" brushRef="#br0" timeOffset="155.15">3281 1059,'-42'-41,"-173"42,179-18,-296 20,232 13,77-7,30-6,-61-4,27-7,0 9,-23 12,34 11</inkml:trace>
  <inkml:trace contextRef="#ctx0" brushRef="#br0" timeOffset="156.15">3311 1823,'0'55,"32"28,-12-14,-24-55,-19 9,-11 34,25-23,10-16,8-7,-13-5</inkml:trace>
  <inkml:trace contextRef="#ctx0" brushRef="#br1" timeOffset="157.15">3332 265,'62'17,"-26"-17,27-19</inkml:trace>
  <inkml:trace contextRef="#ctx0" brushRef="#br1" timeOffset="158.15">3332 265,'-1'-79</inkml:trace>
  <inkml:trace contextRef="#ctx0" brushRef="#br1" timeOffset="159.15">3332 265,'-63'18,"-99"-26,-760 13,882 1,-10 9,-39-18,54 6,-40 22,14-15,-126-7,150 1,19 3,-143-6,36 18,67-17,-63 24,-84-24</inkml:trace>
  <inkml:trace contextRef="#ctx0" brushRef="#br0" timeOffset="160.15">3448 3640,'-1'-60,"-11"35</inkml:trace>
  <inkml:trace contextRef="#ctx0" brushRef="#br1" timeOffset="161.15">3460 2593,'-2'63,"5"4,-13-38,-11-1</inkml:trace>
  <inkml:trace contextRef="#ctx0" brushRef="#br1" timeOffset="162.15">3493 263,'-1'-78</inkml:trace>
  <inkml:trace contextRef="#ctx0" brushRef="#br1" timeOffset="163.15">3534 3373,'-52'0,"18"-29,31 14,30-23,12 5,-7 15,-6 15,17-13</inkml:trace>
  <inkml:trace contextRef="#ctx0" brushRef="#br0" timeOffset="164.15">3603 1730,'-36'29,"34"-2,-27-12,-21 0,-30-7,45 1,-105-49,65-2,38 27,-8 8,27 14,-44-9,24-34,2 19,5 12,-71 3,60-10,21-3,10 0,13-4,-29 18,-9-9,9-13,-8-24,-19-40,41 51,-9 0,19 10,11-1,-8-54,-6 32,15 29,14-1,-45 42,2-13,-68-27,76 10,2-11,2-40</inkml:trace>
  <inkml:trace contextRef="#ctx0" brushRef="#br0" timeOffset="165.15">3603 1730,'-45'-22,"18"18,-14-11</inkml:trace>
  <inkml:trace contextRef="#ctx0" brushRef="#br1" timeOffset="166.15">3654 257,'-1'-73</inkml:trace>
  <inkml:trace contextRef="#ctx0" brushRef="#br0" timeOffset="167.15">3916 592,'-70'1,"24"-8,21 25,2 8,-44-29,29-30,3 24,-19 10,27 7,-116-3,128 10,12 3,4 35,10-26</inkml:trace>
  <inkml:trace contextRef="#ctx0" brushRef="#br0" timeOffset="168.15">3918 592,'-36'6,"2"7,6 8,26-6,-42 0,44 41,-4-37</inkml:trace>
  <inkml:trace contextRef="#ctx0" brushRef="#br1" timeOffset="169.15">3957 256,'-51'13,"-13"-13</inkml:trace>
  <inkml:trace contextRef="#ctx0" brushRef="#br0" timeOffset="170.15">4007 1369,'14'-61,"-8"1,9 33,5 13,10 7,15 6,143 11,-149 37,-34-33,-12 39,0-36,-5-8,-41-7,36 4,-93 86,25-8,57-68,13-20,10-1,-9-21,11 9,12 10,17 3,-14-3,32-40,-10 47,5-11,0-8,-8-4</inkml:trace>
  <inkml:trace contextRef="#ctx0" brushRef="#br0" timeOffset="171.15">4037 1222,'-17'-58,"16"22,-8 9,9-26,10 30,-6-5,-12 11,-26-13</inkml:trace>
  <inkml:trace contextRef="#ctx0" brushRef="#br2" timeOffset="172.15">4338 475,'-44'-38,"51"19,-5-44,-2 80,13-48,6-28,-10 15,-8 19</inkml:trace>
  <inkml:trace contextRef="#ctx0" brushRef="#br0" timeOffset="173.15">4424 2349,'-3'58,"25"-4,139-47,-90-7,-53-7,46-5,7 3</inkml:trace>
  <inkml:trace contextRef="#ctx0" brushRef="#br0" timeOffset="174.15">4513 2863,'-67'0,"41"-14,16-9,-3-82,-2 90,-3 9,-8-13,3-3,11-5,7-18,-1 28,-32-18,-3 35</inkml:trace>
  <inkml:trace contextRef="#ctx0" brushRef="#br1" timeOffset="175.15">4689 797,'45'84,"-39"-40,-10-17,19 9,-10 24,-14-47,7 4,16 14,-9-29,58-21,-10 13,108 4,-125-7,26 9,-44 3,9-7,90 3,-99 11,54 60,-60-45,9-2,4-15,16-11</inkml:trace>
  <inkml:trace contextRef="#ctx0" brushRef="#br0" timeOffset="176.15">4689 797,'-61'-12,"51"0,10-22,32-55,-34 82,-12 4,-12 4,8 7</inkml:trace>
  <inkml:trace contextRef="#ctx0" brushRef="#br1" timeOffset="177.15">4808 1091,'-45'-41,"38"39</inkml:trace>
  <inkml:trace contextRef="#ctx0" brushRef="#br0" timeOffset="178.15">5000 1310,'-16'-72,"27"53,-7 2,12 8,19 9,-16 10,16 47,-12-36,5-13,12-8</inkml:trace>
  <inkml:trace contextRef="#ctx0" brushRef="#br0" timeOffset="179.15">328 3094,'95'-1,"-77"4</inkml:trace>
  <inkml:trace contextRef="#ctx0" brushRef="#br0" timeOffset="180.15">333 1517,'145'-1</inkml:trace>
  <inkml:trace contextRef="#ctx0" brushRef="#br0" timeOffset="181.15">334 1580,'145'-2</inkml:trace>
  <inkml:trace contextRef="#ctx0" brushRef="#br0" timeOffset="182.15">334 1642,'145'-1</inkml:trace>
  <inkml:trace contextRef="#ctx0" brushRef="#br0" timeOffset="183.15">335 1705,'145'-1</inkml:trace>
  <inkml:trace contextRef="#ctx0" brushRef="#br0" timeOffset="184.15">335 1768,'145'-1</inkml:trace>
  <inkml:trace contextRef="#ctx0" brushRef="#br0" timeOffset="185.15">336 1831,'145'-2</inkml:trace>
  <inkml:trace contextRef="#ctx0" brushRef="#br0" timeOffset="186.15">336 1902,'145'-1</inkml:trace>
  <inkml:trace contextRef="#ctx0" brushRef="#br0" timeOffset="187.15">337 1965,'145'-1</inkml:trace>
  <inkml:trace contextRef="#ctx0" brushRef="#br0" timeOffset="188.15">337 2028,'145'-1</inkml:trace>
  <inkml:trace contextRef="#ctx0" brushRef="#br0" timeOffset="189.15">338 2090,'145'-1</inkml:trace>
  <inkml:trace contextRef="#ctx0" brushRef="#br0" timeOffset="190.15">338 2153,'145'-1</inkml:trace>
  <inkml:trace contextRef="#ctx0" brushRef="#br0" timeOffset="191.15">339 2216,'131'-2,"-113"-2</inkml:trace>
  <inkml:trace contextRef="#ctx0" brushRef="#br0" timeOffset="192.15">339 2288,'24'-1,"3"-8,67 9</inkml:trace>
  <inkml:trace contextRef="#ctx0" brushRef="#br0" timeOffset="193.15">369 2836,'32'-37,"-4"23,-3 13,4 8,-16 16,29 85,-42-46,-8-49,8 2,8 55,-6 56,10-99,23 15</inkml:trace>
  <inkml:trace contextRef="#ctx0" brushRef="#br2" timeOffset="194.15">372 3425,'3'-33,"10"6,13 8,23 1,-25-11</inkml:trace>
  <inkml:trace contextRef="#ctx0" brushRef="#br0" timeOffset="195.15">425 2974,'-10'12,"8"32,12-26,26 18</inkml:trace>
  <inkml:trace contextRef="#ctx0" brushRef="#br0" timeOffset="196.15">425 2974,'9'-39,"-1"29,36-33,-10 22,-2 12,-2 7,15 19,0-17,-26-4</inkml:trace>
  <inkml:trace contextRef="#ctx0" brushRef="#br0" timeOffset="197.15">425 2974,'24'17,"57"-11</inkml:trace>
  <inkml:trace contextRef="#ctx0" brushRef="#br0" timeOffset="198.15">477 1230,'24'-26,"0"19</inkml:trace>
  <inkml:trace contextRef="#ctx0" brushRef="#br0" timeOffset="199.15">612 3279,'38'-42,"-13"24,2 15,-9 10,9-5,24 17,-46-25,11 2,91 2,-72-8,-5-6,-2-68,-27 49,-5 18,-7 2,-21 13</inkml:trace>
  <inkml:trace contextRef="#ctx0" brushRef="#br0" timeOffset="200.15">622 3288,'35'43,"-1"-31,247-16,-254-8,-9 22,54-5</inkml:trace>
  <inkml:trace contextRef="#ctx0" brushRef="#br0" timeOffset="201.15">608 527,'4'-14,"5"5,32-19</inkml:trace>
  <inkml:trace contextRef="#ctx0" brushRef="#br0" timeOffset="202.15">648 1577,'76'-1,"6"10,-38-10,-92 1,29 5,4 9,-4 20</inkml:trace>
  <inkml:trace contextRef="#ctx0" brushRef="#br0" timeOffset="203.15">648 1640,'95'1</inkml:trace>
  <inkml:trace contextRef="#ctx0" brushRef="#br0" timeOffset="204.15">649 1702,'50'-1,"-32"-6,7 4</inkml:trace>
  <inkml:trace contextRef="#ctx0" brushRef="#br0" timeOffset="205.15">649 1765,'82'0,"-71"44,-20-16,12 78,-13-33,9-2</inkml:trace>
  <inkml:trace contextRef="#ctx0" brushRef="#br0" timeOffset="206.15">650 1837,'83'0</inkml:trace>
  <inkml:trace contextRef="#ctx0" brushRef="#br0" timeOffset="207.15">650 1891,'15'-1,"11"9,15-7</inkml:trace>
  <inkml:trace contextRef="#ctx0" brushRef="#br1" timeOffset="208.15">651 1963,'82'-1</inkml:trace>
  <inkml:trace contextRef="#ctx0" brushRef="#br0" timeOffset="209.15">650 2152,'97'-6</inkml:trace>
  <inkml:trace contextRef="#ctx0" brushRef="#br0" timeOffset="210.15">653 2276,'86'-1,"-65"-33,-4 21,3 10,20 7</inkml:trace>
  <inkml:trace contextRef="#ctx0" brushRef="#br0" timeOffset="211.15">674 423,'23'-28,"-17"10,-11 0,-14-20,22-30,9 42,19-3</inkml:trace>
  <inkml:trace contextRef="#ctx0" brushRef="#br0" timeOffset="212.15">713 2338,'26'6,"31"23,-32-20</inkml:trace>
  <inkml:trace contextRef="#ctx0" brushRef="#br0" timeOffset="213.15">731 1765,'7'-28,"7"10</inkml:trace>
  <inkml:trace contextRef="#ctx0" brushRef="#br1" timeOffset="214.15">752 3010,'19'-29,"-11"3,-12-1,-9-8,13 11</inkml:trace>
  <inkml:trace contextRef="#ctx0" brushRef="#br0" timeOffset="215.15">798 3244,'3'70,"14"-56,21 1,24-18</inkml:trace>
  <inkml:trace contextRef="#ctx0" brushRef="#br0" timeOffset="216.15">991 3206,'10'18,"-12"85</inkml:trace>
  <inkml:trace contextRef="#ctx0" brushRef="#br0" timeOffset="217.15">1001 3224,'68'-2,"-40"10,25-7,-26 17</inkml:trace>
  <inkml:trace contextRef="#ctx0" brushRef="#br0" timeOffset="218.15">1095 2390,'25'-33,"7"2</inkml:trace>
  <inkml:trace contextRef="#ctx0" brushRef="#br0" timeOffset="219.15">1206 2328,'1'65</inkml:trace>
  <inkml:trace contextRef="#ctx0" brushRef="#br0" timeOffset="220.15">1286 3279,'-1'-59,"10"41,-1 15,46 6,-39 7,-4 25,1 153,-2-170,-11 56,-16-14,29-94,0 14,-2 12,12 1,147-6,-135 19,-16 6,16-9,-2-8,-9-5,2-9,7-13,-26 21,11-52,-18-53,-1 100,-23-39,17 27,4-25,-13 17,6 25,-8 0,-39 7,48-14,10-36,16-28,3 12,-9-20,-9 37,6 132,10-33,19-47,0 9,-9-16,9 10,-18 14,-17 51</inkml:trace>
  <inkml:trace contextRef="#ctx0" brushRef="#br0" timeOffset="221.15">1297 3633,'60'3,"14"28,-20-31,-27-8,53 5,-60-12,76-83,-80 64,-13-5,2 29,-11 2,-1 16,15 2</inkml:trace>
  <inkml:trace contextRef="#ctx0" brushRef="#br0" timeOffset="222.15">1382 2074,'1'25</inkml:trace>
  <inkml:trace contextRef="#ctx0" brushRef="#br1" timeOffset="223.15">1404 3453,'26'-9,"63"8,-80 4,44 40,11-21</inkml:trace>
  <inkml:trace contextRef="#ctx0" brushRef="#br0" timeOffset="224.15">1419 747,'43'-2,"-16"18,-4-10,-3-10,16-16</inkml:trace>
  <inkml:trace contextRef="#ctx0" brushRef="#br0" timeOffset="225.15">1465 2683,'8'62,"-12"18,29-44,-14-9,-16 27,21 25,-16-16,11-45,6-3,1-9,0-9,11-13,18 1,-16-18,25 32,-30-12,-1-10,11 7,8 14,-8-10,-17-32</inkml:trace>
  <inkml:trace contextRef="#ctx0" brushRef="#br1" timeOffset="226.15">1473 2745,'101'-1</inkml:trace>
  <inkml:trace contextRef="#ctx0" brushRef="#br0" timeOffset="227.15">1476 1328,'-5'51,"9"-22,12 0,29 23,-41-26,-2 252,-19-224,17 72,-27 16</inkml:trace>
  <inkml:trace contextRef="#ctx0" brushRef="#br0" timeOffset="228.15">1510 2314,'269'-3,"-250"-1</inkml:trace>
  <inkml:trace contextRef="#ctx0" brushRef="#br1" timeOffset="229.15">1576 2619,'18'-9,"40"8</inkml:trace>
  <inkml:trace contextRef="#ctx0" brushRef="#br1" timeOffset="230.15">1578 2658,'-5'6</inkml:trace>
  <inkml:trace contextRef="#ctx0" brushRef="#br2" timeOffset="231.15">1577 2670,'6'-7</inkml:trace>
  <inkml:trace contextRef="#ctx0" brushRef="#br0" timeOffset="232.15">1679 3574,'98'-82</inkml:trace>
  <inkml:trace contextRef="#ctx0" brushRef="#br1" timeOffset="233.15">1788 1199,'22'-40,"-8"36,30 6,-25 14,-8 1</inkml:trace>
  <inkml:trace contextRef="#ctx0" brushRef="#br0" timeOffset="234.15">1847 2491,'-4'-19,"4"-62,17 46</inkml:trace>
  <inkml:trace contextRef="#ctx0" brushRef="#br0" timeOffset="235.15">1847 2491,'-3'17,"5"-8,27 31,3-36,-5 8,-4-19,-9-7</inkml:trace>
  <inkml:trace contextRef="#ctx0" brushRef="#br0" timeOffset="236.15">1847 2491,'103'-3</inkml:trace>
  <inkml:trace contextRef="#ctx0" brushRef="#br1" timeOffset="237.15">1900 2831,'38'-38,"-14"39,17 12,-26 27,-34-25,-14 1,-5 18</inkml:trace>
  <inkml:trace contextRef="#ctx0" brushRef="#br0" timeOffset="238.15">1934 2486,'3'-11,"11"11</inkml:trace>
  <inkml:trace contextRef="#ctx0" brushRef="#br1" timeOffset="239.15">1934 2573,'-8'34,"7"-8,27 18</inkml:trace>
  <inkml:trace contextRef="#ctx0" brushRef="#br1" timeOffset="240.15">1934 2759,'4'34</inkml:trace>
  <inkml:trace contextRef="#ctx0" brushRef="#br0" timeOffset="241.15">1961 2677,'24'-12,"1"8,-6 10,21 19,15-19</inkml:trace>
  <inkml:trace contextRef="#ctx0" brushRef="#br0" timeOffset="242.15">1988 2405,'49'48,"-30"-4,-15-21</inkml:trace>
  <inkml:trace contextRef="#ctx0" brushRef="#br0" timeOffset="243.15">1987 2555,'1'50,"14"-20,13 5,10-13</inkml:trace>
  <inkml:trace contextRef="#ctx0" brushRef="#br0" timeOffset="244.15">1991 705,'125'26</inkml:trace>
  <inkml:trace contextRef="#ctx0" brushRef="#br1" timeOffset="245.15">2007 2956,'10'-7,"37"-4,41 0,-21-31,-26 24,49 10,-82 14,78-8,-81 10,-6 59</inkml:trace>
  <inkml:trace contextRef="#ctx0" brushRef="#br0" timeOffset="246.15">2018 2847,'17'3,"-4"7,-2 4,-1 12,5-7,5-12,28-6</inkml:trace>
  <inkml:trace contextRef="#ctx0" brushRef="#br0" timeOffset="247.15">2075 2327,'9'-19,"-6"-12,3 29,-1 5,-5 10,6-8,53-3</inkml:trace>
  <inkml:trace contextRef="#ctx0" brushRef="#br0" timeOffset="248.15">2088 2292,'10'-1</inkml:trace>
  <inkml:trace contextRef="#ctx0" brushRef="#br0" timeOffset="249.15">2141 2705,'42'22,"-6"-16,11-10,31 5,-73-7,11 2,47 2,-45 6,45-12</inkml:trace>
  <inkml:trace contextRef="#ctx0" brushRef="#br0" timeOffset="250.15">2158 2463,'-1'25,"11"-1</inkml:trace>
  <inkml:trace contextRef="#ctx0" brushRef="#br0" timeOffset="251.15">2167 2458,'2'-8,"10"3</inkml:trace>
  <inkml:trace contextRef="#ctx0" brushRef="#br0" timeOffset="252.15">2199 2400,'10'-9,"1"13,-27 9</inkml:trace>
  <inkml:trace contextRef="#ctx0" brushRef="#br0" timeOffset="253.15">2201 2424,'39'59,"-9"-37,-3-16,12-4,6-29</inkml:trace>
  <inkml:trace contextRef="#ctx0" brushRef="#br0" timeOffset="254.15">2219 2311,'2'73,"-7"-66</inkml:trace>
  <inkml:trace contextRef="#ctx0" brushRef="#br0" timeOffset="255.15">2221 2384,'25'11,"17"-7,16-60</inkml:trace>
  <inkml:trace contextRef="#ctx0" brushRef="#br0" timeOffset="256.15">2220 2395,'6'-6</inkml:trace>
  <inkml:trace contextRef="#ctx0" brushRef="#br0" timeOffset="257.15">2256 2300,'8'5,"27"-3,-12 7</inkml:trace>
  <inkml:trace contextRef="#ctx0" brushRef="#br0" timeOffset="258.15">2288 2399,'7'20,"7"-9,4-9,10 9,-20-15,-8-89</inkml:trace>
  <inkml:trace contextRef="#ctx0" brushRef="#br0" timeOffset="259.15">2344 2730,'6'129</inkml:trace>
  <inkml:trace contextRef="#ctx0" brushRef="#br0" timeOffset="260.15">2355 2443,'3'12,"21"3</inkml:trace>
  <inkml:trace contextRef="#ctx0" brushRef="#br1" timeOffset="261.15">2358 2865,'1'65</inkml:trace>
  <inkml:trace contextRef="#ctx0" brushRef="#br0" timeOffset="262.15">2363 2439,'5'5,"-5"10</inkml:trace>
  <inkml:trace contextRef="#ctx0" brushRef="#br0" timeOffset="263.15">2419 2340,'5'-5</inkml:trace>
  <inkml:trace contextRef="#ctx0" brushRef="#br0" timeOffset="264.15">2446 2722,'-2'141</inkml:trace>
  <inkml:trace contextRef="#ctx0" brushRef="#br0" timeOffset="265.15">2449 2871,'87'0,"-81"-10,-3-8,-12-9,9-68</inkml:trace>
  <inkml:trace contextRef="#ctx0" brushRef="#br0" timeOffset="266.15">2451 2332,'2'-6,"12"-4,18-4,37 17</inkml:trace>
  <inkml:trace contextRef="#ctx0" brushRef="#br0" timeOffset="267.15">2507 200,'29'-25,"-14"22,74 2,-52 21</inkml:trace>
  <inkml:trace contextRef="#ctx0" brushRef="#br0" timeOffset="268.15">2536 2871,'1'53,"-5"-35</inkml:trace>
  <inkml:trace contextRef="#ctx0" brushRef="#br0" timeOffset="269.15">2549 1926,'43'38,"-27"-11,-5 9,-10 35,9-53,7-10,615-9,-613-4,-9-3,18-35</inkml:trace>
  <inkml:trace contextRef="#ctx0" brushRef="#br0" timeOffset="270.15">2578 860,'4'-5</inkml:trace>
  <inkml:trace contextRef="#ctx0" brushRef="#br0" timeOffset="271.15">2616 2717,'3'-7,"12"-2,12 4,-6-9,56 20,13-6,-31 28,-53-14</inkml:trace>
  <inkml:trace contextRef="#ctx0" brushRef="#br0" timeOffset="272.15">2633 2952,'12'-13,"-3"-3,-3-72,-15 32</inkml:trace>
  <inkml:trace contextRef="#ctx0" brushRef="#br0" timeOffset="273.15">2687 2665,'9'-12,"-5"-19,1 29,1 9,-17 3</inkml:trace>
  <inkml:trace contextRef="#ctx0" brushRef="#br0" timeOffset="274.15">2687 2665,'49'24,"-26"-21,22-6</inkml:trace>
  <inkml:trace contextRef="#ctx0" brushRef="#br0" timeOffset="275.15">2775 2870,'10'36,"4"-11,2-7</inkml:trace>
  <inkml:trace contextRef="#ctx0" brushRef="#br0" timeOffset="276.15">2834 1835,'43'-15,"-24"-2,-13-5,-4-21,8 12,13-11,16-13,-12 40,37-47,-53 60</inkml:trace>
  <inkml:trace contextRef="#ctx0" brushRef="#br0" timeOffset="277.15">2854 1444,'21'25,"2"-14,27 6,-6-10,27-8,-27-5,-15-9,8-16</inkml:trace>
  <inkml:trace contextRef="#ctx0" brushRef="#br0" timeOffset="278.15">2908 2716,'41'-40,"-25"42,11-10,23 8,-46 44,-8-26</inkml:trace>
  <inkml:trace contextRef="#ctx0" brushRef="#br1" timeOffset="279.15">2925 3110,'18'-5,"84"9</inkml:trace>
  <inkml:trace contextRef="#ctx0" brushRef="#br1" timeOffset="280.15">2928 3172,'118'0</inkml:trace>
  <inkml:trace contextRef="#ctx0" brushRef="#br0" timeOffset="281.15">2943 3105,'2'-11,"34"-37,-39 12,12 10</inkml:trace>
  <inkml:trace contextRef="#ctx0" brushRef="#br0" timeOffset="282.15">2949 2676,'6'-25,"-2"-28,-11 9</inkml:trace>
  <inkml:trace contextRef="#ctx0" brushRef="#br1" timeOffset="283.15">2957 2545,'70'-2,"-57"7,-8 35,-9-21,9 25,-9-25</inkml:trace>
  <inkml:trace contextRef="#ctx0" brushRef="#br1" timeOffset="284.15">2959 2598,'24'-1,"-7"8,24-4</inkml:trace>
  <inkml:trace contextRef="#ctx0" brushRef="#br0" timeOffset="285.15">2955 1323,'26'2,"9"7</inkml:trace>
  <inkml:trace contextRef="#ctx0" brushRef="#br1" timeOffset="286.15">2975 3477,'131'-2,"-113"5</inkml:trace>
  <inkml:trace contextRef="#ctx0" brushRef="#br1" timeOffset="287.15">2976 2796,'67'-1</inkml:trace>
  <inkml:trace contextRef="#ctx0" brushRef="#br1" timeOffset="288.15">2981 3046,'68'2</inkml:trace>
  <inkml:trace contextRef="#ctx0" brushRef="#br0" timeOffset="289.15">3079 1181,'5'46,"9"-25,39-1,-17-19,-17-5,25 37</inkml:trace>
  <inkml:trace contextRef="#ctx0" brushRef="#br0" timeOffset="290.15">3204 1120,'1'122</inkml:trace>
  <inkml:trace contextRef="#ctx0" brushRef="#br0" timeOffset="291.15">3206 1265,'-1'-23</inkml:trace>
  <inkml:trace contextRef="#ctx0" brushRef="#br0" timeOffset="292.15">3207 1574,'2'14,"9"18,1-17,1-9,74-2,-67 11,6-21,55 5,-63-3</inkml:trace>
  <inkml:trace contextRef="#ctx0" brushRef="#br0" timeOffset="293.15">3370 2576,'15'-1</inkml:trace>
  <inkml:trace contextRef="#ctx0" brushRef="#br0" timeOffset="294.15">3419 3437,'3'-54,"23"15</inkml:trace>
  <inkml:trace contextRef="#ctx0" brushRef="#br0" timeOffset="295.15">3439 713,'8'71</inkml:trace>
  <inkml:trace contextRef="#ctx0" brushRef="#br0" timeOffset="296.15">3543 909,'134'-19,"-53"17,-63-2</inkml:trace>
  <inkml:trace contextRef="#ctx0" brushRef="#br0" timeOffset="297.15">3608 1294,'30'12,"-9"6,-11 7,-5 8,13 3,8-9,-26 53,-7-62</inkml:trace>
  <inkml:trace contextRef="#ctx0" brushRef="#br0" timeOffset="298.15">3691 2468,'16'-9,"11"7,18-14,-9 13,-10-8,46 13,-9-27,-34 33,50 34,-57-38,-11 11,-8 65,15-27,-17-17,-7-18,31 23,-16-13,-9 37,-9-47</inkml:trace>
  <inkml:trace contextRef="#ctx0" brushRef="#br0" timeOffset="299.15">3718 1445,'18'-4,"53"7,-51-13,84 9,-56 57,-40-51,18-2</inkml:trace>
  <inkml:trace contextRef="#ctx0" brushRef="#br0" timeOffset="300.15">3736 1441,'2'-11,"28"-29,-18 8,5 22,-8 11,7 22,-11 39</inkml:trace>
  <inkml:trace contextRef="#ctx0" brushRef="#br0" timeOffset="301.15">3752 630,'22'32</inkml:trace>
  <inkml:trace contextRef="#ctx0" brushRef="#br0" timeOffset="302.15">3772 1374,'-7'-12,"22"8</inkml:trace>
  <inkml:trace contextRef="#ctx0" brushRef="#br2" timeOffset="303.15">3815 181,'27'-18,"80"16,-64 28,31 54,-73 10,20-36,-7-35,6-5,16 4,17-17,-17-17,-9 14,-7-6</inkml:trace>
  <inkml:trace contextRef="#ctx0" brushRef="#br0" timeOffset="304.15">3884 900,'0'59,"3"-40</inkml:trace>
  <inkml:trace contextRef="#ctx0" brushRef="#br0" timeOffset="305.15">3902 893,'1'-78,"7"73,25 0</inkml:trace>
  <inkml:trace contextRef="#ctx0" brushRef="#br0" timeOffset="306.15">3916 3130,'17'-23,"-5"-10,-12-75,4 81,-9 9,8-43,13 29,18 9</inkml:trace>
  <inkml:trace contextRef="#ctx0" brushRef="#br1" timeOffset="307.15">3922 3138,'0'17,"21"9,-19-17,3 125</inkml:trace>
  <inkml:trace contextRef="#ctx0" brushRef="#br0" timeOffset="308.15">3931 965,'1'-8,"14"4</inkml:trace>
  <inkml:trace contextRef="#ctx0" brushRef="#br0" timeOffset="309.15">3931 1433,'13'-35,"29"16,-10 14,-9 10,2 7,2 12,-16-7</inkml:trace>
  <inkml:trace contextRef="#ctx0" brushRef="#br2" timeOffset="310.15">4014 3622,'26'-28,"1"16,26 22,36-11,-71 8,18-5,18-2,16-20</inkml:trace>
  <inkml:trace contextRef="#ctx0" brushRef="#br0" timeOffset="311.15">4016 538,'71'-2,"-36"11,127-10,-126-11,26-94,-54 79,-11-27,-34-18,31 37</inkml:trace>
  <inkml:trace contextRef="#ctx0" brushRef="#br0" timeOffset="312.15">4168 2767,'5'-36,"9"13,5 14,13 2,16-20,-35 24,6 6,20 27</inkml:trace>
  <inkml:trace contextRef="#ctx0" brushRef="#br0" timeOffset="313.15">4292 2570,'44'-1,"-18"-8,18 7,-15 29,15-26,-26-5</inkml:trace>
  <inkml:trace contextRef="#ctx0" brushRef="#br0" timeOffset="314.15">4283 939,'-9'-5,"8"-1,6 2,0 5,-4 5,4 61</inkml:trace>
  <inkml:trace contextRef="#ctx0" brushRef="#br0" timeOffset="315.15">4297 1003,'17'-2,"10"12,1 21,-9-18,3-10,8-8,-134 34</inkml:trace>
  <inkml:trace contextRef="#ctx0" brushRef="#br0" timeOffset="316.15">4314 3179,'20'-16,"22"13,-22 23,-13-20,3 7,3-6,37 48,-24-43,-8 9,-10 2,-7 10,-17 9,16 144,-3-166,-22 15,0-11,4-12,-21-4</inkml:trace>
  <inkml:trace contextRef="#ctx0" brushRef="#br0" timeOffset="317.15">4376 3160,'3'-6,"4"4,19 4,-11 13,-16 4</inkml:trace>
  <inkml:trace contextRef="#ctx0" brushRef="#br0" timeOffset="318.15">4396 3180,'3'12,"2"-11,4-7</inkml:trace>
  <inkml:trace contextRef="#ctx0" brushRef="#br0" timeOffset="319.15">4406 2558,'13'-62,"11"27</inkml:trace>
  <inkml:trace contextRef="#ctx0" brushRef="#br0" timeOffset="320.15">4452 3217,'-3'10</inkml:trace>
  <inkml:trace contextRef="#ctx0" brushRef="#br0" timeOffset="321.15">4452 3217,'9'-4</inkml:trace>
  <inkml:trace contextRef="#ctx0" brushRef="#br0" timeOffset="322.15">4646 1527,'16'-60,"-11"57</inkml:trace>
  <inkml:trace contextRef="#ctx0" brushRef="#br1" timeOffset="323.15">4749 1553,'9'-171,"-7"162,12-7,5 6,25 9,-15-18,4 19,3 9,30-30,3 23</inkml:trace>
  <inkml:trace contextRef="#ctx0" brushRef="#br2" timeOffset="324.15">4756 1098,'124'-12</inkml:trace>
  <inkml:trace contextRef="#ctx0" brushRef="#br1" timeOffset="325.15">4766 2225,'-5'-20,"6"-6,17-63</inkml:trace>
  <inkml:trace contextRef="#ctx0" brushRef="#br1" timeOffset="326.15">4863 1250,'3'77</inkml:trace>
  <inkml:trace contextRef="#ctx0" brushRef="#br0" timeOffset="327.15">4872 1248,'19'-37,"15"19,-7 21,8 30</inkml:trace>
  <inkml:trace contextRef="#ctx0" brushRef="#br0" timeOffset="328.15">4927 2435,'2'-41,"7"13,-1 19,-8-35,24 8</inkml:trace>
  <inkml:trace contextRef="#ctx0" brushRef="#br0" timeOffset="329.15">4926 1285,'4'11,"6"-6</inkml:trace>
  <inkml:trace contextRef="#ctx0" brushRef="#br0" timeOffset="330.15">4947 2341,'10'3,"-8"2,-9 2,1-6</inkml:trace>
  <inkml:trace contextRef="#ctx0" brushRef="#br0" timeOffset="331.15">4969 1215,'-2'7,"-9"-6,12 10,14-13,-3 8</inkml:trace>
  <inkml:trace contextRef="#ctx0" brushRef="#br0" timeOffset="332.15">4967 1222,'5'3,"-5"4</inkml:trace>
  <inkml:trace contextRef="#ctx0" brushRef="#br0" timeOffset="333.15">4972 1225,'10'-12,"2"10</inkml:trace>
  <inkml:trace contextRef="#ctx0" brushRef="#br1" timeOffset="334.15">4979 2277,'37'-2,"51"-15,-25 17,-36-9,71 7,-80 13,27 32,-27-15,0-11,7-7,22-12</inkml:trace>
  <inkml:trace contextRef="#ctx0" brushRef="#br1" timeOffset="335.15">5008 2434,'-1'-50,"9"23,-8 0,7 13,8-8,2 4,5 7,6 4</inkml:trace>
  <inkml:trace contextRef="#ctx0" brushRef="#br1" timeOffset="336.15">5895 1026,'-3'-27,"17"0</inkml:trace>
  <inkml:trace contextRef="#ctx0" brushRef="#br1" timeOffset="337.15">5911 289,'3'27,"-5"-6,4 307,3-312,-4 27,-6 32,11 33,-11-92</inkml:trace>
  <inkml:trace contextRef="#ctx0" brushRef="#br1" timeOffset="338.15">2171 467,'6'0</inkml:trace>
  <inkml:trace contextRef="#ctx0" brushRef="#br0" timeOffset="339.15">2556 563,'23'-1</inkml:trace>
  <inkml:trace contextRef="#ctx0" brushRef="#br2" timeOffset="340.15">5027 520,'9'0</inkml:trace>
  <inkml:trace contextRef="#ctx0" brushRef="#br1" timeOffset="341.15">5470 311,'9'4,"18"-4,70 16,-16 4,-37 2,-45-1</inkml:trace>
  <inkml:trace contextRef="#ctx0" brushRef="#br1" timeOffset="342.15">5486 520,'22'-10,"37"-1,102-13,-107 6,-38 8,-27-11,12 0,6 7,11 0</inkml:trace>
  <inkml:trace contextRef="#ctx0" brushRef="#br1" timeOffset="343.15">5791 394,'-48'-26,"33"31</inkml:trace>
  <inkml:trace contextRef="#ctx0" brushRef="#br1" timeOffset="344.15">1488 619,'0'10</inkml:trace>
  <inkml:trace contextRef="#ctx0" brushRef="#br0" timeOffset="345.15">3072 696,'10'4,"11"-4,7 11,-17-5,-1 14,-9 28,-15 1,-4-29,-3-13,4-6</inkml:trace>
  <inkml:trace contextRef="#ctx0" brushRef="#br0" timeOffset="346.15">4398 788,'7'-32,"11"14,-6-18,-13-7,-9 27</inkml:trace>
  <inkml:trace contextRef="#ctx0" brushRef="#br1" timeOffset="347.15">4070 639,'7'48,"-1"-35,8 1,40-20,-6 5,-34 7,5 25,-19 52</inkml:trace>
  <inkml:trace contextRef="#ctx0" brushRef="#br1" timeOffset="348.15">4226 654,'4'10,"-21"39</inkml:trace>
  <inkml:trace contextRef="#ctx0" brushRef="#br1" timeOffset="349.15">4317 729,'-5'4,"-38"-3,6 9</inkml:trace>
  <inkml:trace contextRef="#ctx0" brushRef="#br1" timeOffset="350.15">4318 841,'-26'5,"-34"-24</inkml:trace>
  <inkml:trace contextRef="#ctx0" brushRef="#br1" timeOffset="351.15">4232 827,'-59'26,"-11"-36,51 12,11-20,8-31,21-15</inkml:trace>
  <inkml:trace contextRef="#ctx0" brushRef="#br1" timeOffset="352.15">5476 705,'10'5,"28"-6,53 17,87 26,-162-36,-11 4,-5 32,-7-28,-12-2,-34 6,15-16,-58 19,-12-4</inkml:trace>
  <inkml:trace contextRef="#ctx0" brushRef="#br1" timeOffset="353.15">5729 788,'2'-28</inkml:trace>
  <inkml:trace contextRef="#ctx0" brushRef="#br0" timeOffset="354.15">3688 986,'15'14,"1"-9,-29-27</inkml:trace>
  <inkml:trace contextRef="#ctx0" brushRef="#br0" timeOffset="355.15">3804 1087,'0'5</inkml:trace>
  <inkml:trace contextRef="#ctx0" brushRef="#br0" timeOffset="356.15">4666 1062,'0'33</inkml:trace>
  <inkml:trace contextRef="#ctx0" brushRef="#br0" timeOffset="357.15">3719 1185,'28'-19,"-24"-4</inkml:trace>
  <inkml:trace contextRef="#ctx0" brushRef="#br0" timeOffset="358.15">3855 1169,'5'0</inkml:trace>
  <inkml:trace contextRef="#ctx0" brushRef="#br0" timeOffset="359.15">3895 1282,'9'-18</inkml:trace>
  <inkml:trace contextRef="#ctx0" brushRef="#br0" timeOffset="360.15">4389 1385,'33'45,"-12"-55,-13 11,0 29,-53-55</inkml:trace>
  <inkml:trace contextRef="#ctx0" brushRef="#br0" timeOffset="361.15">1049 1700,'10'9</inkml:trace>
  <inkml:trace contextRef="#ctx0" brushRef="#br0" timeOffset="362.15">960 1740,'4'9</inkml:trace>
  <inkml:trace contextRef="#ctx0" brushRef="#br1" timeOffset="363.15">5489 1487,'10'4,"44"1,32 11,17 14,-82-29,24 18,-24-21,5-16</inkml:trace>
  <inkml:trace contextRef="#ctx0" brushRef="#br1" timeOffset="364.15">5496 1696,'188'-38,"-118"31,-22-6,-28-2,-23-42</inkml:trace>
  <inkml:trace contextRef="#ctx0" brushRef="#br0" timeOffset="365.15">851 1921,'0'5</inkml:trace>
  <inkml:trace contextRef="#ctx0" brushRef="#br0" timeOffset="366.15">791 1996,'9'0</inkml:trace>
  <inkml:trace contextRef="#ctx0" brushRef="#br0" timeOffset="367.15">828 2000,'37'66,"-28"-29,43-1,-36-33,-55 10</inkml:trace>
  <inkml:trace contextRef="#ctx0" brushRef="#br0" timeOffset="368.15">978 2111,'51'45,"-30"-45,-61-45</inkml:trace>
  <inkml:trace contextRef="#ctx0" brushRef="#br0" timeOffset="369.15">1385 1922,'0'5</inkml:trace>
  <inkml:trace contextRef="#ctx0" brushRef="#br0" timeOffset="370.15">1000 2034,'37'45,"11"-46,-26 7,69-7,-50-17,20-33,-101 5</inkml:trace>
  <inkml:trace contextRef="#ctx0" brushRef="#br1" timeOffset="371.15">4838 2016,'1'6</inkml:trace>
  <inkml:trace contextRef="#ctx0" brushRef="#br1" timeOffset="372.15">5500 2086,'15'4,"17"-14,59-3,-69 4,80-4,-81 7,-2-4,-3-7,-3-3,-8-1,-10 3,-17 8,-10 4,16 10,-33-23,-21 3,11 6,22 10,-6-10</inkml:trace>
  <inkml:trace contextRef="#ctx0" brushRef="#br1" timeOffset="373.15">5843 2027,'0'-7,"-13"-3,4-8,10-2,8 1</inkml:trace>
  <inkml:trace contextRef="#ctx0" brushRef="#br1" timeOffset="374.15">5875 2083,'0'20</inkml:trace>
  <inkml:trace contextRef="#ctx0" brushRef="#br0" timeOffset="375.15">1097 2220,'24'14,"13"-16,-31-7</inkml:trace>
  <inkml:trace contextRef="#ctx0" brushRef="#br0" timeOffset="376.15">1182 2223,'19'9,"40"-10,-49-12</inkml:trace>
  <inkml:trace contextRef="#ctx0" brushRef="#br0" timeOffset="377.15">3613 2133,'0'6</inkml:trace>
  <inkml:trace contextRef="#ctx0" brushRef="#br0" timeOffset="378.15">4034 2284,'5'0</inkml:trace>
  <inkml:trace contextRef="#ctx0" brushRef="#br0" timeOffset="379.15">4537 2252,'1'32</inkml:trace>
  <inkml:trace contextRef="#ctx0" brushRef="#br1" timeOffset="380.15">3871 2533,'50'44,"-33"-48,-44-37</inkml:trace>
  <inkml:trace contextRef="#ctx0" brushRef="#br1" timeOffset="381.15">4036 2566,'6'0</inkml:trace>
  <inkml:trace contextRef="#ctx0" brushRef="#br0" timeOffset="382.15">4231 2419,'11'-11,"-7"-21</inkml:trace>
  <inkml:trace contextRef="#ctx0" brushRef="#br1" timeOffset="383.15">5913 2543,'9'49,"-7"220</inkml:trace>
  <inkml:trace contextRef="#ctx0" brushRef="#br1" timeOffset="384.15">691 2731,'0'5</inkml:trace>
  <inkml:trace contextRef="#ctx0" brushRef="#br0" timeOffset="385.15">3974 2715,'-28'27,"12"-27,-70-43,59 33,71 25,-15-13,32-9,-29-3,-10 9,-9-7,-10 5,-48-33</inkml:trace>
  <inkml:trace contextRef="#ctx0" brushRef="#br3" timeOffset="386.15">1938 3681,'-5'10,"9"25,20-20,-6-12,448-7,-449-3,19 14,171-9,-198-1,0-12,-10 6,-8-9</inkml:trace>
  <inkml:trace contextRef="#ctx0" brushRef="#br3" timeOffset="387.15">2694 3595,'1'9</inkml:trace>
  <inkml:trace contextRef="#ctx1" brushRef="#br4">23612-817 806 0 0,'0'0'72'0'0,"0"0"16"0"0,0 0 6 0 0,0 0 0 0 0,0 0 0 0 0,0 0-44 0 0,0 0-8 0 0,0 0-2 0 0,0 0 0 0 0,0 0 72 0 0,0 0 12 0 0,0 0 4 0 0,0 0 0 0 0,0-5-48 0 0,0 5-10 0 0,0 0-2 0 0,0 0 0 0 0,-18-9 6 0 0,18 9 2 0 0,-9 0 0 0 0,9 0 0 0 0,-14 0-36 0 0,14 0-6 0 0,-9 0-2 0 0,-2 0 0 0 0,2 0 40 0 0,-4 9 6 0 0,-1-9 2 0 0,1 0 0 0 0,4 5-42 0 0,-9 4-8 0 0,0-5-2 0 0,0 10 0 0 0,2-10 4 0 0,-6 5 2 0 0,4-4 0 0 0,-18 13 0 0 0,9 0 26 0 0,2-5 4 0 0,-11-4 2 0 0,9 16 0 0 0,-9-7-66 0 0,7 0-18 0 0,-11 9-2 0 0,4-9 0 0 0,-3-3 20 0 0,-1 12 0 0 0,-5 0 0 0 0,2 0 0 0 0,3 0 0 0 0,-9-2 0 0 0,1 6 0 0 0,-1-4 0 0 0,-7 0 0 0 0,15-2 16 0 0,-3 2-16 0 0,10 9 0 0 0,-20-9 0 0 0,14 0 16 0 0,6-3-16 0 0,2 3 0 0 0,-4-4 24 0 0,7-1-6 0 0,-2 5 0 0 0,13-11 0 0 0,-5 6-18 0 0,10-8 0 0 0,-10 4 0 0 0,12 4-22 0 0,7-4 22 0 0,4-10 0 0 0,-14 8 0 0 0,10-7 0 0 0,8 9 26 0 0,5-9-2 0 0,-9-9-2 0 0,9 13 0 0 0,11-8 24 0 0,3 4 4 0 0,8-9 2 0 0,1 0 0 0 0,1 0 8 0 0,12-5 2 0 0,16 1 0 0 0,-3-1 0 0 0,5-8 0 0 0,2 8 0 0 0,5-4 0 0 0,6-4 0 0 0,-15 4-16 0 0,15-4-4 0 0,-10 2 0 0 0,8-7 0 0 0,2 0-14 0 0,-2 5-4 0 0,-2-10 0 0 0,16 5-1228 0 0,-10-2-246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D4F193-0B1A-45D5-B227-EC4FDC03B008}" type="datetimeFigureOut">
              <a:rPr lang="en-IE" smtClean="0"/>
              <a:t>19/02/2021</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58DC8F-AF75-4556-8DF5-4C55FD00B975}" type="slidenum">
              <a:rPr lang="en-IE" smtClean="0"/>
              <a:t>‹#›</a:t>
            </a:fld>
            <a:endParaRPr lang="en-IE"/>
          </a:p>
        </p:txBody>
      </p:sp>
    </p:spTree>
    <p:extLst>
      <p:ext uri="{BB962C8B-B14F-4D97-AF65-F5344CB8AC3E}">
        <p14:creationId xmlns:p14="http://schemas.microsoft.com/office/powerpoint/2010/main" val="1732273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7A835-90E1-4574-9638-302D7C28B7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1A44BD15-F57F-4F02-A6F9-888E6B61E6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FA609B44-8E0E-4274-A7F6-6C5232D78E28}"/>
              </a:ext>
            </a:extLst>
          </p:cNvPr>
          <p:cNvSpPr>
            <a:spLocks noGrp="1"/>
          </p:cNvSpPr>
          <p:nvPr>
            <p:ph type="dt" sz="half" idx="10"/>
          </p:nvPr>
        </p:nvSpPr>
        <p:spPr/>
        <p:txBody>
          <a:bodyPr/>
          <a:lstStyle/>
          <a:p>
            <a:fld id="{31FABD58-09F1-4112-9FB1-2CAFF72B0B57}" type="datetimeFigureOut">
              <a:rPr lang="en-IE" smtClean="0"/>
              <a:t>19/02/2021</a:t>
            </a:fld>
            <a:endParaRPr lang="en-IE"/>
          </a:p>
        </p:txBody>
      </p:sp>
      <p:sp>
        <p:nvSpPr>
          <p:cNvPr id="5" name="Footer Placeholder 4">
            <a:extLst>
              <a:ext uri="{FF2B5EF4-FFF2-40B4-BE49-F238E27FC236}">
                <a16:creationId xmlns:a16="http://schemas.microsoft.com/office/drawing/2014/main" id="{47840834-91BD-453D-94B8-60247D33A6BC}"/>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4B59E257-B9D8-4BD8-8876-AA94ACC419D2}"/>
              </a:ext>
            </a:extLst>
          </p:cNvPr>
          <p:cNvSpPr>
            <a:spLocks noGrp="1"/>
          </p:cNvSpPr>
          <p:nvPr>
            <p:ph type="sldNum" sz="quarter" idx="12"/>
          </p:nvPr>
        </p:nvSpPr>
        <p:spPr/>
        <p:txBody>
          <a:bodyPr/>
          <a:lstStyle/>
          <a:p>
            <a:fld id="{0B4CF290-759C-4C12-9A5D-7CEA0268F536}" type="slidenum">
              <a:rPr lang="en-IE" smtClean="0"/>
              <a:t>‹#›</a:t>
            </a:fld>
            <a:endParaRPr lang="en-IE"/>
          </a:p>
        </p:txBody>
      </p:sp>
    </p:spTree>
    <p:extLst>
      <p:ext uri="{BB962C8B-B14F-4D97-AF65-F5344CB8AC3E}">
        <p14:creationId xmlns:p14="http://schemas.microsoft.com/office/powerpoint/2010/main" val="2200739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D3B14-AAA4-4A60-A3BD-0B93ECCD51FD}"/>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1778CD71-85B7-45BC-91A6-50327E94C5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FBB16802-9F02-41EA-991E-CEF66741046F}"/>
              </a:ext>
            </a:extLst>
          </p:cNvPr>
          <p:cNvSpPr>
            <a:spLocks noGrp="1"/>
          </p:cNvSpPr>
          <p:nvPr>
            <p:ph type="dt" sz="half" idx="10"/>
          </p:nvPr>
        </p:nvSpPr>
        <p:spPr/>
        <p:txBody>
          <a:bodyPr/>
          <a:lstStyle/>
          <a:p>
            <a:fld id="{31FABD58-09F1-4112-9FB1-2CAFF72B0B57}" type="datetimeFigureOut">
              <a:rPr lang="en-IE" smtClean="0"/>
              <a:t>19/02/2021</a:t>
            </a:fld>
            <a:endParaRPr lang="en-IE"/>
          </a:p>
        </p:txBody>
      </p:sp>
      <p:sp>
        <p:nvSpPr>
          <p:cNvPr id="5" name="Footer Placeholder 4">
            <a:extLst>
              <a:ext uri="{FF2B5EF4-FFF2-40B4-BE49-F238E27FC236}">
                <a16:creationId xmlns:a16="http://schemas.microsoft.com/office/drawing/2014/main" id="{C49DC9B3-2F63-4F39-AB62-74700945E331}"/>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7C0C4D47-931D-46F8-81F5-80619AFB7D73}"/>
              </a:ext>
            </a:extLst>
          </p:cNvPr>
          <p:cNvSpPr>
            <a:spLocks noGrp="1"/>
          </p:cNvSpPr>
          <p:nvPr>
            <p:ph type="sldNum" sz="quarter" idx="12"/>
          </p:nvPr>
        </p:nvSpPr>
        <p:spPr/>
        <p:txBody>
          <a:bodyPr/>
          <a:lstStyle/>
          <a:p>
            <a:fld id="{0B4CF290-759C-4C12-9A5D-7CEA0268F536}" type="slidenum">
              <a:rPr lang="en-IE" smtClean="0"/>
              <a:t>‹#›</a:t>
            </a:fld>
            <a:endParaRPr lang="en-IE"/>
          </a:p>
        </p:txBody>
      </p:sp>
    </p:spTree>
    <p:extLst>
      <p:ext uri="{BB962C8B-B14F-4D97-AF65-F5344CB8AC3E}">
        <p14:creationId xmlns:p14="http://schemas.microsoft.com/office/powerpoint/2010/main" val="2384330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82A44-D296-4DF7-8F28-4C60213719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877360BD-EC5C-41CF-80A7-C03FD715AA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95EF77-BFD0-4BBE-91C2-67A9E7DD9A94}"/>
              </a:ext>
            </a:extLst>
          </p:cNvPr>
          <p:cNvSpPr>
            <a:spLocks noGrp="1"/>
          </p:cNvSpPr>
          <p:nvPr>
            <p:ph type="dt" sz="half" idx="10"/>
          </p:nvPr>
        </p:nvSpPr>
        <p:spPr/>
        <p:txBody>
          <a:bodyPr/>
          <a:lstStyle/>
          <a:p>
            <a:fld id="{31FABD58-09F1-4112-9FB1-2CAFF72B0B57}" type="datetimeFigureOut">
              <a:rPr lang="en-IE" smtClean="0"/>
              <a:t>19/02/2021</a:t>
            </a:fld>
            <a:endParaRPr lang="en-IE"/>
          </a:p>
        </p:txBody>
      </p:sp>
      <p:sp>
        <p:nvSpPr>
          <p:cNvPr id="5" name="Footer Placeholder 4">
            <a:extLst>
              <a:ext uri="{FF2B5EF4-FFF2-40B4-BE49-F238E27FC236}">
                <a16:creationId xmlns:a16="http://schemas.microsoft.com/office/drawing/2014/main" id="{D48ADFC4-8D46-4AA1-9D43-DBF9FFC05D69}"/>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34F014A6-3960-40A2-A5CE-37CA79182062}"/>
              </a:ext>
            </a:extLst>
          </p:cNvPr>
          <p:cNvSpPr>
            <a:spLocks noGrp="1"/>
          </p:cNvSpPr>
          <p:nvPr>
            <p:ph type="sldNum" sz="quarter" idx="12"/>
          </p:nvPr>
        </p:nvSpPr>
        <p:spPr/>
        <p:txBody>
          <a:bodyPr/>
          <a:lstStyle/>
          <a:p>
            <a:fld id="{0B4CF290-759C-4C12-9A5D-7CEA0268F536}" type="slidenum">
              <a:rPr lang="en-IE" smtClean="0"/>
              <a:t>‹#›</a:t>
            </a:fld>
            <a:endParaRPr lang="en-IE"/>
          </a:p>
        </p:txBody>
      </p:sp>
    </p:spTree>
    <p:extLst>
      <p:ext uri="{BB962C8B-B14F-4D97-AF65-F5344CB8AC3E}">
        <p14:creationId xmlns:p14="http://schemas.microsoft.com/office/powerpoint/2010/main" val="2655171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865AD-835B-41BD-8833-3F25B2E860EB}"/>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7E3545C2-9C70-4FCF-85E0-8A8289CA74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38570472-A53C-4D02-B38D-4771F1C2E9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922C6831-19F0-4296-8AEC-09D7808247FD}"/>
              </a:ext>
            </a:extLst>
          </p:cNvPr>
          <p:cNvSpPr>
            <a:spLocks noGrp="1"/>
          </p:cNvSpPr>
          <p:nvPr>
            <p:ph type="dt" sz="half" idx="10"/>
          </p:nvPr>
        </p:nvSpPr>
        <p:spPr/>
        <p:txBody>
          <a:bodyPr/>
          <a:lstStyle/>
          <a:p>
            <a:fld id="{31FABD58-09F1-4112-9FB1-2CAFF72B0B57}" type="datetimeFigureOut">
              <a:rPr lang="en-IE" smtClean="0"/>
              <a:t>19/02/2021</a:t>
            </a:fld>
            <a:endParaRPr lang="en-IE"/>
          </a:p>
        </p:txBody>
      </p:sp>
      <p:sp>
        <p:nvSpPr>
          <p:cNvPr id="6" name="Footer Placeholder 5">
            <a:extLst>
              <a:ext uri="{FF2B5EF4-FFF2-40B4-BE49-F238E27FC236}">
                <a16:creationId xmlns:a16="http://schemas.microsoft.com/office/drawing/2014/main" id="{B13D71F5-104A-4EE7-AA5C-0A22ECDF0D92}"/>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0490C473-B102-462A-AFC0-9C2E3F261268}"/>
              </a:ext>
            </a:extLst>
          </p:cNvPr>
          <p:cNvSpPr>
            <a:spLocks noGrp="1"/>
          </p:cNvSpPr>
          <p:nvPr>
            <p:ph type="sldNum" sz="quarter" idx="12"/>
          </p:nvPr>
        </p:nvSpPr>
        <p:spPr/>
        <p:txBody>
          <a:bodyPr/>
          <a:lstStyle/>
          <a:p>
            <a:fld id="{0B4CF290-759C-4C12-9A5D-7CEA0268F536}" type="slidenum">
              <a:rPr lang="en-IE" smtClean="0"/>
              <a:t>‹#›</a:t>
            </a:fld>
            <a:endParaRPr lang="en-IE"/>
          </a:p>
        </p:txBody>
      </p:sp>
    </p:spTree>
    <p:extLst>
      <p:ext uri="{BB962C8B-B14F-4D97-AF65-F5344CB8AC3E}">
        <p14:creationId xmlns:p14="http://schemas.microsoft.com/office/powerpoint/2010/main" val="3852095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127E2-4A36-4DF2-85F1-1EB55802BDDD}"/>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00094EA4-3FB1-4A6C-B216-A739519EDC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125515-4E89-41D4-ACA3-F73D8A0121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E1425B79-7521-4E08-B7CC-4B19068BD2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351E10-8AE9-4B08-8337-D677C447FD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48AF229E-09AE-4875-A403-AEA372BFAC95}"/>
              </a:ext>
            </a:extLst>
          </p:cNvPr>
          <p:cNvSpPr>
            <a:spLocks noGrp="1"/>
          </p:cNvSpPr>
          <p:nvPr>
            <p:ph type="dt" sz="half" idx="10"/>
          </p:nvPr>
        </p:nvSpPr>
        <p:spPr/>
        <p:txBody>
          <a:bodyPr/>
          <a:lstStyle/>
          <a:p>
            <a:fld id="{31FABD58-09F1-4112-9FB1-2CAFF72B0B57}" type="datetimeFigureOut">
              <a:rPr lang="en-IE" smtClean="0"/>
              <a:t>19/02/2021</a:t>
            </a:fld>
            <a:endParaRPr lang="en-IE"/>
          </a:p>
        </p:txBody>
      </p:sp>
      <p:sp>
        <p:nvSpPr>
          <p:cNvPr id="8" name="Footer Placeholder 7">
            <a:extLst>
              <a:ext uri="{FF2B5EF4-FFF2-40B4-BE49-F238E27FC236}">
                <a16:creationId xmlns:a16="http://schemas.microsoft.com/office/drawing/2014/main" id="{0BC5E421-3B5A-4E8E-926C-E198F9C17F63}"/>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35017B84-F061-417E-9A38-5AD911069911}"/>
              </a:ext>
            </a:extLst>
          </p:cNvPr>
          <p:cNvSpPr>
            <a:spLocks noGrp="1"/>
          </p:cNvSpPr>
          <p:nvPr>
            <p:ph type="sldNum" sz="quarter" idx="12"/>
          </p:nvPr>
        </p:nvSpPr>
        <p:spPr/>
        <p:txBody>
          <a:bodyPr/>
          <a:lstStyle/>
          <a:p>
            <a:fld id="{0B4CF290-759C-4C12-9A5D-7CEA0268F536}" type="slidenum">
              <a:rPr lang="en-IE" smtClean="0"/>
              <a:t>‹#›</a:t>
            </a:fld>
            <a:endParaRPr lang="en-IE"/>
          </a:p>
        </p:txBody>
      </p:sp>
    </p:spTree>
    <p:extLst>
      <p:ext uri="{BB962C8B-B14F-4D97-AF65-F5344CB8AC3E}">
        <p14:creationId xmlns:p14="http://schemas.microsoft.com/office/powerpoint/2010/main" val="3317627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EBA12-ACD9-41F1-9AF9-D79F4B8277E0}"/>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B6E0E397-4C8F-49BB-AC12-71278BD3D025}"/>
              </a:ext>
            </a:extLst>
          </p:cNvPr>
          <p:cNvSpPr>
            <a:spLocks noGrp="1"/>
          </p:cNvSpPr>
          <p:nvPr>
            <p:ph type="dt" sz="half" idx="10"/>
          </p:nvPr>
        </p:nvSpPr>
        <p:spPr/>
        <p:txBody>
          <a:bodyPr/>
          <a:lstStyle/>
          <a:p>
            <a:fld id="{31FABD58-09F1-4112-9FB1-2CAFF72B0B57}" type="datetimeFigureOut">
              <a:rPr lang="en-IE" smtClean="0"/>
              <a:t>19/02/2021</a:t>
            </a:fld>
            <a:endParaRPr lang="en-IE"/>
          </a:p>
        </p:txBody>
      </p:sp>
      <p:sp>
        <p:nvSpPr>
          <p:cNvPr id="4" name="Footer Placeholder 3">
            <a:extLst>
              <a:ext uri="{FF2B5EF4-FFF2-40B4-BE49-F238E27FC236}">
                <a16:creationId xmlns:a16="http://schemas.microsoft.com/office/drawing/2014/main" id="{704296F1-5FB1-41F0-B63A-14D4BF651307}"/>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B2693B71-4F20-4420-8A56-F49CDE5EBD6F}"/>
              </a:ext>
            </a:extLst>
          </p:cNvPr>
          <p:cNvSpPr>
            <a:spLocks noGrp="1"/>
          </p:cNvSpPr>
          <p:nvPr>
            <p:ph type="sldNum" sz="quarter" idx="12"/>
          </p:nvPr>
        </p:nvSpPr>
        <p:spPr/>
        <p:txBody>
          <a:bodyPr/>
          <a:lstStyle/>
          <a:p>
            <a:fld id="{0B4CF290-759C-4C12-9A5D-7CEA0268F536}" type="slidenum">
              <a:rPr lang="en-IE" smtClean="0"/>
              <a:t>‹#›</a:t>
            </a:fld>
            <a:endParaRPr lang="en-IE"/>
          </a:p>
        </p:txBody>
      </p:sp>
    </p:spTree>
    <p:extLst>
      <p:ext uri="{BB962C8B-B14F-4D97-AF65-F5344CB8AC3E}">
        <p14:creationId xmlns:p14="http://schemas.microsoft.com/office/powerpoint/2010/main" val="3409955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ABDD4A-B1C0-401C-8446-6EEC3C396B9C}"/>
              </a:ext>
            </a:extLst>
          </p:cNvPr>
          <p:cNvSpPr>
            <a:spLocks noGrp="1"/>
          </p:cNvSpPr>
          <p:nvPr>
            <p:ph type="dt" sz="half" idx="10"/>
          </p:nvPr>
        </p:nvSpPr>
        <p:spPr/>
        <p:txBody>
          <a:bodyPr/>
          <a:lstStyle/>
          <a:p>
            <a:fld id="{31FABD58-09F1-4112-9FB1-2CAFF72B0B57}" type="datetimeFigureOut">
              <a:rPr lang="en-IE" smtClean="0"/>
              <a:t>19/02/2021</a:t>
            </a:fld>
            <a:endParaRPr lang="en-IE"/>
          </a:p>
        </p:txBody>
      </p:sp>
      <p:sp>
        <p:nvSpPr>
          <p:cNvPr id="3" name="Footer Placeholder 2">
            <a:extLst>
              <a:ext uri="{FF2B5EF4-FFF2-40B4-BE49-F238E27FC236}">
                <a16:creationId xmlns:a16="http://schemas.microsoft.com/office/drawing/2014/main" id="{314C3676-7CAD-4C8F-9668-5CC40B68A1C2}"/>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35B3C601-17EA-4C4C-B6C2-5272CE37A2CD}"/>
              </a:ext>
            </a:extLst>
          </p:cNvPr>
          <p:cNvSpPr>
            <a:spLocks noGrp="1"/>
          </p:cNvSpPr>
          <p:nvPr>
            <p:ph type="sldNum" sz="quarter" idx="12"/>
          </p:nvPr>
        </p:nvSpPr>
        <p:spPr/>
        <p:txBody>
          <a:bodyPr/>
          <a:lstStyle/>
          <a:p>
            <a:fld id="{0B4CF290-759C-4C12-9A5D-7CEA0268F536}" type="slidenum">
              <a:rPr lang="en-IE" smtClean="0"/>
              <a:t>‹#›</a:t>
            </a:fld>
            <a:endParaRPr lang="en-IE"/>
          </a:p>
        </p:txBody>
      </p:sp>
    </p:spTree>
    <p:extLst>
      <p:ext uri="{BB962C8B-B14F-4D97-AF65-F5344CB8AC3E}">
        <p14:creationId xmlns:p14="http://schemas.microsoft.com/office/powerpoint/2010/main" val="22632253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59FC0-3E75-4FD6-B7E3-8CA16F51A8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17EE53D7-1585-414D-AB6C-FA31A34999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47BC2CAC-456D-469E-BFD1-4AA40C76CE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1E3FD0-07D9-4B57-9232-69ABF0E8E01B}"/>
              </a:ext>
            </a:extLst>
          </p:cNvPr>
          <p:cNvSpPr>
            <a:spLocks noGrp="1"/>
          </p:cNvSpPr>
          <p:nvPr>
            <p:ph type="dt" sz="half" idx="10"/>
          </p:nvPr>
        </p:nvSpPr>
        <p:spPr/>
        <p:txBody>
          <a:bodyPr/>
          <a:lstStyle/>
          <a:p>
            <a:fld id="{31FABD58-09F1-4112-9FB1-2CAFF72B0B57}" type="datetimeFigureOut">
              <a:rPr lang="en-IE" smtClean="0"/>
              <a:t>19/02/2021</a:t>
            </a:fld>
            <a:endParaRPr lang="en-IE"/>
          </a:p>
        </p:txBody>
      </p:sp>
      <p:sp>
        <p:nvSpPr>
          <p:cNvPr id="6" name="Footer Placeholder 5">
            <a:extLst>
              <a:ext uri="{FF2B5EF4-FFF2-40B4-BE49-F238E27FC236}">
                <a16:creationId xmlns:a16="http://schemas.microsoft.com/office/drawing/2014/main" id="{49376679-9C84-4242-B4D2-0E183D262045}"/>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F2AF5323-7E26-4146-B56F-F0F37EFD3CB8}"/>
              </a:ext>
            </a:extLst>
          </p:cNvPr>
          <p:cNvSpPr>
            <a:spLocks noGrp="1"/>
          </p:cNvSpPr>
          <p:nvPr>
            <p:ph type="sldNum" sz="quarter" idx="12"/>
          </p:nvPr>
        </p:nvSpPr>
        <p:spPr/>
        <p:txBody>
          <a:bodyPr/>
          <a:lstStyle/>
          <a:p>
            <a:fld id="{0B4CF290-759C-4C12-9A5D-7CEA0268F536}" type="slidenum">
              <a:rPr lang="en-IE" smtClean="0"/>
              <a:t>‹#›</a:t>
            </a:fld>
            <a:endParaRPr lang="en-IE"/>
          </a:p>
        </p:txBody>
      </p:sp>
    </p:spTree>
    <p:extLst>
      <p:ext uri="{BB962C8B-B14F-4D97-AF65-F5344CB8AC3E}">
        <p14:creationId xmlns:p14="http://schemas.microsoft.com/office/powerpoint/2010/main" val="3139391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E8BC3-3B90-4EC3-A46E-5EAD66352D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21F4884A-7C27-4F72-86AC-3DCD1983E0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1B171061-3629-427C-BB90-30B3431DA9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4E92D5-EEC5-4BB3-9E26-4884243D0DFB}"/>
              </a:ext>
            </a:extLst>
          </p:cNvPr>
          <p:cNvSpPr>
            <a:spLocks noGrp="1"/>
          </p:cNvSpPr>
          <p:nvPr>
            <p:ph type="dt" sz="half" idx="10"/>
          </p:nvPr>
        </p:nvSpPr>
        <p:spPr/>
        <p:txBody>
          <a:bodyPr/>
          <a:lstStyle/>
          <a:p>
            <a:fld id="{31FABD58-09F1-4112-9FB1-2CAFF72B0B57}" type="datetimeFigureOut">
              <a:rPr lang="en-IE" smtClean="0"/>
              <a:t>19/02/2021</a:t>
            </a:fld>
            <a:endParaRPr lang="en-IE"/>
          </a:p>
        </p:txBody>
      </p:sp>
      <p:sp>
        <p:nvSpPr>
          <p:cNvPr id="6" name="Footer Placeholder 5">
            <a:extLst>
              <a:ext uri="{FF2B5EF4-FFF2-40B4-BE49-F238E27FC236}">
                <a16:creationId xmlns:a16="http://schemas.microsoft.com/office/drawing/2014/main" id="{DE761D1F-2220-47A3-86CC-1ADDF19A3A26}"/>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41D1A670-7490-4168-B937-B14DC5BB6500}"/>
              </a:ext>
            </a:extLst>
          </p:cNvPr>
          <p:cNvSpPr>
            <a:spLocks noGrp="1"/>
          </p:cNvSpPr>
          <p:nvPr>
            <p:ph type="sldNum" sz="quarter" idx="12"/>
          </p:nvPr>
        </p:nvSpPr>
        <p:spPr/>
        <p:txBody>
          <a:bodyPr/>
          <a:lstStyle/>
          <a:p>
            <a:fld id="{0B4CF290-759C-4C12-9A5D-7CEA0268F536}" type="slidenum">
              <a:rPr lang="en-IE" smtClean="0"/>
              <a:t>‹#›</a:t>
            </a:fld>
            <a:endParaRPr lang="en-IE"/>
          </a:p>
        </p:txBody>
      </p:sp>
    </p:spTree>
    <p:extLst>
      <p:ext uri="{BB962C8B-B14F-4D97-AF65-F5344CB8AC3E}">
        <p14:creationId xmlns:p14="http://schemas.microsoft.com/office/powerpoint/2010/main" val="3179892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3ACC4-3692-44BE-82E5-58DEFE14453F}"/>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CAC24BBC-414C-4B12-87B9-A15775C321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EAC8F25E-8900-4907-AE81-F4BE4E3CF7FA}"/>
              </a:ext>
            </a:extLst>
          </p:cNvPr>
          <p:cNvSpPr>
            <a:spLocks noGrp="1"/>
          </p:cNvSpPr>
          <p:nvPr>
            <p:ph type="dt" sz="half" idx="10"/>
          </p:nvPr>
        </p:nvSpPr>
        <p:spPr/>
        <p:txBody>
          <a:bodyPr/>
          <a:lstStyle/>
          <a:p>
            <a:fld id="{31FABD58-09F1-4112-9FB1-2CAFF72B0B57}" type="datetimeFigureOut">
              <a:rPr lang="en-IE" smtClean="0"/>
              <a:t>19/02/2021</a:t>
            </a:fld>
            <a:endParaRPr lang="en-IE"/>
          </a:p>
        </p:txBody>
      </p:sp>
      <p:sp>
        <p:nvSpPr>
          <p:cNvPr id="5" name="Footer Placeholder 4">
            <a:extLst>
              <a:ext uri="{FF2B5EF4-FFF2-40B4-BE49-F238E27FC236}">
                <a16:creationId xmlns:a16="http://schemas.microsoft.com/office/drawing/2014/main" id="{A6961329-EC06-48B7-BD3D-C1A95BC3A80B}"/>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368964E2-6C4B-4A7E-B3FD-EA47900FCFBD}"/>
              </a:ext>
            </a:extLst>
          </p:cNvPr>
          <p:cNvSpPr>
            <a:spLocks noGrp="1"/>
          </p:cNvSpPr>
          <p:nvPr>
            <p:ph type="sldNum" sz="quarter" idx="12"/>
          </p:nvPr>
        </p:nvSpPr>
        <p:spPr/>
        <p:txBody>
          <a:bodyPr/>
          <a:lstStyle/>
          <a:p>
            <a:fld id="{0B4CF290-759C-4C12-9A5D-7CEA0268F536}" type="slidenum">
              <a:rPr lang="en-IE" smtClean="0"/>
              <a:t>‹#›</a:t>
            </a:fld>
            <a:endParaRPr lang="en-IE"/>
          </a:p>
        </p:txBody>
      </p:sp>
    </p:spTree>
    <p:extLst>
      <p:ext uri="{BB962C8B-B14F-4D97-AF65-F5344CB8AC3E}">
        <p14:creationId xmlns:p14="http://schemas.microsoft.com/office/powerpoint/2010/main" val="494063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8CFBD3-742A-42CE-8C6C-095E8075780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7EF5BC8C-4AC5-40D2-9EBC-4A1D354B63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AD3D2189-D81D-40CB-BB48-ECC1EAA61137}"/>
              </a:ext>
            </a:extLst>
          </p:cNvPr>
          <p:cNvSpPr>
            <a:spLocks noGrp="1"/>
          </p:cNvSpPr>
          <p:nvPr>
            <p:ph type="dt" sz="half" idx="10"/>
          </p:nvPr>
        </p:nvSpPr>
        <p:spPr/>
        <p:txBody>
          <a:bodyPr/>
          <a:lstStyle/>
          <a:p>
            <a:fld id="{31FABD58-09F1-4112-9FB1-2CAFF72B0B57}" type="datetimeFigureOut">
              <a:rPr lang="en-IE" smtClean="0"/>
              <a:t>19/02/2021</a:t>
            </a:fld>
            <a:endParaRPr lang="en-IE"/>
          </a:p>
        </p:txBody>
      </p:sp>
      <p:sp>
        <p:nvSpPr>
          <p:cNvPr id="5" name="Footer Placeholder 4">
            <a:extLst>
              <a:ext uri="{FF2B5EF4-FFF2-40B4-BE49-F238E27FC236}">
                <a16:creationId xmlns:a16="http://schemas.microsoft.com/office/drawing/2014/main" id="{A3B85BD5-0F7A-4D4A-8C19-89540009EEAF}"/>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4D66FB5B-21A4-49D4-AE4B-2F1A96301E97}"/>
              </a:ext>
            </a:extLst>
          </p:cNvPr>
          <p:cNvSpPr>
            <a:spLocks noGrp="1"/>
          </p:cNvSpPr>
          <p:nvPr>
            <p:ph type="sldNum" sz="quarter" idx="12"/>
          </p:nvPr>
        </p:nvSpPr>
        <p:spPr/>
        <p:txBody>
          <a:bodyPr/>
          <a:lstStyle/>
          <a:p>
            <a:fld id="{0B4CF290-759C-4C12-9A5D-7CEA0268F536}" type="slidenum">
              <a:rPr lang="en-IE" smtClean="0"/>
              <a:t>‹#›</a:t>
            </a:fld>
            <a:endParaRPr lang="en-IE"/>
          </a:p>
        </p:txBody>
      </p:sp>
    </p:spTree>
    <p:extLst>
      <p:ext uri="{BB962C8B-B14F-4D97-AF65-F5344CB8AC3E}">
        <p14:creationId xmlns:p14="http://schemas.microsoft.com/office/powerpoint/2010/main" val="790333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A4E485-90C0-4F04-8ECA-AD1976CF5C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FFCF6EEE-B537-4AC1-91AA-EDF2723E9B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452ECE90-A04C-45BD-AF90-1358A49F42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FABD58-09F1-4112-9FB1-2CAFF72B0B57}" type="datetimeFigureOut">
              <a:rPr lang="en-IE" smtClean="0"/>
              <a:t>19/02/2021</a:t>
            </a:fld>
            <a:endParaRPr lang="en-IE"/>
          </a:p>
        </p:txBody>
      </p:sp>
      <p:sp>
        <p:nvSpPr>
          <p:cNvPr id="5" name="Footer Placeholder 4">
            <a:extLst>
              <a:ext uri="{FF2B5EF4-FFF2-40B4-BE49-F238E27FC236}">
                <a16:creationId xmlns:a16="http://schemas.microsoft.com/office/drawing/2014/main" id="{65E73C58-40BD-4962-B357-18F229F7BF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a:extLst>
              <a:ext uri="{FF2B5EF4-FFF2-40B4-BE49-F238E27FC236}">
                <a16:creationId xmlns:a16="http://schemas.microsoft.com/office/drawing/2014/main" id="{D095B7A9-55A8-47E6-A8C1-87F2A148F4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4CF290-759C-4C12-9A5D-7CEA0268F536}" type="slidenum">
              <a:rPr lang="en-IE" smtClean="0"/>
              <a:t>‹#›</a:t>
            </a:fld>
            <a:endParaRPr lang="en-IE"/>
          </a:p>
        </p:txBody>
      </p:sp>
    </p:spTree>
    <p:extLst>
      <p:ext uri="{BB962C8B-B14F-4D97-AF65-F5344CB8AC3E}">
        <p14:creationId xmlns:p14="http://schemas.microsoft.com/office/powerpoint/2010/main" val="20858685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Clipboard_(software)"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 Id="rId5" Type="http://schemas.openxmlformats.org/officeDocument/2006/relationships/image" Target="../media/image300.png"/><Relationship Id="rId4" Type="http://schemas.openxmlformats.org/officeDocument/2006/relationships/customXml" Target="../ink/ink1.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firebase.google.com/docs/database/security/quickstar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27BF1-4590-451C-BE54-55D23340D276}"/>
              </a:ext>
            </a:extLst>
          </p:cNvPr>
          <p:cNvSpPr>
            <a:spLocks noGrp="1"/>
          </p:cNvSpPr>
          <p:nvPr>
            <p:ph type="ctrTitle"/>
          </p:nvPr>
        </p:nvSpPr>
        <p:spPr/>
        <p:txBody>
          <a:bodyPr/>
          <a:lstStyle/>
          <a:p>
            <a:r>
              <a:rPr lang="en-GB" dirty="0"/>
              <a:t>Indirect Messaging</a:t>
            </a:r>
            <a:endParaRPr lang="en-IE" dirty="0"/>
          </a:p>
        </p:txBody>
      </p:sp>
      <p:sp>
        <p:nvSpPr>
          <p:cNvPr id="3" name="Subtitle 2">
            <a:extLst>
              <a:ext uri="{FF2B5EF4-FFF2-40B4-BE49-F238E27FC236}">
                <a16:creationId xmlns:a16="http://schemas.microsoft.com/office/drawing/2014/main" id="{6A54D910-0724-4255-8AF5-63326135AD5A}"/>
              </a:ext>
            </a:extLst>
          </p:cNvPr>
          <p:cNvSpPr>
            <a:spLocks noGrp="1"/>
          </p:cNvSpPr>
          <p:nvPr>
            <p:ph type="subTitle" idx="1"/>
          </p:nvPr>
        </p:nvSpPr>
        <p:spPr/>
        <p:txBody>
          <a:bodyPr/>
          <a:lstStyle/>
          <a:p>
            <a:r>
              <a:rPr lang="en-GB" dirty="0"/>
              <a:t>Frank Walsh</a:t>
            </a:r>
            <a:endParaRPr lang="en-IE" dirty="0"/>
          </a:p>
        </p:txBody>
      </p:sp>
    </p:spTree>
    <p:extLst>
      <p:ext uri="{BB962C8B-B14F-4D97-AF65-F5344CB8AC3E}">
        <p14:creationId xmlns:p14="http://schemas.microsoft.com/office/powerpoint/2010/main" val="2197360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10">
            <a:extLst>
              <a:ext uri="{FF2B5EF4-FFF2-40B4-BE49-F238E27FC236}">
                <a16:creationId xmlns:a16="http://schemas.microsoft.com/office/drawing/2014/main" id="{911A6C77-6109-4F77-975B-C375615A5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12">
            <a:extLst>
              <a:ext uri="{FF2B5EF4-FFF2-40B4-BE49-F238E27FC236}">
                <a16:creationId xmlns:a16="http://schemas.microsoft.com/office/drawing/2014/main" id="{CB343D17-9934-455E-B326-2F39206BA4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25" name="Freeform 44">
              <a:extLst>
                <a:ext uri="{FF2B5EF4-FFF2-40B4-BE49-F238E27FC236}">
                  <a16:creationId xmlns:a16="http://schemas.microsoft.com/office/drawing/2014/main" id="{A8AA2B63-BFCD-40D0-B2D0-CB714D70E2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45">
              <a:extLst>
                <a:ext uri="{FF2B5EF4-FFF2-40B4-BE49-F238E27FC236}">
                  <a16:creationId xmlns:a16="http://schemas.microsoft.com/office/drawing/2014/main" id="{80834EBB-06EA-4C69-AF7A-D5A4E69D8A8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6">
              <a:extLst>
                <a:ext uri="{FF2B5EF4-FFF2-40B4-BE49-F238E27FC236}">
                  <a16:creationId xmlns:a16="http://schemas.microsoft.com/office/drawing/2014/main" id="{2D314EC1-63E0-43B5-9CD5-F25593B2CA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47">
              <a:extLst>
                <a:ext uri="{FF2B5EF4-FFF2-40B4-BE49-F238E27FC236}">
                  <a16:creationId xmlns:a16="http://schemas.microsoft.com/office/drawing/2014/main" id="{9577EB7D-16A7-4E05-9105-431E729665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EC1741C3-592F-47B5-93A0-66FC0BB97E4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0647537A-2511-4EDD-93FB-08EA32E57D91}"/>
              </a:ext>
            </a:extLst>
          </p:cNvPr>
          <p:cNvSpPr>
            <a:spLocks noGrp="1"/>
          </p:cNvSpPr>
          <p:nvPr>
            <p:ph type="title"/>
          </p:nvPr>
        </p:nvSpPr>
        <p:spPr>
          <a:xfrm>
            <a:off x="1047280" y="759805"/>
            <a:ext cx="10306520" cy="1325563"/>
          </a:xfrm>
        </p:spPr>
        <p:txBody>
          <a:bodyPr>
            <a:normAutofit/>
          </a:bodyPr>
          <a:lstStyle/>
          <a:p>
            <a:r>
              <a:rPr lang="en-GB" sz="4000">
                <a:solidFill>
                  <a:srgbClr val="FFFFFF"/>
                </a:solidFill>
              </a:rPr>
              <a:t>Agenda </a:t>
            </a:r>
            <a:endParaRPr lang="en-IE" sz="4000">
              <a:solidFill>
                <a:srgbClr val="FFFFFF"/>
              </a:solidFill>
            </a:endParaRPr>
          </a:p>
        </p:txBody>
      </p:sp>
      <p:pic>
        <p:nvPicPr>
          <p:cNvPr id="5" name="Picture 4" descr="Icon&#10;&#10;Description automatically generated">
            <a:extLst>
              <a:ext uri="{FF2B5EF4-FFF2-40B4-BE49-F238E27FC236}">
                <a16:creationId xmlns:a16="http://schemas.microsoft.com/office/drawing/2014/main" id="{49A55D45-293A-45C8-AB00-EC1227DA26E5}"/>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187" b="-5"/>
          <a:stretch/>
        </p:blipFill>
        <p:spPr>
          <a:xfrm>
            <a:off x="1424902" y="2492376"/>
            <a:ext cx="3209779" cy="3563372"/>
          </a:xfrm>
          <a:prstGeom prst="rect">
            <a:avLst/>
          </a:prstGeom>
        </p:spPr>
      </p:pic>
      <p:sp>
        <p:nvSpPr>
          <p:cNvPr id="3" name="Content Placeholder 2">
            <a:extLst>
              <a:ext uri="{FF2B5EF4-FFF2-40B4-BE49-F238E27FC236}">
                <a16:creationId xmlns:a16="http://schemas.microsoft.com/office/drawing/2014/main" id="{65148025-F871-4E02-90D2-C69454D78FF6}"/>
              </a:ext>
            </a:extLst>
          </p:cNvPr>
          <p:cNvSpPr>
            <a:spLocks noGrp="1"/>
          </p:cNvSpPr>
          <p:nvPr>
            <p:ph idx="1"/>
          </p:nvPr>
        </p:nvSpPr>
        <p:spPr>
          <a:xfrm>
            <a:off x="5295569" y="2494450"/>
            <a:ext cx="5471529" cy="3563159"/>
          </a:xfrm>
        </p:spPr>
        <p:txBody>
          <a:bodyPr>
            <a:normAutofit/>
          </a:bodyPr>
          <a:lstStyle/>
          <a:p>
            <a:r>
              <a:rPr lang="en-IE" sz="2400" dirty="0"/>
              <a:t>Indirect Messaging</a:t>
            </a:r>
          </a:p>
          <a:p>
            <a:pPr lvl="1"/>
            <a:r>
              <a:rPr lang="en-IE" dirty="0"/>
              <a:t>MQTT</a:t>
            </a:r>
          </a:p>
          <a:p>
            <a:pPr lvl="1"/>
            <a:r>
              <a:rPr lang="en-IE" dirty="0"/>
              <a:t>Firebase Realtime DB</a:t>
            </a:r>
          </a:p>
          <a:p>
            <a:r>
              <a:rPr lang="en-IE" dirty="0"/>
              <a:t>Example: </a:t>
            </a:r>
            <a:r>
              <a:rPr lang="en-IE" dirty="0" err="1"/>
              <a:t>RealTime</a:t>
            </a:r>
            <a:r>
              <a:rPr lang="en-IE" dirty="0"/>
              <a:t> DB for Environment Sensor</a:t>
            </a:r>
          </a:p>
          <a:p>
            <a:endParaRPr lang="en-IE" sz="2400" dirty="0"/>
          </a:p>
        </p:txBody>
      </p:sp>
      <p:sp>
        <p:nvSpPr>
          <p:cNvPr id="6" name="TextBox 5">
            <a:extLst>
              <a:ext uri="{FF2B5EF4-FFF2-40B4-BE49-F238E27FC236}">
                <a16:creationId xmlns:a16="http://schemas.microsoft.com/office/drawing/2014/main" id="{5E1B5FBD-92F3-43B2-923C-5F45BCA2EDBE}"/>
              </a:ext>
            </a:extLst>
          </p:cNvPr>
          <p:cNvSpPr txBox="1"/>
          <p:nvPr/>
        </p:nvSpPr>
        <p:spPr>
          <a:xfrm>
            <a:off x="2327639" y="5855693"/>
            <a:ext cx="2307042" cy="200055"/>
          </a:xfrm>
          <a:prstGeom prst="rect">
            <a:avLst/>
          </a:prstGeom>
          <a:solidFill>
            <a:srgbClr val="000000"/>
          </a:solidFill>
        </p:spPr>
        <p:txBody>
          <a:bodyPr wrap="none" rtlCol="0">
            <a:spAutoFit/>
          </a:bodyPr>
          <a:lstStyle/>
          <a:p>
            <a:pPr algn="r">
              <a:spcAft>
                <a:spcPts val="600"/>
              </a:spcAft>
            </a:pPr>
            <a:r>
              <a:rPr lang="en-IE" sz="700">
                <a:solidFill>
                  <a:srgbClr val="FFFFFF"/>
                </a:solidFill>
                <a:hlinkClick r:id="rId3" tooltip="https://en.wikipedia.org/wiki/Clipboard_(software)">
                  <a:extLst>
                    <a:ext uri="{A12FA001-AC4F-418D-AE19-62706E023703}">
                      <ahyp:hlinkClr xmlns:ahyp="http://schemas.microsoft.com/office/drawing/2018/hyperlinkcolor" val="tx"/>
                    </a:ext>
                  </a:extLst>
                </a:hlinkClick>
              </a:rPr>
              <a:t>This Photo</a:t>
            </a:r>
            <a:r>
              <a:rPr lang="en-IE" sz="700">
                <a:solidFill>
                  <a:srgbClr val="FFFFFF"/>
                </a:solidFill>
              </a:rPr>
              <a:t> by Unknown Author is licensed under </a:t>
            </a:r>
            <a:r>
              <a:rPr lang="en-IE"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IE" sz="700">
              <a:solidFill>
                <a:srgbClr val="FFFFFF"/>
              </a:solidFill>
            </a:endParaRPr>
          </a:p>
        </p:txBody>
      </p:sp>
    </p:spTree>
    <p:extLst>
      <p:ext uri="{BB962C8B-B14F-4D97-AF65-F5344CB8AC3E}">
        <p14:creationId xmlns:p14="http://schemas.microsoft.com/office/powerpoint/2010/main" val="3400134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3411F-FC48-422F-A402-02B118FB77BE}"/>
              </a:ext>
            </a:extLst>
          </p:cNvPr>
          <p:cNvSpPr>
            <a:spLocks noGrp="1"/>
          </p:cNvSpPr>
          <p:nvPr>
            <p:ph type="title"/>
          </p:nvPr>
        </p:nvSpPr>
        <p:spPr/>
        <p:txBody>
          <a:bodyPr/>
          <a:lstStyle/>
          <a:p>
            <a:r>
              <a:rPr lang="en-US">
                <a:cs typeface="Calibri Light"/>
              </a:rPr>
              <a:t>Indirect Messaging</a:t>
            </a:r>
            <a:endParaRPr lang="en-US"/>
          </a:p>
        </p:txBody>
      </p:sp>
      <p:sp>
        <p:nvSpPr>
          <p:cNvPr id="3" name="Text Placeholder 2">
            <a:extLst>
              <a:ext uri="{FF2B5EF4-FFF2-40B4-BE49-F238E27FC236}">
                <a16:creationId xmlns:a16="http://schemas.microsoft.com/office/drawing/2014/main" id="{6DA48272-9074-4AA7-A423-AC2046402B9D}"/>
              </a:ext>
            </a:extLst>
          </p:cNvPr>
          <p:cNvSpPr>
            <a:spLocks noGrp="1"/>
          </p:cNvSpPr>
          <p:nvPr>
            <p:ph type="body" idx="1"/>
          </p:nvPr>
        </p:nvSpPr>
        <p:spPr/>
        <p:txBody>
          <a:bodyPr vert="horz" lIns="91440" tIns="45720" rIns="91440" bIns="45720" rtlCol="0" anchor="t">
            <a:normAutofit/>
          </a:bodyPr>
          <a:lstStyle/>
          <a:p>
            <a:r>
              <a:rPr lang="en-US">
                <a:cs typeface="Calibri"/>
              </a:rPr>
              <a:t>Publish Subscribe</a:t>
            </a:r>
            <a:endParaRPr lang="en-US"/>
          </a:p>
        </p:txBody>
      </p:sp>
    </p:spTree>
    <p:extLst>
      <p:ext uri="{BB962C8B-B14F-4D97-AF65-F5344CB8AC3E}">
        <p14:creationId xmlns:p14="http://schemas.microsoft.com/office/powerpoint/2010/main" val="368919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Using the “Middleman”</a:t>
            </a:r>
          </a:p>
        </p:txBody>
      </p:sp>
      <p:sp>
        <p:nvSpPr>
          <p:cNvPr id="3" name="Content Placeholder 2"/>
          <p:cNvSpPr>
            <a:spLocks noGrp="1"/>
          </p:cNvSpPr>
          <p:nvPr>
            <p:ph sz="quarter" idx="1"/>
          </p:nvPr>
        </p:nvSpPr>
        <p:spPr>
          <a:xfrm>
            <a:off x="838200" y="1825625"/>
            <a:ext cx="8492672" cy="4351338"/>
          </a:xfrm>
        </p:spPr>
        <p:txBody>
          <a:bodyPr vert="horz" lIns="91440" tIns="45720" rIns="91440" bIns="45720" rtlCol="0" anchor="t">
            <a:normAutofit/>
          </a:bodyPr>
          <a:lstStyle/>
          <a:p>
            <a:pPr marL="388620" lvl="1" indent="-342900">
              <a:buClr>
                <a:schemeClr val="accent1"/>
              </a:buClr>
              <a:buSzPct val="85000"/>
            </a:pPr>
            <a:r>
              <a:rPr lang="en-US" sz="2400" dirty="0"/>
              <a:t>Communication between processes using an intermediary</a:t>
            </a:r>
            <a:endParaRPr lang="en-US">
              <a:cs typeface="Calibri"/>
            </a:endParaRPr>
          </a:p>
          <a:p>
            <a:pPr marL="662940" lvl="2" indent="-342900">
              <a:buClr>
                <a:schemeClr val="accent1"/>
              </a:buClr>
              <a:buSzPct val="85000"/>
            </a:pPr>
            <a:r>
              <a:rPr lang="en-US" dirty="0"/>
              <a:t>Sender </a:t>
            </a:r>
            <a:r>
              <a:rPr lang="en-US" dirty="0">
                <a:sym typeface="Wingdings" pitchFamily="2" charset="2"/>
              </a:rPr>
              <a:t> “</a:t>
            </a:r>
            <a:r>
              <a:rPr lang="en-US" dirty="0">
                <a:solidFill>
                  <a:srgbClr val="0070C0"/>
                </a:solidFill>
              </a:rPr>
              <a:t>The middle-man”</a:t>
            </a:r>
            <a:r>
              <a:rPr lang="en-US" dirty="0"/>
              <a:t> </a:t>
            </a:r>
            <a:r>
              <a:rPr lang="en-US" dirty="0">
                <a:sym typeface="Wingdings" pitchFamily="2" charset="2"/>
              </a:rPr>
              <a:t> Receiver</a:t>
            </a:r>
            <a:endParaRPr lang="en-US" dirty="0">
              <a:cs typeface="Calibri"/>
            </a:endParaRPr>
          </a:p>
          <a:p>
            <a:pPr marL="662940" lvl="2" indent="-342900">
              <a:buClr>
                <a:schemeClr val="accent1"/>
              </a:buClr>
              <a:buSzPct val="85000"/>
            </a:pPr>
            <a:r>
              <a:rPr lang="en-US" dirty="0">
                <a:sym typeface="Wingdings" pitchFamily="2" charset="2"/>
              </a:rPr>
              <a:t>No direct coupling</a:t>
            </a:r>
            <a:endParaRPr lang="en-US" dirty="0">
              <a:cs typeface="Calibri"/>
            </a:endParaRPr>
          </a:p>
          <a:p>
            <a:pPr marL="388620" lvl="1" indent="-342900">
              <a:buClr>
                <a:schemeClr val="accent1"/>
              </a:buClr>
              <a:buSzPct val="85000"/>
            </a:pPr>
            <a:r>
              <a:rPr lang="en-US" dirty="0">
                <a:sym typeface="Wingdings" pitchFamily="2" charset="2"/>
              </a:rPr>
              <a:t>Up to now, only considered Direct Coupling</a:t>
            </a:r>
            <a:endParaRPr lang="en-US" dirty="0">
              <a:cs typeface="Calibri"/>
            </a:endParaRPr>
          </a:p>
          <a:p>
            <a:pPr marL="662940" lvl="2" indent="-342900">
              <a:buClr>
                <a:schemeClr val="accent1"/>
              </a:buClr>
              <a:buSzPct val="85000"/>
            </a:pPr>
            <a:r>
              <a:rPr lang="en-US" dirty="0">
                <a:sym typeface="Wingdings" pitchFamily="2" charset="2"/>
              </a:rPr>
              <a:t>Introduces a degree of rigidity</a:t>
            </a:r>
            <a:endParaRPr lang="en-US" dirty="0">
              <a:cs typeface="Calibri"/>
            </a:endParaRPr>
          </a:p>
          <a:p>
            <a:pPr marL="388620" lvl="1" indent="-342900">
              <a:buClr>
                <a:schemeClr val="accent1"/>
              </a:buClr>
              <a:buSzPct val="85000"/>
            </a:pPr>
            <a:r>
              <a:rPr lang="en-US" dirty="0">
                <a:sym typeface="Wingdings" pitchFamily="2" charset="2"/>
              </a:rPr>
              <a:t>Consider…</a:t>
            </a:r>
            <a:endParaRPr lang="en-US" dirty="0">
              <a:cs typeface="Calibri"/>
            </a:endParaRPr>
          </a:p>
          <a:p>
            <a:pPr marL="662940" lvl="2" indent="-342900">
              <a:buClr>
                <a:schemeClr val="accent1"/>
              </a:buClr>
              <a:buSzPct val="85000"/>
            </a:pPr>
            <a:r>
              <a:rPr lang="en-US" dirty="0">
                <a:sym typeface="Wingdings" pitchFamily="2" charset="2"/>
              </a:rPr>
              <a:t>What happens if a device fails during communication in Direct Coupling?</a:t>
            </a:r>
            <a:endParaRPr lang="en-US" dirty="0">
              <a:cs typeface="Calibri"/>
            </a:endParaRPr>
          </a:p>
          <a:p>
            <a:pPr marL="662940" lvl="2" indent="-342900">
              <a:buClr>
                <a:schemeClr val="accent1"/>
              </a:buClr>
              <a:buSzPct val="85000"/>
            </a:pPr>
            <a:r>
              <a:rPr lang="en-US" dirty="0">
                <a:cs typeface="Calibri"/>
              </a:rPr>
              <a:t>What if you'd like to add</a:t>
            </a:r>
            <a:endParaRPr lang="en-US" dirty="0"/>
          </a:p>
          <a:p>
            <a:pPr marL="388620" lvl="1" indent="-342900">
              <a:buClr>
                <a:schemeClr val="accent1"/>
              </a:buClr>
              <a:buSzPct val="85000"/>
            </a:pPr>
            <a:r>
              <a:rPr lang="en-IE" dirty="0"/>
              <a:t>Two important properties of intermediary in communication</a:t>
            </a:r>
            <a:endParaRPr lang="en-IE" dirty="0">
              <a:cs typeface="Calibri"/>
            </a:endParaRPr>
          </a:p>
          <a:p>
            <a:pPr marL="662940" lvl="2" indent="-342900">
              <a:buClr>
                <a:schemeClr val="accent1"/>
              </a:buClr>
              <a:buSzPct val="85000"/>
            </a:pPr>
            <a:r>
              <a:rPr lang="en-IE" b="1" i="1"/>
              <a:t>Space uncoupling</a:t>
            </a:r>
            <a:r>
              <a:rPr lang="en-IE" i="1">
                <a:cs typeface="Calibri"/>
              </a:rPr>
              <a:t> (devices don't need to "know" about each other)</a:t>
            </a:r>
          </a:p>
          <a:p>
            <a:pPr marL="662940" lvl="2" indent="-342900">
              <a:buClr>
                <a:schemeClr val="accent1"/>
              </a:buClr>
              <a:buSzPct val="85000"/>
            </a:pPr>
            <a:r>
              <a:rPr lang="en-IE" b="1" i="1" dirty="0"/>
              <a:t>Time uncoupling</a:t>
            </a:r>
            <a:r>
              <a:rPr lang="en-IE" i="1" dirty="0">
                <a:cs typeface="Calibri"/>
              </a:rPr>
              <a:t> (devices don't need to be "available" at the same time)</a:t>
            </a:r>
            <a:endParaRPr lang="en-US" dirty="0">
              <a:cs typeface="Calibri"/>
            </a:endParaRPr>
          </a:p>
          <a:p>
            <a:pPr marL="388620" lvl="1" indent="-342900">
              <a:buClr>
                <a:schemeClr val="accent1"/>
              </a:buClr>
              <a:buSzPct val="85000"/>
            </a:pPr>
            <a:endParaRPr lang="en-US" dirty="0">
              <a:cs typeface="Calibri"/>
            </a:endParaRPr>
          </a:p>
          <a:p>
            <a:endParaRPr lang="en-IE" dirty="0"/>
          </a:p>
        </p:txBody>
      </p:sp>
      <p:sp>
        <p:nvSpPr>
          <p:cNvPr id="4" name="Oval 3">
            <a:extLst>
              <a:ext uri="{FF2B5EF4-FFF2-40B4-BE49-F238E27FC236}">
                <a16:creationId xmlns:a16="http://schemas.microsoft.com/office/drawing/2014/main" id="{F54545F6-4827-4A25-9DD8-CE7F42B22E71}"/>
              </a:ext>
            </a:extLst>
          </p:cNvPr>
          <p:cNvSpPr/>
          <p:nvPr/>
        </p:nvSpPr>
        <p:spPr>
          <a:xfrm>
            <a:off x="8623299" y="113937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Calibri"/>
              </a:rPr>
              <a:t>A</a:t>
            </a:r>
            <a:endParaRPr lang="en-US" dirty="0"/>
          </a:p>
        </p:txBody>
      </p:sp>
      <p:sp>
        <p:nvSpPr>
          <p:cNvPr id="5" name="Oval 4">
            <a:extLst>
              <a:ext uri="{FF2B5EF4-FFF2-40B4-BE49-F238E27FC236}">
                <a16:creationId xmlns:a16="http://schemas.microsoft.com/office/drawing/2014/main" id="{3BFB5F3C-72A3-4545-B673-6095924DB902}"/>
              </a:ext>
            </a:extLst>
          </p:cNvPr>
          <p:cNvSpPr/>
          <p:nvPr/>
        </p:nvSpPr>
        <p:spPr>
          <a:xfrm>
            <a:off x="10691584" y="1139369"/>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Calibri"/>
              </a:rPr>
              <a:t>B</a:t>
            </a:r>
            <a:endParaRPr lang="en-US" dirty="0"/>
          </a:p>
        </p:txBody>
      </p:sp>
      <p:sp>
        <p:nvSpPr>
          <p:cNvPr id="6" name="Arrow: Left-Right 5">
            <a:extLst>
              <a:ext uri="{FF2B5EF4-FFF2-40B4-BE49-F238E27FC236}">
                <a16:creationId xmlns:a16="http://schemas.microsoft.com/office/drawing/2014/main" id="{80AFD9B1-0B80-4C9A-8AC4-C788422B5BB8}"/>
              </a:ext>
            </a:extLst>
          </p:cNvPr>
          <p:cNvSpPr/>
          <p:nvPr/>
        </p:nvSpPr>
        <p:spPr>
          <a:xfrm>
            <a:off x="9606353" y="1526612"/>
            <a:ext cx="1025652" cy="13084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200EF63E-FB16-417E-B40F-4DAF270D1EB4}"/>
              </a:ext>
            </a:extLst>
          </p:cNvPr>
          <p:cNvSpPr/>
          <p:nvPr/>
        </p:nvSpPr>
        <p:spPr>
          <a:xfrm>
            <a:off x="8006442" y="2745013"/>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Calibri"/>
              </a:rPr>
              <a:t>A</a:t>
            </a:r>
            <a:endParaRPr lang="en-US" dirty="0"/>
          </a:p>
        </p:txBody>
      </p:sp>
      <p:sp>
        <p:nvSpPr>
          <p:cNvPr id="8" name="Oval 7">
            <a:extLst>
              <a:ext uri="{FF2B5EF4-FFF2-40B4-BE49-F238E27FC236}">
                <a16:creationId xmlns:a16="http://schemas.microsoft.com/office/drawing/2014/main" id="{F685FA65-2633-428C-A74A-5B9E2A4EAFE3}"/>
              </a:ext>
            </a:extLst>
          </p:cNvPr>
          <p:cNvSpPr/>
          <p:nvPr/>
        </p:nvSpPr>
        <p:spPr>
          <a:xfrm>
            <a:off x="11045371" y="2717798"/>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Calibri"/>
              </a:rPr>
              <a:t>B</a:t>
            </a:r>
            <a:endParaRPr lang="en-US" dirty="0"/>
          </a:p>
        </p:txBody>
      </p:sp>
      <p:sp>
        <p:nvSpPr>
          <p:cNvPr id="9" name="Arrow: Left-Right 8">
            <a:extLst>
              <a:ext uri="{FF2B5EF4-FFF2-40B4-BE49-F238E27FC236}">
                <a16:creationId xmlns:a16="http://schemas.microsoft.com/office/drawing/2014/main" id="{18E82F95-A715-46E3-ACD0-337660751C99}"/>
              </a:ext>
            </a:extLst>
          </p:cNvPr>
          <p:cNvSpPr/>
          <p:nvPr/>
        </p:nvSpPr>
        <p:spPr>
          <a:xfrm>
            <a:off x="8944138" y="3132255"/>
            <a:ext cx="490438" cy="13084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BEE1025-3B9F-4A72-B711-7D176BE9DB10}"/>
              </a:ext>
            </a:extLst>
          </p:cNvPr>
          <p:cNvSpPr/>
          <p:nvPr/>
        </p:nvSpPr>
        <p:spPr>
          <a:xfrm>
            <a:off x="9476014" y="2935514"/>
            <a:ext cx="1014186" cy="47897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a:cs typeface="Calibri"/>
              </a:rPr>
              <a:t>Intermediary</a:t>
            </a:r>
            <a:endParaRPr lang="en-US" sz="1600" dirty="0">
              <a:cs typeface="Calibri"/>
            </a:endParaRPr>
          </a:p>
        </p:txBody>
      </p:sp>
      <p:sp>
        <p:nvSpPr>
          <p:cNvPr id="11" name="Arrow: Left-Right 10">
            <a:extLst>
              <a:ext uri="{FF2B5EF4-FFF2-40B4-BE49-F238E27FC236}">
                <a16:creationId xmlns:a16="http://schemas.microsoft.com/office/drawing/2014/main" id="{1F325FA0-F60A-4B3A-B78C-1C4A28F29F61}"/>
              </a:ext>
            </a:extLst>
          </p:cNvPr>
          <p:cNvSpPr/>
          <p:nvPr/>
        </p:nvSpPr>
        <p:spPr>
          <a:xfrm>
            <a:off x="10522567" y="3105040"/>
            <a:ext cx="490438" cy="13084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A5F5013-4235-47F2-8B87-C2D7FC33DA8B}"/>
              </a:ext>
            </a:extLst>
          </p:cNvPr>
          <p:cNvSpPr txBox="1"/>
          <p:nvPr/>
        </p:nvSpPr>
        <p:spPr>
          <a:xfrm>
            <a:off x="8706756" y="796471"/>
            <a:ext cx="2743200" cy="369332"/>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cs typeface="Calibri"/>
              </a:rPr>
              <a:t>Direct Communication</a:t>
            </a:r>
          </a:p>
        </p:txBody>
      </p:sp>
      <p:sp>
        <p:nvSpPr>
          <p:cNvPr id="15" name="TextBox 14">
            <a:extLst>
              <a:ext uri="{FF2B5EF4-FFF2-40B4-BE49-F238E27FC236}">
                <a16:creationId xmlns:a16="http://schemas.microsoft.com/office/drawing/2014/main" id="{CAB994E9-7E7B-43B6-9BF8-D573694EB084}"/>
              </a:ext>
            </a:extLst>
          </p:cNvPr>
          <p:cNvSpPr txBox="1"/>
          <p:nvPr/>
        </p:nvSpPr>
        <p:spPr>
          <a:xfrm>
            <a:off x="8706755" y="2438399"/>
            <a:ext cx="2743200" cy="369332"/>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cs typeface="Calibri"/>
              </a:rPr>
              <a:t>Indirect Communication</a:t>
            </a:r>
          </a:p>
        </p:txBody>
      </p:sp>
    </p:spTree>
    <p:extLst>
      <p:ext uri="{BB962C8B-B14F-4D97-AF65-F5344CB8AC3E}">
        <p14:creationId xmlns:p14="http://schemas.microsoft.com/office/powerpoint/2010/main" val="3968894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Image result for MQTT">
            <a:extLst>
              <a:ext uri="{FF2B5EF4-FFF2-40B4-BE49-F238E27FC236}">
                <a16:creationId xmlns:a16="http://schemas.microsoft.com/office/drawing/2014/main" id="{FBB0F5CB-6430-4725-AECF-67952F3A879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822" r="16584"/>
          <a:stretch/>
        </p:blipFill>
        <p:spPr bwMode="auto">
          <a:xfrm>
            <a:off x="20" y="10"/>
            <a:ext cx="4635571" cy="6857990"/>
          </a:xfrm>
          <a:prstGeom prst="rect">
            <a:avLst/>
          </a:prstGeom>
          <a:noFill/>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388442B-E82A-4B58-BEF1-B46F4F3E9440}"/>
              </a:ext>
            </a:extLst>
          </p:cNvPr>
          <p:cNvSpPr>
            <a:spLocks noGrp="1"/>
          </p:cNvSpPr>
          <p:nvPr>
            <p:ph type="title"/>
          </p:nvPr>
        </p:nvSpPr>
        <p:spPr>
          <a:xfrm>
            <a:off x="4965430" y="629268"/>
            <a:ext cx="6586491" cy="1286160"/>
          </a:xfrm>
        </p:spPr>
        <p:txBody>
          <a:bodyPr anchor="b">
            <a:normAutofit/>
          </a:bodyPr>
          <a:lstStyle/>
          <a:p>
            <a:r>
              <a:rPr lang="en-US" dirty="0"/>
              <a:t>MQTT</a:t>
            </a:r>
            <a:endParaRPr lang="en-IE" dirty="0"/>
          </a:p>
        </p:txBody>
      </p:sp>
      <p:sp>
        <p:nvSpPr>
          <p:cNvPr id="3" name="Content Placeholder 2">
            <a:extLst>
              <a:ext uri="{FF2B5EF4-FFF2-40B4-BE49-F238E27FC236}">
                <a16:creationId xmlns:a16="http://schemas.microsoft.com/office/drawing/2014/main" id="{9883CF6B-E412-4F47-BDB8-3683BF445C73}"/>
              </a:ext>
            </a:extLst>
          </p:cNvPr>
          <p:cNvSpPr>
            <a:spLocks noGrp="1"/>
          </p:cNvSpPr>
          <p:nvPr>
            <p:ph idx="1"/>
          </p:nvPr>
        </p:nvSpPr>
        <p:spPr>
          <a:xfrm>
            <a:off x="4965431" y="2438400"/>
            <a:ext cx="6586489" cy="3785419"/>
          </a:xfrm>
        </p:spPr>
        <p:txBody>
          <a:bodyPr vert="horz" lIns="91440" tIns="45720" rIns="91440" bIns="45720" rtlCol="0" anchor="t">
            <a:normAutofit/>
          </a:bodyPr>
          <a:lstStyle/>
          <a:p>
            <a:r>
              <a:rPr lang="en-IE" sz="2000" dirty="0"/>
              <a:t>MQ Telemetry Transport (MQTT)</a:t>
            </a:r>
          </a:p>
          <a:p>
            <a:r>
              <a:rPr lang="en-IE" sz="2000" dirty="0"/>
              <a:t>Telemetry</a:t>
            </a:r>
          </a:p>
          <a:p>
            <a:pPr lvl="1"/>
            <a:r>
              <a:rPr lang="en-IE" sz="2000" dirty="0"/>
              <a:t>Remote measurements</a:t>
            </a:r>
          </a:p>
          <a:p>
            <a:r>
              <a:rPr lang="en-US" sz="2000" dirty="0"/>
              <a:t>C</a:t>
            </a:r>
            <a:r>
              <a:rPr lang="en-IE" sz="2000" err="1"/>
              <a:t>reated</a:t>
            </a:r>
            <a:r>
              <a:rPr lang="en-IE" sz="2000" dirty="0"/>
              <a:t> by IBM</a:t>
            </a:r>
            <a:endParaRPr lang="en-IE" sz="2000" dirty="0">
              <a:cs typeface="Calibri"/>
            </a:endParaRPr>
          </a:p>
          <a:p>
            <a:pPr lvl="1"/>
            <a:r>
              <a:rPr lang="en-IE" sz="2000" dirty="0"/>
              <a:t>from message queueing (MQ) architecture used by IBM for service oriented networks. </a:t>
            </a:r>
            <a:endParaRPr lang="en-IE" sz="2000" dirty="0">
              <a:cs typeface="Calibri"/>
            </a:endParaRPr>
          </a:p>
          <a:p>
            <a:pPr lvl="1"/>
            <a:r>
              <a:rPr lang="en-IE" sz="2000"/>
              <a:t>Telemetry data goes from devices to a server or </a:t>
            </a:r>
            <a:r>
              <a:rPr lang="en-IE" sz="2000" dirty="0"/>
              <a:t>broker.</a:t>
            </a:r>
            <a:endParaRPr lang="en-IE" sz="2000" dirty="0">
              <a:cs typeface="Calibri"/>
            </a:endParaRPr>
          </a:p>
          <a:p>
            <a:pPr lvl="1"/>
            <a:r>
              <a:rPr lang="en-IE" sz="2000" dirty="0"/>
              <a:t>Uses a </a:t>
            </a:r>
            <a:r>
              <a:rPr lang="en-IE" sz="2000" b="1" dirty="0"/>
              <a:t>publish/subscribe</a:t>
            </a:r>
            <a:r>
              <a:rPr lang="en-IE" sz="2000" dirty="0"/>
              <a:t> mechanism.</a:t>
            </a:r>
            <a:endParaRPr lang="en-IE" sz="2000" dirty="0">
              <a:cs typeface="Calibri"/>
            </a:endParaRPr>
          </a:p>
          <a:p>
            <a:r>
              <a:rPr lang="en-US" sz="2000" dirty="0"/>
              <a:t>Lightweight both in bandwidth and code footprint</a:t>
            </a:r>
            <a:endParaRPr lang="en-IE" sz="2000" dirty="0"/>
          </a:p>
          <a:p>
            <a:endParaRPr lang="en-IE" sz="2000" b="1" dirty="0"/>
          </a:p>
          <a:p>
            <a:endParaRPr lang="en-IE" sz="2000" dirty="0"/>
          </a:p>
        </p:txBody>
      </p:sp>
    </p:spTree>
    <p:extLst>
      <p:ext uri="{BB962C8B-B14F-4D97-AF65-F5344CB8AC3E}">
        <p14:creationId xmlns:p14="http://schemas.microsoft.com/office/powerpoint/2010/main" val="3437201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Image result for MQTT">
            <a:extLst>
              <a:ext uri="{FF2B5EF4-FFF2-40B4-BE49-F238E27FC236}">
                <a16:creationId xmlns:a16="http://schemas.microsoft.com/office/drawing/2014/main" id="{57C523D5-F4B8-46D7-8FF1-65E6DA949C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324" r="-2" b="-2"/>
          <a:stretch/>
        </p:blipFill>
        <p:spPr bwMode="auto">
          <a:xfrm>
            <a:off x="4636008" y="640082"/>
            <a:ext cx="6916329" cy="5577837"/>
          </a:xfrm>
          <a:prstGeom prst="rect">
            <a:avLst/>
          </a:prstGeom>
          <a:noFill/>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63400D0-9859-4C30-A5FB-2EE02EF963FD}"/>
              </a:ext>
            </a:extLst>
          </p:cNvPr>
          <p:cNvSpPr>
            <a:spLocks noGrp="1"/>
          </p:cNvSpPr>
          <p:nvPr>
            <p:ph type="title"/>
          </p:nvPr>
        </p:nvSpPr>
        <p:spPr>
          <a:xfrm>
            <a:off x="648929" y="629266"/>
            <a:ext cx="3667039" cy="1676603"/>
          </a:xfrm>
        </p:spPr>
        <p:txBody>
          <a:bodyPr>
            <a:normAutofit/>
          </a:bodyPr>
          <a:lstStyle/>
          <a:p>
            <a:r>
              <a:rPr lang="en-US" sz="4100"/>
              <a:t>MQTT – publish subscribe</a:t>
            </a:r>
            <a:endParaRPr lang="en-IE" sz="4100"/>
          </a:p>
        </p:txBody>
      </p:sp>
      <p:sp>
        <p:nvSpPr>
          <p:cNvPr id="3" name="Content Placeholder 2">
            <a:extLst>
              <a:ext uri="{FF2B5EF4-FFF2-40B4-BE49-F238E27FC236}">
                <a16:creationId xmlns:a16="http://schemas.microsoft.com/office/drawing/2014/main" id="{9520B847-6B22-4AF2-89CE-66DEA44ED378}"/>
              </a:ext>
            </a:extLst>
          </p:cNvPr>
          <p:cNvSpPr>
            <a:spLocks noGrp="1"/>
          </p:cNvSpPr>
          <p:nvPr>
            <p:ph idx="1"/>
          </p:nvPr>
        </p:nvSpPr>
        <p:spPr>
          <a:xfrm>
            <a:off x="648930" y="2438400"/>
            <a:ext cx="3667037" cy="3785419"/>
          </a:xfrm>
        </p:spPr>
        <p:txBody>
          <a:bodyPr>
            <a:normAutofit/>
          </a:bodyPr>
          <a:lstStyle/>
          <a:p>
            <a:r>
              <a:rPr lang="en-IE" sz="1800" b="1" dirty="0"/>
              <a:t>Topics/Subscriptions:</a:t>
            </a:r>
            <a:r>
              <a:rPr lang="en-IE" sz="1800" dirty="0"/>
              <a:t> Messages are published to topics.</a:t>
            </a:r>
          </a:p>
          <a:p>
            <a:pPr lvl="1"/>
            <a:r>
              <a:rPr lang="en-IE" sz="1800" dirty="0"/>
              <a:t>Clients can subscribe to a topic or a set of related topics</a:t>
            </a:r>
          </a:p>
          <a:p>
            <a:r>
              <a:rPr lang="en-IE" sz="1800" b="1" dirty="0"/>
              <a:t>Publish/Subscribe</a:t>
            </a:r>
            <a:r>
              <a:rPr lang="en-IE" sz="1800" dirty="0"/>
              <a:t>: Clients can subscribe to topics or publish to topics.</a:t>
            </a:r>
          </a:p>
        </p:txBody>
      </p:sp>
    </p:spTree>
    <p:extLst>
      <p:ext uri="{BB962C8B-B14F-4D97-AF65-F5344CB8AC3E}">
        <p14:creationId xmlns:p14="http://schemas.microsoft.com/office/powerpoint/2010/main" val="1619397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Image result for publish subscribe">
            <a:extLst>
              <a:ext uri="{FF2B5EF4-FFF2-40B4-BE49-F238E27FC236}">
                <a16:creationId xmlns:a16="http://schemas.microsoft.com/office/drawing/2014/main" id="{0371F47C-74DF-4843-A93A-CDFEC01CE8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614" y="1692266"/>
            <a:ext cx="4048434" cy="238348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F44F0C1-206B-4F5A-836C-65F43529C365}"/>
              </a:ext>
            </a:extLst>
          </p:cNvPr>
          <p:cNvSpPr>
            <a:spLocks noGrp="1"/>
          </p:cNvSpPr>
          <p:nvPr>
            <p:ph type="title"/>
          </p:nvPr>
        </p:nvSpPr>
        <p:spPr>
          <a:xfrm>
            <a:off x="4681692" y="553999"/>
            <a:ext cx="6428964" cy="1344975"/>
          </a:xfrm>
        </p:spPr>
        <p:txBody>
          <a:bodyPr>
            <a:normAutofit/>
          </a:bodyPr>
          <a:lstStyle/>
          <a:p>
            <a:pPr algn="ctr"/>
            <a:r>
              <a:rPr lang="en-US" sz="4000" dirty="0"/>
              <a:t>Publish Subscribe</a:t>
            </a:r>
            <a:r>
              <a:rPr lang="en-US" sz="4000" dirty="0">
                <a:cs typeface="Calibri Light"/>
              </a:rPr>
              <a:t> Process</a:t>
            </a:r>
            <a:endParaRPr lang="en-IE" sz="4000" dirty="0"/>
          </a:p>
        </p:txBody>
      </p:sp>
      <p:sp>
        <p:nvSpPr>
          <p:cNvPr id="3" name="Content Placeholder 2">
            <a:extLst>
              <a:ext uri="{FF2B5EF4-FFF2-40B4-BE49-F238E27FC236}">
                <a16:creationId xmlns:a16="http://schemas.microsoft.com/office/drawing/2014/main" id="{06CBB98A-64A3-43A2-BB3A-20442B8BA659}"/>
              </a:ext>
            </a:extLst>
          </p:cNvPr>
          <p:cNvSpPr>
            <a:spLocks noGrp="1"/>
          </p:cNvSpPr>
          <p:nvPr>
            <p:ph idx="1"/>
          </p:nvPr>
        </p:nvSpPr>
        <p:spPr>
          <a:xfrm>
            <a:off x="4680998" y="1690442"/>
            <a:ext cx="6932018" cy="4664406"/>
          </a:xfrm>
        </p:spPr>
        <p:txBody>
          <a:bodyPr vert="horz" lIns="91440" tIns="45720" rIns="91440" bIns="45720" rtlCol="0" anchor="t">
            <a:noAutofit/>
          </a:bodyPr>
          <a:lstStyle/>
          <a:p>
            <a:r>
              <a:rPr lang="en-IE" sz="2000" dirty="0"/>
              <a:t>A message is published once</a:t>
            </a:r>
            <a:r>
              <a:rPr lang="en-IE" sz="2000" dirty="0">
                <a:cs typeface="Calibri"/>
              </a:rPr>
              <a:t> by a publisher.</a:t>
            </a:r>
          </a:p>
          <a:p>
            <a:r>
              <a:rPr lang="en-IE" sz="2000" dirty="0"/>
              <a:t>Many things can receive the message. </a:t>
            </a:r>
            <a:endParaRPr lang="en-IE" sz="2000" dirty="0">
              <a:cs typeface="Calibri"/>
            </a:endParaRPr>
          </a:p>
          <a:p>
            <a:r>
              <a:rPr lang="en-IE" sz="2000" dirty="0"/>
              <a:t>The messaging service, or “broker”, provides decoupling between the producer and consumer(s)</a:t>
            </a:r>
            <a:endParaRPr lang="en-IE" sz="2000" dirty="0">
              <a:cs typeface="Calibri"/>
            </a:endParaRPr>
          </a:p>
          <a:p>
            <a:r>
              <a:rPr lang="en-IE" sz="2000" dirty="0"/>
              <a:t>A producer sends (publishes) a message (publication) on a topic (subject)</a:t>
            </a:r>
            <a:endParaRPr lang="en-IE" sz="2000" dirty="0">
              <a:cs typeface="Calibri"/>
            </a:endParaRPr>
          </a:p>
          <a:p>
            <a:r>
              <a:rPr lang="en-IE" sz="2000" dirty="0"/>
              <a:t>A consumer subscribes (makes a subscription) for messages on a topic (subject)</a:t>
            </a:r>
            <a:endParaRPr lang="en-IE" sz="2000" dirty="0">
              <a:cs typeface="Calibri"/>
            </a:endParaRPr>
          </a:p>
          <a:p>
            <a:r>
              <a:rPr lang="en-IE" sz="2000" dirty="0"/>
              <a:t>A message server / broker matches publications to subscriptions</a:t>
            </a:r>
            <a:endParaRPr lang="en-IE" sz="2000" dirty="0">
              <a:cs typeface="Calibri"/>
            </a:endParaRPr>
          </a:p>
          <a:p>
            <a:pPr lvl="1"/>
            <a:r>
              <a:rPr lang="en-IE" sz="2000" dirty="0"/>
              <a:t>If no matches the message is discarded</a:t>
            </a:r>
            <a:endParaRPr lang="en-IE" sz="2000" dirty="0">
              <a:cs typeface="Calibri"/>
            </a:endParaRPr>
          </a:p>
          <a:p>
            <a:pPr lvl="1"/>
            <a:r>
              <a:rPr lang="en-IE" sz="2000" dirty="0"/>
              <a:t>If one or more matches the message is delivered to each matching subscriber/consumer</a:t>
            </a:r>
            <a:endParaRPr lang="en-IE" sz="2000" dirty="0">
              <a:cs typeface="Calibri"/>
            </a:endParaRPr>
          </a:p>
        </p:txBody>
      </p:sp>
    </p:spTree>
    <p:extLst>
      <p:ext uri="{BB962C8B-B14F-4D97-AF65-F5344CB8AC3E}">
        <p14:creationId xmlns:p14="http://schemas.microsoft.com/office/powerpoint/2010/main" val="2356342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312A1-B25F-4988-B69E-6CE5BC0676F2}"/>
              </a:ext>
            </a:extLst>
          </p:cNvPr>
          <p:cNvSpPr>
            <a:spLocks noGrp="1"/>
          </p:cNvSpPr>
          <p:nvPr>
            <p:ph type="title"/>
          </p:nvPr>
        </p:nvSpPr>
        <p:spPr/>
        <p:txBody>
          <a:bodyPr/>
          <a:lstStyle/>
          <a:p>
            <a:r>
              <a:rPr lang="en-IE" dirty="0"/>
              <a:t>Publish-Subscribe Characteristics</a:t>
            </a:r>
          </a:p>
        </p:txBody>
      </p:sp>
      <p:sp>
        <p:nvSpPr>
          <p:cNvPr id="3" name="Content Placeholder 2">
            <a:extLst>
              <a:ext uri="{FF2B5EF4-FFF2-40B4-BE49-F238E27FC236}">
                <a16:creationId xmlns:a16="http://schemas.microsoft.com/office/drawing/2014/main" id="{ABCBA0B6-D0E0-4B08-ADCC-AECA1DACF74E}"/>
              </a:ext>
            </a:extLst>
          </p:cNvPr>
          <p:cNvSpPr>
            <a:spLocks noGrp="1"/>
          </p:cNvSpPr>
          <p:nvPr>
            <p:ph idx="1"/>
          </p:nvPr>
        </p:nvSpPr>
        <p:spPr>
          <a:xfrm>
            <a:off x="838200" y="1480568"/>
            <a:ext cx="10515600" cy="4566998"/>
          </a:xfrm>
        </p:spPr>
        <p:txBody>
          <a:bodyPr/>
          <a:lstStyle/>
          <a:p>
            <a:r>
              <a:rPr lang="en-IE" dirty="0"/>
              <a:t>A published messages may be </a:t>
            </a:r>
            <a:r>
              <a:rPr lang="en-IE" b="1" dirty="0"/>
              <a:t>retained</a:t>
            </a:r>
          </a:p>
          <a:p>
            <a:pPr lvl="1"/>
            <a:r>
              <a:rPr lang="en-IE" dirty="0"/>
              <a:t>A publisher can mark a message as “retained”</a:t>
            </a:r>
          </a:p>
          <a:p>
            <a:pPr lvl="1"/>
            <a:r>
              <a:rPr lang="en-IE" dirty="0"/>
              <a:t>The broker / server remembers the last known good message of a retained topic</a:t>
            </a:r>
          </a:p>
          <a:p>
            <a:pPr lvl="1"/>
            <a:r>
              <a:rPr lang="en-IE" dirty="0"/>
              <a:t>The broker / server gives the last known good message to new subscribers</a:t>
            </a:r>
          </a:p>
          <a:p>
            <a:r>
              <a:rPr lang="en-IE" dirty="0"/>
              <a:t>A Subscription can be </a:t>
            </a:r>
            <a:r>
              <a:rPr lang="en-IE" b="1" dirty="0"/>
              <a:t>durable or non-durable</a:t>
            </a:r>
          </a:p>
          <a:p>
            <a:pPr lvl="1"/>
            <a:r>
              <a:rPr lang="en-IE" dirty="0"/>
              <a:t>Durable: messages forwarded to subscriber immediately, if subscriber not connected, message is stored and forwarded when connected</a:t>
            </a:r>
          </a:p>
          <a:p>
            <a:pPr lvl="1"/>
            <a:r>
              <a:rPr lang="en-IE" dirty="0"/>
              <a:t>Non-Durable: subscription only active when subscriber is connected to the server / broker</a:t>
            </a:r>
          </a:p>
        </p:txBody>
      </p:sp>
    </p:spTree>
    <p:extLst>
      <p:ext uri="{BB962C8B-B14F-4D97-AF65-F5344CB8AC3E}">
        <p14:creationId xmlns:p14="http://schemas.microsoft.com/office/powerpoint/2010/main" val="3409765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233E3-6543-4001-A3C9-DA2FD5BD27A9}"/>
              </a:ext>
            </a:extLst>
          </p:cNvPr>
          <p:cNvSpPr>
            <a:spLocks noGrp="1"/>
          </p:cNvSpPr>
          <p:nvPr>
            <p:ph type="title"/>
          </p:nvPr>
        </p:nvSpPr>
        <p:spPr>
          <a:xfrm>
            <a:off x="838200" y="365125"/>
            <a:ext cx="10515600" cy="1325563"/>
          </a:xfrm>
        </p:spPr>
        <p:txBody>
          <a:bodyPr/>
          <a:lstStyle/>
          <a:p>
            <a:r>
              <a:rPr lang="en-IE" dirty="0"/>
              <a:t>MQTT Characteristics </a:t>
            </a:r>
          </a:p>
        </p:txBody>
      </p:sp>
      <p:sp>
        <p:nvSpPr>
          <p:cNvPr id="3" name="Content Placeholder 2">
            <a:extLst>
              <a:ext uri="{FF2B5EF4-FFF2-40B4-BE49-F238E27FC236}">
                <a16:creationId xmlns:a16="http://schemas.microsoft.com/office/drawing/2014/main" id="{C8A7BF80-DBF3-4957-842A-25F285E67AFF}"/>
              </a:ext>
            </a:extLst>
          </p:cNvPr>
          <p:cNvSpPr>
            <a:spLocks noGrp="1"/>
          </p:cNvSpPr>
          <p:nvPr>
            <p:ph idx="1"/>
          </p:nvPr>
        </p:nvSpPr>
        <p:spPr>
          <a:xfrm>
            <a:off x="593785" y="1696229"/>
            <a:ext cx="6270590" cy="4351338"/>
          </a:xfrm>
        </p:spPr>
        <p:txBody>
          <a:bodyPr vert="horz" lIns="91440" tIns="45720" rIns="91440" bIns="45720" rtlCol="0" anchor="t">
            <a:normAutofit/>
          </a:bodyPr>
          <a:lstStyle/>
          <a:p>
            <a:r>
              <a:rPr lang="en-IE" dirty="0"/>
              <a:t>MQTT protocol compresses to small number of bytes</a:t>
            </a:r>
          </a:p>
          <a:p>
            <a:pPr lvl="1"/>
            <a:r>
              <a:rPr lang="en-IE" dirty="0"/>
              <a:t>Smallest  packet size 2 bytes</a:t>
            </a:r>
          </a:p>
          <a:p>
            <a:pPr lvl="1"/>
            <a:r>
              <a:rPr lang="en-IE" dirty="0"/>
              <a:t>Supports always-connected and sometimes connected</a:t>
            </a:r>
          </a:p>
          <a:p>
            <a:pPr lvl="1"/>
            <a:r>
              <a:rPr lang="en-IE" dirty="0"/>
              <a:t>Provides Session awareness</a:t>
            </a:r>
          </a:p>
          <a:p>
            <a:pPr lvl="1"/>
            <a:r>
              <a:rPr lang="en-IE" dirty="0"/>
              <a:t>“Last will and testament” enable applications to know when a client goes offline abnormally</a:t>
            </a:r>
            <a:endParaRPr lang="en-IE" dirty="0">
              <a:cs typeface="Calibri"/>
            </a:endParaRPr>
          </a:p>
          <a:p>
            <a:pPr lvl="1"/>
            <a:r>
              <a:rPr lang="en-IE" dirty="0"/>
              <a:t>Typically utilises TCP-based networks.</a:t>
            </a:r>
            <a:endParaRPr lang="en-IE" dirty="0">
              <a:cs typeface="Calibri"/>
            </a:endParaRPr>
          </a:p>
        </p:txBody>
      </p:sp>
      <p:pic>
        <p:nvPicPr>
          <p:cNvPr id="8194" name="Picture 2" descr="Image result for MQTT packet size">
            <a:extLst>
              <a:ext uri="{FF2B5EF4-FFF2-40B4-BE49-F238E27FC236}">
                <a16:creationId xmlns:a16="http://schemas.microsoft.com/office/drawing/2014/main" id="{342F0404-C02F-4429-94E5-A94D671367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3348" y="876719"/>
            <a:ext cx="4659989" cy="2558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416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0BC97-4503-4DAD-816E-97C34E777756}"/>
              </a:ext>
            </a:extLst>
          </p:cNvPr>
          <p:cNvSpPr>
            <a:spLocks noGrp="1"/>
          </p:cNvSpPr>
          <p:nvPr>
            <p:ph type="title"/>
          </p:nvPr>
        </p:nvSpPr>
        <p:spPr/>
        <p:txBody>
          <a:bodyPr/>
          <a:lstStyle/>
          <a:p>
            <a:r>
              <a:rPr lang="en-IE"/>
              <a:t>MQTT Characteristics</a:t>
            </a:r>
            <a:endParaRPr lang="en-IE" dirty="0"/>
          </a:p>
        </p:txBody>
      </p:sp>
      <p:sp>
        <p:nvSpPr>
          <p:cNvPr id="3" name="Content Placeholder 2">
            <a:extLst>
              <a:ext uri="{FF2B5EF4-FFF2-40B4-BE49-F238E27FC236}">
                <a16:creationId xmlns:a16="http://schemas.microsoft.com/office/drawing/2014/main" id="{2E34ECF7-A120-4E90-AD3A-8779103610A8}"/>
              </a:ext>
            </a:extLst>
          </p:cNvPr>
          <p:cNvSpPr>
            <a:spLocks noGrp="1"/>
          </p:cNvSpPr>
          <p:nvPr>
            <p:ph idx="1"/>
          </p:nvPr>
        </p:nvSpPr>
        <p:spPr>
          <a:xfrm>
            <a:off x="838200" y="1825625"/>
            <a:ext cx="5825259" cy="4351338"/>
          </a:xfrm>
        </p:spPr>
        <p:txBody>
          <a:bodyPr/>
          <a:lstStyle/>
          <a:p>
            <a:r>
              <a:rPr lang="en-IE" dirty="0"/>
              <a:t>Three quality of service levels:</a:t>
            </a:r>
          </a:p>
          <a:p>
            <a:pPr lvl="1"/>
            <a:r>
              <a:rPr lang="en-IE" dirty="0"/>
              <a:t>0 = At most once (Best effort, No Ack),</a:t>
            </a:r>
          </a:p>
          <a:p>
            <a:pPr lvl="1"/>
            <a:r>
              <a:rPr lang="en-IE" dirty="0"/>
              <a:t>1 = At least once (</a:t>
            </a:r>
            <a:r>
              <a:rPr lang="en-IE" dirty="0" err="1"/>
              <a:t>Acked</a:t>
            </a:r>
            <a:r>
              <a:rPr lang="en-IE" dirty="0"/>
              <a:t>, retransmitted if ack not received),</a:t>
            </a:r>
          </a:p>
          <a:p>
            <a:pPr lvl="1"/>
            <a:r>
              <a:rPr lang="en-IE" dirty="0"/>
              <a:t>2 = Exactly once [Request to send (Publish), Clear-to-send</a:t>
            </a:r>
            <a:r>
              <a:rPr lang="fr-FR" dirty="0"/>
              <a:t>(</a:t>
            </a:r>
            <a:r>
              <a:rPr lang="fr-FR" dirty="0" err="1"/>
              <a:t>Pubrec</a:t>
            </a:r>
            <a:r>
              <a:rPr lang="fr-FR" dirty="0"/>
              <a:t>), message (</a:t>
            </a:r>
            <a:r>
              <a:rPr lang="fr-FR" dirty="0" err="1"/>
              <a:t>Pubrel</a:t>
            </a:r>
            <a:r>
              <a:rPr lang="fr-FR" dirty="0"/>
              <a:t>), </a:t>
            </a:r>
            <a:r>
              <a:rPr lang="fr-FR" dirty="0" err="1"/>
              <a:t>ack</a:t>
            </a:r>
            <a:r>
              <a:rPr lang="fr-FR" dirty="0"/>
              <a:t> (</a:t>
            </a:r>
            <a:r>
              <a:rPr lang="fr-FR" dirty="0" err="1"/>
              <a:t>Pubcomp</a:t>
            </a:r>
            <a:r>
              <a:rPr lang="fr-FR" dirty="0"/>
              <a:t>)]</a:t>
            </a:r>
          </a:p>
          <a:p>
            <a:endParaRPr lang="fr-FR" dirty="0"/>
          </a:p>
        </p:txBody>
      </p:sp>
      <p:pic>
        <p:nvPicPr>
          <p:cNvPr id="1026" name="Picture 2">
            <a:extLst>
              <a:ext uri="{FF2B5EF4-FFF2-40B4-BE49-F238E27FC236}">
                <a16:creationId xmlns:a16="http://schemas.microsoft.com/office/drawing/2014/main" id="{CFA06377-3B66-4DC8-AF63-B154EAD126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3459" y="2098675"/>
            <a:ext cx="4610100" cy="30670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E1CB442-BFF2-4C09-A2DC-52AB52AAB49C}"/>
              </a:ext>
            </a:extLst>
          </p:cNvPr>
          <p:cNvSpPr txBox="1"/>
          <p:nvPr/>
        </p:nvSpPr>
        <p:spPr>
          <a:xfrm>
            <a:off x="6565900" y="5300662"/>
            <a:ext cx="5423729" cy="369332"/>
          </a:xfrm>
          <a:prstGeom prst="rect">
            <a:avLst/>
          </a:prstGeom>
          <a:noFill/>
        </p:spPr>
        <p:txBody>
          <a:bodyPr wrap="none" rtlCol="0">
            <a:spAutoFit/>
          </a:bodyPr>
          <a:lstStyle/>
          <a:p>
            <a:r>
              <a:rPr lang="en-IE" dirty="0"/>
              <a:t>https://dzone.com/articles/internet-things-mqtt-quality</a:t>
            </a:r>
          </a:p>
        </p:txBody>
      </p:sp>
    </p:spTree>
    <p:extLst>
      <p:ext uri="{BB962C8B-B14F-4D97-AF65-F5344CB8AC3E}">
        <p14:creationId xmlns:p14="http://schemas.microsoft.com/office/powerpoint/2010/main" val="1315239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4C0B10B-D2C4-4A54-AFAD-3D27DF88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B6BADB90-C74B-40D6-86DC-503F65FCE8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13" name="Freeform 44">
              <a:extLst>
                <a:ext uri="{FF2B5EF4-FFF2-40B4-BE49-F238E27FC236}">
                  <a16:creationId xmlns:a16="http://schemas.microsoft.com/office/drawing/2014/main" id="{6559431D-1886-4AE0-9B87-9AD2ECAB84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5">
              <a:extLst>
                <a:ext uri="{FF2B5EF4-FFF2-40B4-BE49-F238E27FC236}">
                  <a16:creationId xmlns:a16="http://schemas.microsoft.com/office/drawing/2014/main" id="{373850A5-B04A-4FCD-9E73-EE322167FB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6">
              <a:extLst>
                <a:ext uri="{FF2B5EF4-FFF2-40B4-BE49-F238E27FC236}">
                  <a16:creationId xmlns:a16="http://schemas.microsoft.com/office/drawing/2014/main" id="{82C18C67-80FA-4738-AA53-0AF2419F98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7">
              <a:extLst>
                <a:ext uri="{FF2B5EF4-FFF2-40B4-BE49-F238E27FC236}">
                  <a16:creationId xmlns:a16="http://schemas.microsoft.com/office/drawing/2014/main" id="{48543B1A-8BF5-4C63-8404-41B2EA70B3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Rectangle 16">
              <a:extLst>
                <a:ext uri="{FF2B5EF4-FFF2-40B4-BE49-F238E27FC236}">
                  <a16:creationId xmlns:a16="http://schemas.microsoft.com/office/drawing/2014/main" id="{92DF5096-E051-498C-A3ED-CBA77A813AA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88555081-9559-4E0E-91F8-C7EE655C5518}"/>
              </a:ext>
            </a:extLst>
          </p:cNvPr>
          <p:cNvSpPr>
            <a:spLocks noGrp="1"/>
          </p:cNvSpPr>
          <p:nvPr>
            <p:ph type="title"/>
          </p:nvPr>
        </p:nvSpPr>
        <p:spPr>
          <a:xfrm>
            <a:off x="1047280" y="759805"/>
            <a:ext cx="10306520" cy="1325563"/>
          </a:xfrm>
        </p:spPr>
        <p:txBody>
          <a:bodyPr>
            <a:normAutofit/>
          </a:bodyPr>
          <a:lstStyle/>
          <a:p>
            <a:r>
              <a:rPr lang="en-IE" sz="4000" dirty="0">
                <a:solidFill>
                  <a:srgbClr val="FFFFFF"/>
                </a:solidFill>
              </a:rPr>
              <a:t>MQTT Control Packets</a:t>
            </a:r>
          </a:p>
        </p:txBody>
      </p:sp>
      <p:sp>
        <p:nvSpPr>
          <p:cNvPr id="3" name="Content Placeholder 2">
            <a:extLst>
              <a:ext uri="{FF2B5EF4-FFF2-40B4-BE49-F238E27FC236}">
                <a16:creationId xmlns:a16="http://schemas.microsoft.com/office/drawing/2014/main" id="{5C3063F4-3A19-4946-8D4D-D7B3EE0996D4}"/>
              </a:ext>
            </a:extLst>
          </p:cNvPr>
          <p:cNvSpPr>
            <a:spLocks noGrp="1"/>
          </p:cNvSpPr>
          <p:nvPr>
            <p:ph idx="1"/>
          </p:nvPr>
        </p:nvSpPr>
        <p:spPr>
          <a:xfrm>
            <a:off x="1424904" y="2494450"/>
            <a:ext cx="4053545" cy="3563159"/>
          </a:xfrm>
        </p:spPr>
        <p:txBody>
          <a:bodyPr>
            <a:normAutofit/>
          </a:bodyPr>
          <a:lstStyle/>
          <a:p>
            <a:r>
              <a:rPr lang="en-GB" sz="2200" b="0" i="0">
                <a:effectLst/>
                <a:latin typeface="Arial" panose="020B0604020202020204" pitchFamily="34" charset="0"/>
              </a:rPr>
              <a:t>The MQTT protocol uses MQTT Control Packets using the Control Header.</a:t>
            </a:r>
          </a:p>
          <a:p>
            <a:r>
              <a:rPr lang="en-GB" sz="2200" b="0" i="0">
                <a:effectLst/>
                <a:latin typeface="Arial" panose="020B0604020202020204" pitchFamily="34" charset="0"/>
              </a:rPr>
              <a:t>Control Packet consists of three parts:</a:t>
            </a:r>
          </a:p>
          <a:p>
            <a:pPr lvl="1"/>
            <a:r>
              <a:rPr lang="en-GB" sz="2200" b="0" i="0">
                <a:effectLst/>
                <a:latin typeface="Arial" panose="020B0604020202020204" pitchFamily="34" charset="0"/>
              </a:rPr>
              <a:t> </a:t>
            </a:r>
            <a:r>
              <a:rPr lang="en-GB" sz="2200" b="0" i="1">
                <a:effectLst/>
                <a:latin typeface="Arial" panose="020B0604020202020204" pitchFamily="34" charset="0"/>
              </a:rPr>
              <a:t>fixed header</a:t>
            </a:r>
            <a:r>
              <a:rPr lang="en-GB" sz="2200" b="0" i="0">
                <a:effectLst/>
                <a:latin typeface="Arial" panose="020B0604020202020204" pitchFamily="34" charset="0"/>
              </a:rPr>
              <a:t>(present in all packets), </a:t>
            </a:r>
          </a:p>
          <a:p>
            <a:pPr lvl="1"/>
            <a:r>
              <a:rPr lang="en-GB" sz="2200" b="0" i="1">
                <a:effectLst/>
                <a:latin typeface="Arial" panose="020B0604020202020204" pitchFamily="34" charset="0"/>
              </a:rPr>
              <a:t>variable header</a:t>
            </a:r>
            <a:r>
              <a:rPr lang="en-GB" sz="2200" b="0" i="0">
                <a:effectLst/>
                <a:latin typeface="Arial" panose="020B0604020202020204" pitchFamily="34" charset="0"/>
              </a:rPr>
              <a:t>(optional)</a:t>
            </a:r>
          </a:p>
          <a:p>
            <a:pPr lvl="1"/>
            <a:r>
              <a:rPr lang="en-GB" sz="2200" b="0" i="1">
                <a:effectLst/>
                <a:latin typeface="Arial" panose="020B0604020202020204" pitchFamily="34" charset="0"/>
              </a:rPr>
              <a:t>Payload</a:t>
            </a:r>
            <a:r>
              <a:rPr lang="en-GB" sz="2200" b="0" i="0">
                <a:effectLst/>
                <a:latin typeface="Arial" panose="020B0604020202020204" pitchFamily="34" charset="0"/>
              </a:rPr>
              <a:t>(optional)</a:t>
            </a:r>
            <a:endParaRPr lang="en-IE" sz="2200"/>
          </a:p>
        </p:txBody>
      </p:sp>
      <p:pic>
        <p:nvPicPr>
          <p:cNvPr id="5" name="Picture 4">
            <a:extLst>
              <a:ext uri="{FF2B5EF4-FFF2-40B4-BE49-F238E27FC236}">
                <a16:creationId xmlns:a16="http://schemas.microsoft.com/office/drawing/2014/main" id="{7DD94B1C-BDB4-42B8-9A4D-465324CBF2B6}"/>
              </a:ext>
            </a:extLst>
          </p:cNvPr>
          <p:cNvPicPr>
            <a:picLocks noChangeAspect="1"/>
          </p:cNvPicPr>
          <p:nvPr/>
        </p:nvPicPr>
        <p:blipFill rotWithShape="1">
          <a:blip r:embed="rId2"/>
          <a:srcRect l="2765" r="18055" b="-2"/>
          <a:stretch/>
        </p:blipFill>
        <p:spPr>
          <a:xfrm>
            <a:off x="6098892" y="2492376"/>
            <a:ext cx="4802404" cy="3563372"/>
          </a:xfrm>
          <a:prstGeom prst="rect">
            <a:avLst/>
          </a:prstGeom>
        </p:spPr>
      </p:pic>
      <p:sp>
        <p:nvSpPr>
          <p:cNvPr id="6" name="TextBox 5">
            <a:extLst>
              <a:ext uri="{FF2B5EF4-FFF2-40B4-BE49-F238E27FC236}">
                <a16:creationId xmlns:a16="http://schemas.microsoft.com/office/drawing/2014/main" id="{C2A6CCA9-4612-40EE-9121-84F63007E5F3}"/>
              </a:ext>
            </a:extLst>
          </p:cNvPr>
          <p:cNvSpPr txBox="1"/>
          <p:nvPr/>
        </p:nvSpPr>
        <p:spPr>
          <a:xfrm>
            <a:off x="149845" y="6404454"/>
            <a:ext cx="12101390" cy="369332"/>
          </a:xfrm>
          <a:prstGeom prst="rect">
            <a:avLst/>
          </a:prstGeom>
          <a:noFill/>
        </p:spPr>
        <p:txBody>
          <a:bodyPr wrap="none" rtlCol="0">
            <a:spAutoFit/>
          </a:bodyPr>
          <a:lstStyle/>
          <a:p>
            <a:r>
              <a:rPr lang="en-IE" dirty="0"/>
              <a:t>https://docs.devicewise.com/Content/Products/IoT_Portal_API_Reference_Guide/MQTT_Interface/MQTT-Control-Packets.htm</a:t>
            </a:r>
          </a:p>
        </p:txBody>
      </p:sp>
    </p:spTree>
    <p:extLst>
      <p:ext uri="{BB962C8B-B14F-4D97-AF65-F5344CB8AC3E}">
        <p14:creationId xmlns:p14="http://schemas.microsoft.com/office/powerpoint/2010/main" val="1436555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19312-0C74-4ED4-A7B9-D2CA953D88F1}"/>
              </a:ext>
            </a:extLst>
          </p:cNvPr>
          <p:cNvSpPr>
            <a:spLocks noGrp="1"/>
          </p:cNvSpPr>
          <p:nvPr>
            <p:ph type="title"/>
          </p:nvPr>
        </p:nvSpPr>
        <p:spPr/>
        <p:txBody>
          <a:bodyPr/>
          <a:lstStyle/>
          <a:p>
            <a:r>
              <a:rPr lang="en-IE" dirty="0"/>
              <a:t>MQTT Control Packets</a:t>
            </a:r>
          </a:p>
        </p:txBody>
      </p:sp>
      <p:sp>
        <p:nvSpPr>
          <p:cNvPr id="3" name="Content Placeholder 2">
            <a:extLst>
              <a:ext uri="{FF2B5EF4-FFF2-40B4-BE49-F238E27FC236}">
                <a16:creationId xmlns:a16="http://schemas.microsoft.com/office/drawing/2014/main" id="{EF467918-0ABA-43D7-AE86-4186B5458FAE}"/>
              </a:ext>
            </a:extLst>
          </p:cNvPr>
          <p:cNvSpPr>
            <a:spLocks noGrp="1"/>
          </p:cNvSpPr>
          <p:nvPr>
            <p:ph idx="1"/>
          </p:nvPr>
        </p:nvSpPr>
        <p:spPr/>
        <p:txBody>
          <a:bodyPr/>
          <a:lstStyle/>
          <a:p>
            <a:r>
              <a:rPr lang="en-IE" dirty="0"/>
              <a:t>MQTT Control Packet Types</a:t>
            </a:r>
            <a:br>
              <a:rPr lang="en-IE" dirty="0"/>
            </a:br>
            <a:endParaRPr lang="en-IE" dirty="0"/>
          </a:p>
        </p:txBody>
      </p:sp>
      <p:pic>
        <p:nvPicPr>
          <p:cNvPr id="7" name="Picture 6">
            <a:extLst>
              <a:ext uri="{FF2B5EF4-FFF2-40B4-BE49-F238E27FC236}">
                <a16:creationId xmlns:a16="http://schemas.microsoft.com/office/drawing/2014/main" id="{2C3B2DB1-7781-473D-933F-D707FF146BB3}"/>
              </a:ext>
            </a:extLst>
          </p:cNvPr>
          <p:cNvPicPr>
            <a:picLocks noChangeAspect="1"/>
          </p:cNvPicPr>
          <p:nvPr/>
        </p:nvPicPr>
        <p:blipFill>
          <a:blip r:embed="rId2"/>
          <a:stretch>
            <a:fillRect/>
          </a:stretch>
        </p:blipFill>
        <p:spPr>
          <a:xfrm>
            <a:off x="524163" y="3111500"/>
            <a:ext cx="10906125" cy="3200400"/>
          </a:xfrm>
          <a:prstGeom prst="rect">
            <a:avLst/>
          </a:prstGeom>
        </p:spPr>
      </p:pic>
    </p:spTree>
    <p:extLst>
      <p:ext uri="{BB962C8B-B14F-4D97-AF65-F5344CB8AC3E}">
        <p14:creationId xmlns:p14="http://schemas.microsoft.com/office/powerpoint/2010/main" val="350703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13"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Rectangle 16">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E269B4D0-270A-474D-AFC1-3B5D053C9EA3}"/>
              </a:ext>
            </a:extLst>
          </p:cNvPr>
          <p:cNvSpPr>
            <a:spLocks noGrp="1"/>
          </p:cNvSpPr>
          <p:nvPr>
            <p:ph type="title"/>
          </p:nvPr>
        </p:nvSpPr>
        <p:spPr>
          <a:xfrm>
            <a:off x="1047280" y="759805"/>
            <a:ext cx="10306520" cy="1325563"/>
          </a:xfrm>
        </p:spPr>
        <p:txBody>
          <a:bodyPr>
            <a:normAutofit/>
          </a:bodyPr>
          <a:lstStyle/>
          <a:p>
            <a:r>
              <a:rPr lang="en-IE" sz="4000">
                <a:solidFill>
                  <a:srgbClr val="FFFFFF"/>
                </a:solidFill>
              </a:rPr>
              <a:t>MQTT Last Will and Testament</a:t>
            </a:r>
          </a:p>
        </p:txBody>
      </p:sp>
      <p:sp>
        <p:nvSpPr>
          <p:cNvPr id="3" name="Content Placeholder 2">
            <a:extLst>
              <a:ext uri="{FF2B5EF4-FFF2-40B4-BE49-F238E27FC236}">
                <a16:creationId xmlns:a16="http://schemas.microsoft.com/office/drawing/2014/main" id="{E86EC927-225E-4097-9880-F8D42CE42BEB}"/>
              </a:ext>
            </a:extLst>
          </p:cNvPr>
          <p:cNvSpPr>
            <a:spLocks noGrp="1"/>
          </p:cNvSpPr>
          <p:nvPr>
            <p:ph idx="1"/>
          </p:nvPr>
        </p:nvSpPr>
        <p:spPr>
          <a:xfrm>
            <a:off x="1424904" y="2494450"/>
            <a:ext cx="4053545" cy="3563159"/>
          </a:xfrm>
        </p:spPr>
        <p:txBody>
          <a:bodyPr>
            <a:normAutofit/>
          </a:bodyPr>
          <a:lstStyle/>
          <a:p>
            <a:r>
              <a:rPr lang="en-GB" sz="1700"/>
              <a:t>Notify other clients about an ungraceful disconnected client. </a:t>
            </a:r>
          </a:p>
          <a:p>
            <a:r>
              <a:rPr lang="en-GB" sz="1700"/>
              <a:t>Client can specify its last will message when it connects to a broker.</a:t>
            </a:r>
          </a:p>
          <a:p>
            <a:pPr lvl="1"/>
            <a:r>
              <a:rPr lang="en-GB" sz="1700"/>
              <a:t>normal MQTT message with a topic, retained message flag, QoS, and payload</a:t>
            </a:r>
          </a:p>
          <a:p>
            <a:pPr lvl="1"/>
            <a:r>
              <a:rPr lang="en-GB" sz="1700"/>
              <a:t>When an “ungraceful disconnect” occurs, the broker sends the last-will message to all subscribed clients of the last-will message topic.</a:t>
            </a:r>
          </a:p>
          <a:p>
            <a:endParaRPr lang="en-IE" sz="1700"/>
          </a:p>
        </p:txBody>
      </p:sp>
      <p:pic>
        <p:nvPicPr>
          <p:cNvPr id="5" name="Picture 4" descr="Graphical user interface, application&#10;&#10;Description automatically generated">
            <a:extLst>
              <a:ext uri="{FF2B5EF4-FFF2-40B4-BE49-F238E27FC236}">
                <a16:creationId xmlns:a16="http://schemas.microsoft.com/office/drawing/2014/main" id="{69ECA277-84B1-4416-B5B7-7D617B88EAA1}"/>
              </a:ext>
            </a:extLst>
          </p:cNvPr>
          <p:cNvPicPr>
            <a:picLocks noChangeAspect="1"/>
          </p:cNvPicPr>
          <p:nvPr/>
        </p:nvPicPr>
        <p:blipFill>
          <a:blip r:embed="rId2"/>
          <a:stretch>
            <a:fillRect/>
          </a:stretch>
        </p:blipFill>
        <p:spPr>
          <a:xfrm>
            <a:off x="6098892" y="2893371"/>
            <a:ext cx="4802404" cy="2761382"/>
          </a:xfrm>
          <a:prstGeom prst="rect">
            <a:avLst/>
          </a:prstGeom>
        </p:spPr>
      </p:pic>
      <p:sp>
        <p:nvSpPr>
          <p:cNvPr id="18" name="TextBox 17">
            <a:extLst>
              <a:ext uri="{FF2B5EF4-FFF2-40B4-BE49-F238E27FC236}">
                <a16:creationId xmlns:a16="http://schemas.microsoft.com/office/drawing/2014/main" id="{CD1975B4-3CCC-4500-8394-3F166D7536F9}"/>
              </a:ext>
            </a:extLst>
          </p:cNvPr>
          <p:cNvSpPr txBox="1"/>
          <p:nvPr/>
        </p:nvSpPr>
        <p:spPr>
          <a:xfrm>
            <a:off x="1926803" y="6057609"/>
            <a:ext cx="9296400" cy="369332"/>
          </a:xfrm>
          <a:prstGeom prst="rect">
            <a:avLst/>
          </a:prstGeom>
          <a:noFill/>
        </p:spPr>
        <p:txBody>
          <a:bodyPr wrap="square">
            <a:spAutoFit/>
          </a:bodyPr>
          <a:lstStyle/>
          <a:p>
            <a:r>
              <a:rPr lang="en-IE" dirty="0"/>
              <a:t>https://www.hivemq.com/blog/mqtt-essentials-part-9-last-will-and-testament/</a:t>
            </a:r>
          </a:p>
        </p:txBody>
      </p:sp>
    </p:spTree>
    <p:extLst>
      <p:ext uri="{BB962C8B-B14F-4D97-AF65-F5344CB8AC3E}">
        <p14:creationId xmlns:p14="http://schemas.microsoft.com/office/powerpoint/2010/main" val="2330902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Image result for hivemq">
            <a:extLst>
              <a:ext uri="{FF2B5EF4-FFF2-40B4-BE49-F238E27FC236}">
                <a16:creationId xmlns:a16="http://schemas.microsoft.com/office/drawing/2014/main" id="{ADBCBA26-B4B9-450F-814F-457C22B175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22987" y="4452055"/>
            <a:ext cx="1765864" cy="1765864"/>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mage result for mosquitto">
            <a:extLst>
              <a:ext uri="{FF2B5EF4-FFF2-40B4-BE49-F238E27FC236}">
                <a16:creationId xmlns:a16="http://schemas.microsoft.com/office/drawing/2014/main" id="{0FEFF5BB-3A55-477C-BB1F-B33EF7970B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3401" y="306909"/>
            <a:ext cx="1785027" cy="1758252"/>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https://www.cloudmqtt.com/images/iot.png">
            <a:extLst>
              <a:ext uri="{FF2B5EF4-FFF2-40B4-BE49-F238E27FC236}">
                <a16:creationId xmlns:a16="http://schemas.microsoft.com/office/drawing/2014/main" id="{B3AC16E2-1E4A-4489-9176-06E908BE43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71545" y="2386895"/>
            <a:ext cx="3258743" cy="174342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C207FB7-6E4F-47A5-88EE-A677698E6C4E}"/>
              </a:ext>
            </a:extLst>
          </p:cNvPr>
          <p:cNvSpPr>
            <a:spLocks noGrp="1"/>
          </p:cNvSpPr>
          <p:nvPr>
            <p:ph type="title"/>
          </p:nvPr>
        </p:nvSpPr>
        <p:spPr>
          <a:xfrm>
            <a:off x="821516" y="640263"/>
            <a:ext cx="6713140" cy="1344975"/>
          </a:xfrm>
        </p:spPr>
        <p:txBody>
          <a:bodyPr>
            <a:normAutofit/>
          </a:bodyPr>
          <a:lstStyle/>
          <a:p>
            <a:r>
              <a:rPr lang="en-US" sz="4000"/>
              <a:t>MQTT is Open Source</a:t>
            </a:r>
            <a:endParaRPr lang="en-IE" sz="4000"/>
          </a:p>
        </p:txBody>
      </p:sp>
      <p:sp>
        <p:nvSpPr>
          <p:cNvPr id="3" name="Content Placeholder 2">
            <a:extLst>
              <a:ext uri="{FF2B5EF4-FFF2-40B4-BE49-F238E27FC236}">
                <a16:creationId xmlns:a16="http://schemas.microsoft.com/office/drawing/2014/main" id="{540F8107-B101-4E61-9184-82ADE241D2F6}"/>
              </a:ext>
            </a:extLst>
          </p:cNvPr>
          <p:cNvSpPr>
            <a:spLocks noGrp="1"/>
          </p:cNvSpPr>
          <p:nvPr>
            <p:ph idx="1"/>
          </p:nvPr>
        </p:nvSpPr>
        <p:spPr>
          <a:xfrm>
            <a:off x="821514" y="2121762"/>
            <a:ext cx="6723145" cy="3626917"/>
          </a:xfrm>
        </p:spPr>
        <p:txBody>
          <a:bodyPr vert="horz" lIns="91440" tIns="45720" rIns="91440" bIns="45720" rtlCol="0" anchor="t">
            <a:normAutofit/>
          </a:bodyPr>
          <a:lstStyle/>
          <a:p>
            <a:r>
              <a:rPr lang="en-US" sz="2400" dirty="0"/>
              <a:t>Lots of implementations:</a:t>
            </a:r>
          </a:p>
          <a:p>
            <a:pPr lvl="2"/>
            <a:r>
              <a:rPr lang="en-IE" sz="2400" err="1"/>
              <a:t>Mosquitto</a:t>
            </a:r>
            <a:endParaRPr lang="en-IE" sz="2400"/>
          </a:p>
          <a:p>
            <a:pPr lvl="2"/>
            <a:r>
              <a:rPr lang="en-IE" sz="2400" dirty="0"/>
              <a:t>Micro broker</a:t>
            </a:r>
          </a:p>
          <a:p>
            <a:pPr lvl="2"/>
            <a:r>
              <a:rPr lang="en-IE" sz="2400" dirty="0"/>
              <a:t>Really small message broker (RSMB): C</a:t>
            </a:r>
          </a:p>
          <a:p>
            <a:pPr lvl="2"/>
            <a:r>
              <a:rPr lang="en-US" sz="2400"/>
              <a:t>Cloud broker services</a:t>
            </a:r>
            <a:endParaRPr lang="en-IE" sz="2400" dirty="0"/>
          </a:p>
        </p:txBody>
      </p:sp>
    </p:spTree>
    <p:extLst>
      <p:ext uri="{BB962C8B-B14F-4D97-AF65-F5344CB8AC3E}">
        <p14:creationId xmlns:p14="http://schemas.microsoft.com/office/powerpoint/2010/main" val="1378384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47F88-2A19-4353-8CCE-E88B43587711}"/>
              </a:ext>
            </a:extLst>
          </p:cNvPr>
          <p:cNvSpPr>
            <a:spLocks noGrp="1"/>
          </p:cNvSpPr>
          <p:nvPr>
            <p:ph type="title"/>
          </p:nvPr>
        </p:nvSpPr>
        <p:spPr>
          <a:xfrm>
            <a:off x="838200" y="365125"/>
            <a:ext cx="10515600" cy="1325563"/>
          </a:xfrm>
        </p:spPr>
        <p:txBody>
          <a:bodyPr>
            <a:normAutofit/>
          </a:bodyPr>
          <a:lstStyle/>
          <a:p>
            <a:r>
              <a:rPr lang="en-IE"/>
              <a:t>MQTT vs HTTP</a:t>
            </a:r>
          </a:p>
        </p:txBody>
      </p:sp>
      <p:sp>
        <p:nvSpPr>
          <p:cNvPr id="3" name="Content Placeholder 2">
            <a:extLst>
              <a:ext uri="{FF2B5EF4-FFF2-40B4-BE49-F238E27FC236}">
                <a16:creationId xmlns:a16="http://schemas.microsoft.com/office/drawing/2014/main" id="{1A9DED32-73AB-4DAD-AEDA-3609E639ADD4}"/>
              </a:ext>
            </a:extLst>
          </p:cNvPr>
          <p:cNvSpPr>
            <a:spLocks noGrp="1"/>
          </p:cNvSpPr>
          <p:nvPr>
            <p:ph idx="1"/>
          </p:nvPr>
        </p:nvSpPr>
        <p:spPr>
          <a:xfrm>
            <a:off x="838200" y="2015406"/>
            <a:ext cx="11107514" cy="4065986"/>
          </a:xfrm>
        </p:spPr>
        <p:txBody>
          <a:bodyPr anchor="t">
            <a:normAutofit/>
          </a:bodyPr>
          <a:lstStyle/>
          <a:p>
            <a:r>
              <a:rPr lang="en-IE" dirty="0"/>
              <a:t>Push delivery of messages / data / events</a:t>
            </a:r>
            <a:endParaRPr lang="en-IE" dirty="0">
              <a:cs typeface="Calibri"/>
            </a:endParaRPr>
          </a:p>
          <a:p>
            <a:pPr lvl="1"/>
            <a:r>
              <a:rPr lang="en-IE" sz="2800" dirty="0"/>
              <a:t>MQTT – low latency push delivery of messages from client to server and </a:t>
            </a:r>
            <a:r>
              <a:rPr lang="en-IE" sz="2800" b="1" dirty="0"/>
              <a:t>server to client. </a:t>
            </a:r>
            <a:r>
              <a:rPr lang="en-IE" sz="2800" dirty="0"/>
              <a:t>Helps bring an event oriented architecture to the web</a:t>
            </a:r>
            <a:endParaRPr lang="en-IE" sz="2800" dirty="0">
              <a:cs typeface="Calibri"/>
            </a:endParaRPr>
          </a:p>
          <a:p>
            <a:pPr lvl="1"/>
            <a:r>
              <a:rPr lang="en-IE" sz="2800" dirty="0"/>
              <a:t>HTTP – push from client to server but poll from server to client</a:t>
            </a:r>
            <a:endParaRPr lang="en-IE" sz="2800" dirty="0">
              <a:cs typeface="Calibri"/>
            </a:endParaRPr>
          </a:p>
          <a:p>
            <a:r>
              <a:rPr lang="en-IE" dirty="0"/>
              <a:t>Reliable delivery over fragile network</a:t>
            </a:r>
            <a:endParaRPr lang="en-IE" dirty="0">
              <a:cs typeface="Calibri"/>
            </a:endParaRPr>
          </a:p>
          <a:p>
            <a:pPr lvl="1"/>
            <a:r>
              <a:rPr lang="en-IE" sz="2800" dirty="0"/>
              <a:t>MQTT will deliver message to QOS even </a:t>
            </a:r>
            <a:r>
              <a:rPr lang="en-IE" sz="2800" b="1" dirty="0"/>
              <a:t>across connection breaks</a:t>
            </a:r>
            <a:endParaRPr lang="en-IE" sz="2800" b="1" dirty="0">
              <a:cs typeface="Calibri"/>
            </a:endParaRPr>
          </a:p>
          <a:p>
            <a:pPr lvl="1"/>
            <a:r>
              <a:rPr lang="en-IE" sz="2800" dirty="0"/>
              <a:t>Decoupling and publish subscribe – </a:t>
            </a:r>
            <a:r>
              <a:rPr lang="en-IE" sz="2800" b="1" dirty="0"/>
              <a:t>one to many delivery</a:t>
            </a:r>
            <a:endParaRPr lang="en-IE" sz="2800" dirty="0">
              <a:cs typeface="Calibri"/>
            </a:endParaRPr>
          </a:p>
        </p:txBody>
      </p:sp>
      <p:sp>
        <p:nvSpPr>
          <p:cNvPr id="4" name="Footer Placeholder 3">
            <a:extLst>
              <a:ext uri="{FF2B5EF4-FFF2-40B4-BE49-F238E27FC236}">
                <a16:creationId xmlns:a16="http://schemas.microsoft.com/office/drawing/2014/main" id="{A3EAD3D3-C3E1-4217-AEC7-519ED9BCAEC0}"/>
              </a:ext>
            </a:extLst>
          </p:cNvPr>
          <p:cNvSpPr>
            <a:spLocks noGrp="1"/>
          </p:cNvSpPr>
          <p:nvPr>
            <p:ph type="ftr" sz="quarter" idx="11"/>
          </p:nvPr>
        </p:nvSpPr>
        <p:spPr>
          <a:xfrm>
            <a:off x="5618746" y="6356350"/>
            <a:ext cx="4181571" cy="365125"/>
          </a:xfrm>
          <a:effectLst/>
        </p:spPr>
        <p:txBody>
          <a:bodyPr anchor="ctr">
            <a:normAutofit/>
          </a:bodyPr>
          <a:lstStyle/>
          <a:p>
            <a:pPr algn="l">
              <a:spcAft>
                <a:spcPts val="600"/>
              </a:spcAft>
            </a:pPr>
            <a:r>
              <a:rPr lang="en-IE"/>
              <a:t>http://stephendnicholas.com/archives/1217</a:t>
            </a:r>
          </a:p>
        </p:txBody>
      </p:sp>
    </p:spTree>
    <p:extLst>
      <p:ext uri="{BB962C8B-B14F-4D97-AF65-F5344CB8AC3E}">
        <p14:creationId xmlns:p14="http://schemas.microsoft.com/office/powerpoint/2010/main" val="3058836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11B66-640A-4B9D-84BD-35940EE08F7C}"/>
              </a:ext>
            </a:extLst>
          </p:cNvPr>
          <p:cNvSpPr>
            <a:spLocks noGrp="1"/>
          </p:cNvSpPr>
          <p:nvPr>
            <p:ph type="title"/>
          </p:nvPr>
        </p:nvSpPr>
        <p:spPr/>
        <p:txBody>
          <a:bodyPr/>
          <a:lstStyle/>
          <a:p>
            <a:r>
              <a:rPr lang="en-IE" dirty="0"/>
              <a:t>MQTT vs HTTP</a:t>
            </a:r>
          </a:p>
        </p:txBody>
      </p:sp>
      <p:pic>
        <p:nvPicPr>
          <p:cNvPr id="4" name="Content Placeholder 3">
            <a:extLst>
              <a:ext uri="{FF2B5EF4-FFF2-40B4-BE49-F238E27FC236}">
                <a16:creationId xmlns:a16="http://schemas.microsoft.com/office/drawing/2014/main" id="{622D3414-829A-42E4-8C5B-27B5B29F3926}"/>
              </a:ext>
            </a:extLst>
          </p:cNvPr>
          <p:cNvPicPr>
            <a:picLocks noGrp="1" noChangeAspect="1"/>
          </p:cNvPicPr>
          <p:nvPr>
            <p:ph idx="1"/>
          </p:nvPr>
        </p:nvPicPr>
        <p:blipFill>
          <a:blip r:embed="rId2"/>
          <a:stretch>
            <a:fillRect/>
          </a:stretch>
        </p:blipFill>
        <p:spPr>
          <a:xfrm>
            <a:off x="1479628" y="1690688"/>
            <a:ext cx="8049457" cy="3719647"/>
          </a:xfrm>
          <a:prstGeom prst="rect">
            <a:avLst/>
          </a:prstGeom>
        </p:spPr>
      </p:pic>
    </p:spTree>
    <p:extLst>
      <p:ext uri="{BB962C8B-B14F-4D97-AF65-F5344CB8AC3E}">
        <p14:creationId xmlns:p14="http://schemas.microsoft.com/office/powerpoint/2010/main" val="3743825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 screenshot of a cell phone&#10;&#10;Description generated with very high confidence">
            <a:extLst>
              <a:ext uri="{FF2B5EF4-FFF2-40B4-BE49-F238E27FC236}">
                <a16:creationId xmlns:a16="http://schemas.microsoft.com/office/drawing/2014/main" id="{D53B44DC-038F-4413-9094-5B85FDA2B6D2}"/>
              </a:ext>
            </a:extLst>
          </p:cNvPr>
          <p:cNvPicPr>
            <a:picLocks noChangeAspect="1"/>
          </p:cNvPicPr>
          <p:nvPr/>
        </p:nvPicPr>
        <p:blipFill>
          <a:blip r:embed="rId2"/>
          <a:stretch>
            <a:fillRect/>
          </a:stretch>
        </p:blipFill>
        <p:spPr>
          <a:xfrm>
            <a:off x="639691" y="1080114"/>
            <a:ext cx="10576969" cy="4100956"/>
          </a:xfrm>
          <a:prstGeom prst="rect">
            <a:avLst/>
          </a:prstGeom>
        </p:spPr>
      </p:pic>
      <p:sp>
        <p:nvSpPr>
          <p:cNvPr id="8" name="TextBox 1">
            <a:extLst>
              <a:ext uri="{FF2B5EF4-FFF2-40B4-BE49-F238E27FC236}">
                <a16:creationId xmlns:a16="http://schemas.microsoft.com/office/drawing/2014/main" id="{3A4E2292-8C00-45E8-8886-07A8F1604469}"/>
              </a:ext>
            </a:extLst>
          </p:cNvPr>
          <p:cNvSpPr txBox="1"/>
          <p:nvPr/>
        </p:nvSpPr>
        <p:spPr>
          <a:xfrm>
            <a:off x="2343509" y="5515154"/>
            <a:ext cx="6383547" cy="646331"/>
          </a:xfrm>
          <a:prstGeom prst="rect">
            <a:avLst/>
          </a:prstGeom>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22222"/>
                </a:solidFill>
                <a:latin typeface="arial"/>
                <a:cs typeface="arial"/>
              </a:rPr>
              <a:t>  *sending and receiving 1024 messages of 1 byte each.(source: </a:t>
            </a:r>
            <a:r>
              <a:rPr lang="en-US" dirty="0">
                <a:solidFill>
                  <a:srgbClr val="000000"/>
                </a:solidFill>
                <a:latin typeface="arial"/>
                <a:cs typeface="arial"/>
              </a:rPr>
              <a:t>https://www.ibm.com/developerworks</a:t>
            </a:r>
            <a:r>
              <a:rPr lang="en-US" dirty="0">
                <a:latin typeface="arial"/>
                <a:cs typeface="arial"/>
              </a:rPr>
              <a:t>)</a:t>
            </a:r>
            <a:endParaRPr lang="en-US" dirty="0"/>
          </a:p>
        </p:txBody>
      </p:sp>
    </p:spTree>
    <p:extLst>
      <p:ext uri="{BB962C8B-B14F-4D97-AF65-F5344CB8AC3E}">
        <p14:creationId xmlns:p14="http://schemas.microsoft.com/office/powerpoint/2010/main" val="24939643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3CFFC5B-5A0B-416C-A5D9-179A11A2CC28}"/>
              </a:ext>
            </a:extLst>
          </p:cNvPr>
          <p:cNvPicPr>
            <a:picLocks noChangeAspect="1"/>
          </p:cNvPicPr>
          <p:nvPr/>
        </p:nvPicPr>
        <p:blipFill>
          <a:blip r:embed="rId2"/>
          <a:stretch>
            <a:fillRect/>
          </a:stretch>
        </p:blipFill>
        <p:spPr>
          <a:xfrm>
            <a:off x="640274" y="3924388"/>
            <a:ext cx="10924863" cy="2870423"/>
          </a:xfrm>
          <a:custGeom>
            <a:avLst/>
            <a:gdLst>
              <a:gd name="connsiteX0" fmla="*/ 0 w 4636009"/>
              <a:gd name="connsiteY0" fmla="*/ 0 h 5032375"/>
              <a:gd name="connsiteX1" fmla="*/ 4636009 w 4636009"/>
              <a:gd name="connsiteY1" fmla="*/ 0 h 5032375"/>
              <a:gd name="connsiteX2" fmla="*/ 4636009 w 4636009"/>
              <a:gd name="connsiteY2" fmla="*/ 5032375 h 5032375"/>
              <a:gd name="connsiteX3" fmla="*/ 0 w 4636009"/>
              <a:gd name="connsiteY3" fmla="*/ 5032375 h 5032375"/>
            </a:gdLst>
            <a:ahLst/>
            <a:cxnLst>
              <a:cxn ang="0">
                <a:pos x="connsiteX0" y="connsiteY0"/>
              </a:cxn>
              <a:cxn ang="0">
                <a:pos x="connsiteX1" y="connsiteY1"/>
              </a:cxn>
              <a:cxn ang="0">
                <a:pos x="connsiteX2" y="connsiteY2"/>
              </a:cxn>
              <a:cxn ang="0">
                <a:pos x="connsiteX3" y="connsiteY3"/>
              </a:cxn>
            </a:cxnLst>
            <a:rect l="l" t="t" r="r" b="b"/>
            <a:pathLst>
              <a:path w="4636009" h="5032375">
                <a:moveTo>
                  <a:pt x="0" y="0"/>
                </a:moveTo>
                <a:lnTo>
                  <a:pt x="4636009" y="0"/>
                </a:lnTo>
                <a:lnTo>
                  <a:pt x="4636009" y="5032375"/>
                </a:lnTo>
                <a:lnTo>
                  <a:pt x="0" y="5032375"/>
                </a:lnTo>
                <a:close/>
              </a:path>
            </a:pathLst>
          </a:custGeom>
        </p:spPr>
      </p:pic>
      <p:sp>
        <p:nvSpPr>
          <p:cNvPr id="2" name="Title 1">
            <a:extLst>
              <a:ext uri="{FF2B5EF4-FFF2-40B4-BE49-F238E27FC236}">
                <a16:creationId xmlns:a16="http://schemas.microsoft.com/office/drawing/2014/main" id="{EE0A92C1-977B-44F3-901D-4332BA8A7C5A}"/>
              </a:ext>
            </a:extLst>
          </p:cNvPr>
          <p:cNvSpPr>
            <a:spLocks noGrp="1"/>
          </p:cNvSpPr>
          <p:nvPr>
            <p:ph type="title"/>
          </p:nvPr>
        </p:nvSpPr>
        <p:spPr>
          <a:xfrm>
            <a:off x="838200" y="365125"/>
            <a:ext cx="10515600" cy="1325563"/>
          </a:xfrm>
        </p:spPr>
        <p:txBody>
          <a:bodyPr>
            <a:normAutofit/>
          </a:bodyPr>
          <a:lstStyle/>
          <a:p>
            <a:r>
              <a:rPr lang="en-IE" dirty="0"/>
              <a:t>Application Example</a:t>
            </a:r>
          </a:p>
        </p:txBody>
      </p:sp>
      <p:sp>
        <p:nvSpPr>
          <p:cNvPr id="3" name="Content Placeholder 2">
            <a:extLst>
              <a:ext uri="{FF2B5EF4-FFF2-40B4-BE49-F238E27FC236}">
                <a16:creationId xmlns:a16="http://schemas.microsoft.com/office/drawing/2014/main" id="{524DB013-5EBD-4012-8A47-F2093756EA6F}"/>
              </a:ext>
            </a:extLst>
          </p:cNvPr>
          <p:cNvSpPr>
            <a:spLocks noGrp="1"/>
          </p:cNvSpPr>
          <p:nvPr>
            <p:ph idx="1"/>
          </p:nvPr>
        </p:nvSpPr>
        <p:spPr>
          <a:xfrm>
            <a:off x="838200" y="2015406"/>
            <a:ext cx="10000457" cy="2125043"/>
          </a:xfrm>
        </p:spPr>
        <p:txBody>
          <a:bodyPr anchor="t">
            <a:normAutofit fontScale="92500" lnSpcReduction="20000"/>
          </a:bodyPr>
          <a:lstStyle/>
          <a:p>
            <a:r>
              <a:rPr lang="en-IE" sz="2600" dirty="0"/>
              <a:t>Home care monitoring solution</a:t>
            </a:r>
            <a:endParaRPr lang="en-IE" sz="2600" dirty="0">
              <a:cs typeface="Calibri"/>
            </a:endParaRPr>
          </a:p>
          <a:p>
            <a:pPr lvl="1"/>
            <a:r>
              <a:rPr lang="en-IE" sz="2600" dirty="0"/>
              <a:t>Home and patient instrumented with sensors.</a:t>
            </a:r>
            <a:endParaRPr lang="en-IE" sz="2600" dirty="0">
              <a:cs typeface="Calibri"/>
            </a:endParaRPr>
          </a:p>
          <a:p>
            <a:pPr lvl="2"/>
            <a:r>
              <a:rPr lang="en-IE" sz="2600" dirty="0"/>
              <a:t>E.g. door motion, blood pressure, pacemaker/defib.</a:t>
            </a:r>
            <a:endParaRPr lang="en-IE" sz="2600" dirty="0">
              <a:cs typeface="Calibri"/>
            </a:endParaRPr>
          </a:p>
          <a:p>
            <a:pPr lvl="1"/>
            <a:r>
              <a:rPr lang="en-IE" sz="2600" dirty="0"/>
              <a:t>Collected by monitoring service (broker) using MQTT</a:t>
            </a:r>
            <a:endParaRPr lang="en-IE" sz="2600" dirty="0">
              <a:cs typeface="Calibri"/>
            </a:endParaRPr>
          </a:p>
          <a:p>
            <a:pPr lvl="1"/>
            <a:r>
              <a:rPr lang="en-IE" sz="2600" dirty="0"/>
              <a:t>Subscribed by a health care service in the hospital</a:t>
            </a:r>
            <a:endParaRPr lang="en-IE" sz="2600" dirty="0">
              <a:cs typeface="Calibri"/>
            </a:endParaRPr>
          </a:p>
          <a:p>
            <a:pPr lvl="1"/>
            <a:r>
              <a:rPr lang="en-IE" dirty="0"/>
              <a:t>Alerts relations/health care profs. if anything is out-of-order</a:t>
            </a:r>
            <a:endParaRPr lang="en-IE" dirty="0">
              <a:cs typeface="Calibri"/>
            </a:endParaRPr>
          </a:p>
        </p:txBody>
      </p:sp>
    </p:spTree>
    <p:extLst>
      <p:ext uri="{BB962C8B-B14F-4D97-AF65-F5344CB8AC3E}">
        <p14:creationId xmlns:p14="http://schemas.microsoft.com/office/powerpoint/2010/main" val="654669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1D669-6352-4942-B289-4110E0C3CB73}"/>
              </a:ext>
            </a:extLst>
          </p:cNvPr>
          <p:cNvSpPr>
            <a:spLocks noGrp="1"/>
          </p:cNvSpPr>
          <p:nvPr>
            <p:ph type="title"/>
          </p:nvPr>
        </p:nvSpPr>
        <p:spPr/>
        <p:txBody>
          <a:bodyPr/>
          <a:lstStyle/>
          <a:p>
            <a:r>
              <a:rPr lang="en-IE" dirty="0"/>
              <a:t>Code Example: Python</a:t>
            </a:r>
          </a:p>
        </p:txBody>
      </p:sp>
      <p:sp>
        <p:nvSpPr>
          <p:cNvPr id="3" name="Content Placeholder 2">
            <a:extLst>
              <a:ext uri="{FF2B5EF4-FFF2-40B4-BE49-F238E27FC236}">
                <a16:creationId xmlns:a16="http://schemas.microsoft.com/office/drawing/2014/main" id="{6E2A8B01-5EDA-4457-B481-4B116FBD744E}"/>
              </a:ext>
            </a:extLst>
          </p:cNvPr>
          <p:cNvSpPr>
            <a:spLocks noGrp="1"/>
          </p:cNvSpPr>
          <p:nvPr>
            <p:ph idx="1"/>
          </p:nvPr>
        </p:nvSpPr>
        <p:spPr/>
        <p:txBody>
          <a:bodyPr/>
          <a:lstStyle/>
          <a:p>
            <a:endParaRPr lang="en-IE" dirty="0"/>
          </a:p>
        </p:txBody>
      </p:sp>
      <p:pic>
        <p:nvPicPr>
          <p:cNvPr id="5" name="Picture 4">
            <a:extLst>
              <a:ext uri="{FF2B5EF4-FFF2-40B4-BE49-F238E27FC236}">
                <a16:creationId xmlns:a16="http://schemas.microsoft.com/office/drawing/2014/main" id="{3A7C50C9-4670-46B7-9C72-5EF844554FAB}"/>
              </a:ext>
            </a:extLst>
          </p:cNvPr>
          <p:cNvPicPr>
            <a:picLocks noChangeAspect="1"/>
          </p:cNvPicPr>
          <p:nvPr/>
        </p:nvPicPr>
        <p:blipFill>
          <a:blip r:embed="rId2"/>
          <a:stretch>
            <a:fillRect/>
          </a:stretch>
        </p:blipFill>
        <p:spPr>
          <a:xfrm>
            <a:off x="838200" y="1379826"/>
            <a:ext cx="2171700" cy="276225"/>
          </a:xfrm>
          <a:prstGeom prst="rect">
            <a:avLst/>
          </a:prstGeom>
        </p:spPr>
      </p:pic>
      <p:pic>
        <p:nvPicPr>
          <p:cNvPr id="7" name="Picture 6">
            <a:extLst>
              <a:ext uri="{FF2B5EF4-FFF2-40B4-BE49-F238E27FC236}">
                <a16:creationId xmlns:a16="http://schemas.microsoft.com/office/drawing/2014/main" id="{3CB5CFC3-2821-45B0-99FF-2E5F4B8CC18F}"/>
              </a:ext>
            </a:extLst>
          </p:cNvPr>
          <p:cNvPicPr>
            <a:picLocks noChangeAspect="1"/>
          </p:cNvPicPr>
          <p:nvPr/>
        </p:nvPicPr>
        <p:blipFill>
          <a:blip r:embed="rId3"/>
          <a:stretch>
            <a:fillRect/>
          </a:stretch>
        </p:blipFill>
        <p:spPr>
          <a:xfrm>
            <a:off x="838200" y="1616075"/>
            <a:ext cx="3590925" cy="4876800"/>
          </a:xfrm>
          <a:prstGeom prst="rect">
            <a:avLst/>
          </a:prstGeom>
        </p:spPr>
      </p:pic>
      <p:pic>
        <p:nvPicPr>
          <p:cNvPr id="9" name="Picture 8">
            <a:extLst>
              <a:ext uri="{FF2B5EF4-FFF2-40B4-BE49-F238E27FC236}">
                <a16:creationId xmlns:a16="http://schemas.microsoft.com/office/drawing/2014/main" id="{95E7C6FE-747F-4057-AB3F-52902E62EB54}"/>
              </a:ext>
            </a:extLst>
          </p:cNvPr>
          <p:cNvPicPr>
            <a:picLocks noChangeAspect="1"/>
          </p:cNvPicPr>
          <p:nvPr/>
        </p:nvPicPr>
        <p:blipFill>
          <a:blip r:embed="rId4"/>
          <a:stretch>
            <a:fillRect/>
          </a:stretch>
        </p:blipFill>
        <p:spPr>
          <a:xfrm>
            <a:off x="6430962" y="3291321"/>
            <a:ext cx="4752975" cy="1190625"/>
          </a:xfrm>
          <a:prstGeom prst="rect">
            <a:avLst/>
          </a:prstGeom>
        </p:spPr>
      </p:pic>
    </p:spTree>
    <p:extLst>
      <p:ext uri="{BB962C8B-B14F-4D97-AF65-F5344CB8AC3E}">
        <p14:creationId xmlns:p14="http://schemas.microsoft.com/office/powerpoint/2010/main" val="2174522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Persistence with IoT </a:t>
            </a:r>
          </a:p>
        </p:txBody>
      </p:sp>
      <p:sp>
        <p:nvSpPr>
          <p:cNvPr id="5" name="Text Placeholder 4"/>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251425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D6E9C-9D79-4724-A144-C0FD46FC1B23}"/>
              </a:ext>
            </a:extLst>
          </p:cNvPr>
          <p:cNvSpPr>
            <a:spLocks noGrp="1"/>
          </p:cNvSpPr>
          <p:nvPr>
            <p:ph type="title"/>
          </p:nvPr>
        </p:nvSpPr>
        <p:spPr/>
        <p:txBody>
          <a:bodyPr/>
          <a:lstStyle/>
          <a:p>
            <a:r>
              <a:rPr lang="en-GB" dirty="0"/>
              <a:t>IoT and Web Apps</a:t>
            </a:r>
            <a:endParaRPr lang="en-IE" dirty="0"/>
          </a:p>
        </p:txBody>
      </p:sp>
      <p:sp>
        <p:nvSpPr>
          <p:cNvPr id="3" name="Content Placeholder 2">
            <a:extLst>
              <a:ext uri="{FF2B5EF4-FFF2-40B4-BE49-F238E27FC236}">
                <a16:creationId xmlns:a16="http://schemas.microsoft.com/office/drawing/2014/main" id="{6CF02124-F7CD-4255-891A-067CED31DFA3}"/>
              </a:ext>
            </a:extLst>
          </p:cNvPr>
          <p:cNvSpPr>
            <a:spLocks noGrp="1"/>
          </p:cNvSpPr>
          <p:nvPr>
            <p:ph idx="1"/>
          </p:nvPr>
        </p:nvSpPr>
        <p:spPr/>
        <p:txBody>
          <a:bodyPr>
            <a:normAutofit/>
          </a:bodyPr>
          <a:lstStyle/>
          <a:p>
            <a:r>
              <a:rPr lang="en-GB" dirty="0"/>
              <a:t>From Labs, you have a device that can sense data and make it accessible</a:t>
            </a:r>
          </a:p>
          <a:p>
            <a:pPr lvl="1"/>
            <a:r>
              <a:rPr lang="en-GB" dirty="0"/>
              <a:t>Using TCP sockets</a:t>
            </a:r>
          </a:p>
          <a:p>
            <a:pPr lvl="1"/>
            <a:r>
              <a:rPr lang="en-GB" dirty="0"/>
              <a:t>Using Web API</a:t>
            </a:r>
          </a:p>
          <a:p>
            <a:pPr lvl="1"/>
            <a:r>
              <a:rPr lang="en-GB" dirty="0"/>
              <a:t>Now using MQTT</a:t>
            </a:r>
          </a:p>
          <a:p>
            <a:r>
              <a:rPr lang="en-GB" dirty="0"/>
              <a:t>New requirement: </a:t>
            </a:r>
          </a:p>
          <a:p>
            <a:pPr lvl="1"/>
            <a:r>
              <a:rPr lang="en-GB" i="1" dirty="0"/>
              <a:t>Store historical environmental data for analysis while still providing notification of latest data(current state)? </a:t>
            </a:r>
          </a:p>
          <a:p>
            <a:r>
              <a:rPr lang="en-GB" dirty="0"/>
              <a:t>Need persistence</a:t>
            </a:r>
          </a:p>
          <a:p>
            <a:r>
              <a:rPr lang="en-GB" dirty="0"/>
              <a:t>Need a database…</a:t>
            </a:r>
          </a:p>
        </p:txBody>
      </p:sp>
    </p:spTree>
    <p:extLst>
      <p:ext uri="{BB962C8B-B14F-4D97-AF65-F5344CB8AC3E}">
        <p14:creationId xmlns:p14="http://schemas.microsoft.com/office/powerpoint/2010/main" val="30316644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81A78-8ADE-41A3-8BE8-0077F25053A2}"/>
              </a:ext>
            </a:extLst>
          </p:cNvPr>
          <p:cNvSpPr>
            <a:spLocks noGrp="1"/>
          </p:cNvSpPr>
          <p:nvPr>
            <p:ph type="title"/>
          </p:nvPr>
        </p:nvSpPr>
        <p:spPr>
          <a:xfrm>
            <a:off x="838200" y="0"/>
            <a:ext cx="10515600" cy="1325563"/>
          </a:xfrm>
        </p:spPr>
        <p:txBody>
          <a:bodyPr/>
          <a:lstStyle/>
          <a:p>
            <a:r>
              <a:rPr lang="en-IE" dirty="0"/>
              <a:t>Possible Solution:</a:t>
            </a:r>
          </a:p>
        </p:txBody>
      </p:sp>
      <p:sp>
        <p:nvSpPr>
          <p:cNvPr id="3" name="Content Placeholder 2">
            <a:extLst>
              <a:ext uri="{FF2B5EF4-FFF2-40B4-BE49-F238E27FC236}">
                <a16:creationId xmlns:a16="http://schemas.microsoft.com/office/drawing/2014/main" id="{EBC4E635-10D9-4A91-A210-734962147A44}"/>
              </a:ext>
            </a:extLst>
          </p:cNvPr>
          <p:cNvSpPr>
            <a:spLocks noGrp="1"/>
          </p:cNvSpPr>
          <p:nvPr>
            <p:ph idx="1"/>
          </p:nvPr>
        </p:nvSpPr>
        <p:spPr/>
        <p:txBody>
          <a:bodyPr/>
          <a:lstStyle/>
          <a:p>
            <a:endParaRPr lang="en-IE"/>
          </a:p>
        </p:txBody>
      </p:sp>
      <p:pic>
        <p:nvPicPr>
          <p:cNvPr id="5" name="Picture 4">
            <a:extLst>
              <a:ext uri="{FF2B5EF4-FFF2-40B4-BE49-F238E27FC236}">
                <a16:creationId xmlns:a16="http://schemas.microsoft.com/office/drawing/2014/main" id="{5961C2FD-74DC-4173-86C7-EF0D0CC9B191}"/>
              </a:ext>
            </a:extLst>
          </p:cNvPr>
          <p:cNvPicPr>
            <a:picLocks noChangeAspect="1"/>
          </p:cNvPicPr>
          <p:nvPr/>
        </p:nvPicPr>
        <p:blipFill>
          <a:blip r:embed="rId2"/>
          <a:stretch>
            <a:fillRect/>
          </a:stretch>
        </p:blipFill>
        <p:spPr>
          <a:xfrm>
            <a:off x="1103971" y="988814"/>
            <a:ext cx="9253553" cy="6170269"/>
          </a:xfrm>
          <a:prstGeom prst="rect">
            <a:avLst/>
          </a:prstGeom>
        </p:spPr>
      </p:pic>
      <p:pic>
        <p:nvPicPr>
          <p:cNvPr id="6" name="Picture 5">
            <a:extLst>
              <a:ext uri="{FF2B5EF4-FFF2-40B4-BE49-F238E27FC236}">
                <a16:creationId xmlns:a16="http://schemas.microsoft.com/office/drawing/2014/main" id="{657563A8-3114-4599-82D2-22CCDE810AA1}"/>
              </a:ext>
            </a:extLst>
          </p:cNvPr>
          <p:cNvPicPr>
            <a:picLocks noChangeAspect="1"/>
          </p:cNvPicPr>
          <p:nvPr/>
        </p:nvPicPr>
        <p:blipFill>
          <a:blip r:embed="rId3"/>
          <a:stretch>
            <a:fillRect/>
          </a:stretch>
        </p:blipFill>
        <p:spPr>
          <a:xfrm>
            <a:off x="1288647" y="2720889"/>
            <a:ext cx="455397" cy="708111"/>
          </a:xfrm>
          <a:prstGeom prst="rect">
            <a:avLst/>
          </a:prstGeom>
        </p:spPr>
      </p:pic>
    </p:spTree>
    <p:extLst>
      <p:ext uri="{BB962C8B-B14F-4D97-AF65-F5344CB8AC3E}">
        <p14:creationId xmlns:p14="http://schemas.microsoft.com/office/powerpoint/2010/main" val="28268024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B819A-F203-42E1-A4EE-0C5B57853F13}"/>
              </a:ext>
            </a:extLst>
          </p:cNvPr>
          <p:cNvSpPr>
            <a:spLocks noGrp="1"/>
          </p:cNvSpPr>
          <p:nvPr>
            <p:ph type="title"/>
          </p:nvPr>
        </p:nvSpPr>
        <p:spPr/>
        <p:txBody>
          <a:bodyPr/>
          <a:lstStyle/>
          <a:p>
            <a:r>
              <a:rPr lang="en-IE" dirty="0"/>
              <a:t>Better Solution ?</a:t>
            </a:r>
          </a:p>
        </p:txBody>
      </p:sp>
      <p:sp>
        <p:nvSpPr>
          <p:cNvPr id="3" name="Content Placeholder 2">
            <a:extLst>
              <a:ext uri="{FF2B5EF4-FFF2-40B4-BE49-F238E27FC236}">
                <a16:creationId xmlns:a16="http://schemas.microsoft.com/office/drawing/2014/main" id="{CEB85060-242F-4554-9321-E1CBB76E59E1}"/>
              </a:ext>
            </a:extLst>
          </p:cNvPr>
          <p:cNvSpPr>
            <a:spLocks noGrp="1"/>
          </p:cNvSpPr>
          <p:nvPr>
            <p:ph idx="1"/>
          </p:nvPr>
        </p:nvSpPr>
        <p:spPr/>
        <p:txBody>
          <a:bodyPr/>
          <a:lstStyle/>
          <a:p>
            <a:endParaRPr lang="en-IE"/>
          </a:p>
        </p:txBody>
      </p:sp>
      <p:pic>
        <p:nvPicPr>
          <p:cNvPr id="4" name="Picture 3">
            <a:extLst>
              <a:ext uri="{FF2B5EF4-FFF2-40B4-BE49-F238E27FC236}">
                <a16:creationId xmlns:a16="http://schemas.microsoft.com/office/drawing/2014/main" id="{915A406D-BCED-4A57-9443-10C1E9889567}"/>
              </a:ext>
            </a:extLst>
          </p:cNvPr>
          <p:cNvPicPr>
            <a:picLocks noChangeAspect="1"/>
          </p:cNvPicPr>
          <p:nvPr/>
        </p:nvPicPr>
        <p:blipFill>
          <a:blip r:embed="rId2"/>
          <a:stretch>
            <a:fillRect/>
          </a:stretch>
        </p:blipFill>
        <p:spPr>
          <a:xfrm>
            <a:off x="595312" y="1414463"/>
            <a:ext cx="11001375" cy="4762500"/>
          </a:xfrm>
          <a:prstGeom prst="rect">
            <a:avLst/>
          </a:prstGeom>
        </p:spPr>
      </p:pic>
    </p:spTree>
    <p:extLst>
      <p:ext uri="{BB962C8B-B14F-4D97-AF65-F5344CB8AC3E}">
        <p14:creationId xmlns:p14="http://schemas.microsoft.com/office/powerpoint/2010/main" val="42045263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firebase</a:t>
            </a:r>
            <a:endParaRPr lang="en-US" dirty="0"/>
          </a:p>
        </p:txBody>
      </p:sp>
      <p:sp>
        <p:nvSpPr>
          <p:cNvPr id="3" name="Content Placeholder 2"/>
          <p:cNvSpPr>
            <a:spLocks noGrp="1"/>
          </p:cNvSpPr>
          <p:nvPr>
            <p:ph idx="1"/>
          </p:nvPr>
        </p:nvSpPr>
        <p:spPr/>
        <p:txBody>
          <a:bodyPr>
            <a:normAutofit fontScale="70000" lnSpcReduction="20000"/>
          </a:bodyPr>
          <a:lstStyle/>
          <a:p>
            <a:r>
              <a:rPr lang="en-US" dirty="0"/>
              <a:t>It's basically a platform that allows you do lots of stuff( and for free!): </a:t>
            </a:r>
          </a:p>
          <a:p>
            <a:pPr lvl="1"/>
            <a:r>
              <a:rPr lang="en-US" dirty="0"/>
              <a:t>Analytics</a:t>
            </a:r>
          </a:p>
          <a:p>
            <a:pPr lvl="2"/>
            <a:r>
              <a:rPr lang="en-US" dirty="0"/>
              <a:t>is a free and unlimited analytics tool to help you get insight on app usage and user engagement.  No extra code needed, only console.</a:t>
            </a:r>
          </a:p>
          <a:p>
            <a:pPr lvl="1"/>
            <a:r>
              <a:rPr lang="en-US" dirty="0"/>
              <a:t>Cloud Messaging  </a:t>
            </a:r>
          </a:p>
          <a:p>
            <a:pPr lvl="2"/>
            <a:r>
              <a:rPr lang="en-US" dirty="0"/>
              <a:t>Firebase Cloud Messaging lets you deliver and receive messages across platforms reliably.</a:t>
            </a:r>
          </a:p>
          <a:p>
            <a:pPr lvl="1"/>
            <a:r>
              <a:rPr lang="en-US" dirty="0"/>
              <a:t>Notifications </a:t>
            </a:r>
          </a:p>
          <a:p>
            <a:pPr lvl="2"/>
            <a:r>
              <a:rPr lang="en-US" dirty="0"/>
              <a:t>helps you re-engage with users at the right moment. No extra code needed, only console</a:t>
            </a:r>
          </a:p>
          <a:p>
            <a:pPr lvl="1"/>
            <a:r>
              <a:rPr lang="en-US" dirty="0"/>
              <a:t>Authentication </a:t>
            </a:r>
          </a:p>
          <a:p>
            <a:pPr lvl="2"/>
            <a:r>
              <a:rPr lang="en-US" dirty="0"/>
              <a:t>a key feature for protecting the data in your database and storage.</a:t>
            </a:r>
          </a:p>
          <a:p>
            <a:pPr lvl="1"/>
            <a:r>
              <a:rPr lang="en-US" dirty="0"/>
              <a:t>Realtime Database  </a:t>
            </a:r>
          </a:p>
          <a:p>
            <a:pPr lvl="2"/>
            <a:r>
              <a:rPr lang="en-US" dirty="0"/>
              <a:t>lets you sync data across all clients in </a:t>
            </a:r>
            <a:r>
              <a:rPr lang="en-US" dirty="0" err="1"/>
              <a:t>realtime</a:t>
            </a:r>
            <a:r>
              <a:rPr lang="en-US" dirty="0"/>
              <a:t> and remains available when your app goes offline.</a:t>
            </a:r>
          </a:p>
          <a:p>
            <a:pPr lvl="1"/>
            <a:r>
              <a:rPr lang="en-US" dirty="0"/>
              <a:t>Cloud </a:t>
            </a:r>
            <a:r>
              <a:rPr lang="en-US" dirty="0" err="1"/>
              <a:t>Firestore</a:t>
            </a:r>
            <a:r>
              <a:rPr lang="en-US" dirty="0"/>
              <a:t> </a:t>
            </a:r>
          </a:p>
          <a:p>
            <a:pPr lvl="2"/>
            <a:r>
              <a:rPr lang="en-US" dirty="0"/>
              <a:t>Combines cloud database and functions together.  Uses a scalable NoSQL cloud database to store and sync data.</a:t>
            </a:r>
          </a:p>
          <a:p>
            <a:pPr lvl="1"/>
            <a:r>
              <a:rPr lang="en-US" dirty="0"/>
              <a:t>Storage</a:t>
            </a:r>
          </a:p>
          <a:p>
            <a:pPr lvl="2"/>
            <a:r>
              <a:rPr lang="en-US" dirty="0"/>
              <a:t>lets you store and serve user-generated content, such as photos or videos. Firebase Storage is backed by Google Cloud Storage</a:t>
            </a:r>
          </a:p>
        </p:txBody>
      </p:sp>
    </p:spTree>
    <p:extLst>
      <p:ext uri="{BB962C8B-B14F-4D97-AF65-F5344CB8AC3E}">
        <p14:creationId xmlns:p14="http://schemas.microsoft.com/office/powerpoint/2010/main" val="14750173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firebase (2)</a:t>
            </a:r>
          </a:p>
        </p:txBody>
      </p:sp>
      <p:sp>
        <p:nvSpPr>
          <p:cNvPr id="3" name="Content Placeholder 2"/>
          <p:cNvSpPr>
            <a:spLocks noGrp="1"/>
          </p:cNvSpPr>
          <p:nvPr>
            <p:ph idx="1"/>
          </p:nvPr>
        </p:nvSpPr>
        <p:spPr>
          <a:xfrm>
            <a:off x="609600" y="1417638"/>
            <a:ext cx="11125200" cy="4830762"/>
          </a:xfrm>
        </p:spPr>
        <p:txBody>
          <a:bodyPr>
            <a:normAutofit/>
          </a:bodyPr>
          <a:lstStyle/>
          <a:p>
            <a:r>
              <a:rPr lang="en-US" dirty="0"/>
              <a:t>Functions</a:t>
            </a:r>
          </a:p>
          <a:p>
            <a:pPr lvl="1"/>
            <a:r>
              <a:rPr lang="en-US" dirty="0"/>
              <a:t>Run your mobile backend code without managing servers</a:t>
            </a:r>
          </a:p>
          <a:p>
            <a:r>
              <a:rPr lang="en-US" dirty="0"/>
              <a:t>Hosting </a:t>
            </a:r>
          </a:p>
          <a:p>
            <a:pPr lvl="1"/>
            <a:r>
              <a:rPr lang="en-US" dirty="0"/>
              <a:t>provides fast and secure </a:t>
            </a:r>
            <a:r>
              <a:rPr lang="en-US" b="1" u="sng" dirty="0"/>
              <a:t>static</a:t>
            </a:r>
            <a:r>
              <a:rPr lang="en-US" dirty="0"/>
              <a:t> hosting.  No backend, but delivers .html,.css, </a:t>
            </a:r>
            <a:r>
              <a:rPr lang="en-US" dirty="0" err="1"/>
              <a:t>etc</a:t>
            </a:r>
            <a:r>
              <a:rPr lang="en-US" dirty="0"/>
              <a:t> files.</a:t>
            </a:r>
          </a:p>
        </p:txBody>
      </p:sp>
    </p:spTree>
    <p:extLst>
      <p:ext uri="{BB962C8B-B14F-4D97-AF65-F5344CB8AC3E}">
        <p14:creationId xmlns:p14="http://schemas.microsoft.com/office/powerpoint/2010/main" val="1567957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firebase (3)</a:t>
            </a:r>
          </a:p>
        </p:txBody>
      </p:sp>
      <p:sp>
        <p:nvSpPr>
          <p:cNvPr id="3" name="Content Placeholder 2"/>
          <p:cNvSpPr>
            <a:spLocks noGrp="1"/>
          </p:cNvSpPr>
          <p:nvPr>
            <p:ph idx="1"/>
          </p:nvPr>
        </p:nvSpPr>
        <p:spPr/>
        <p:txBody>
          <a:bodyPr>
            <a:normAutofit fontScale="92500" lnSpcReduction="20000"/>
          </a:bodyPr>
          <a:lstStyle/>
          <a:p>
            <a:r>
              <a:rPr lang="en-US" dirty="0"/>
              <a:t>ML Kit</a:t>
            </a:r>
          </a:p>
          <a:p>
            <a:pPr lvl="1"/>
            <a:r>
              <a:rPr lang="en-US" dirty="0"/>
              <a:t>uses machine learning to solve problems.  Currently, it is updated the Vision APIs for text recognition, face detection, barcode scanning, plus image labeling and landmark recognition. This would use the cloud based systems instead of just the device </a:t>
            </a:r>
            <a:r>
              <a:rPr lang="en-US" dirty="0" err="1"/>
              <a:t>cpu</a:t>
            </a:r>
            <a:r>
              <a:rPr lang="en-US" dirty="0"/>
              <a:t>.</a:t>
            </a:r>
          </a:p>
          <a:p>
            <a:r>
              <a:rPr lang="en-US" dirty="0"/>
              <a:t>A/B Testing</a:t>
            </a:r>
          </a:p>
          <a:p>
            <a:pPr lvl="1"/>
            <a:r>
              <a:rPr lang="en-US" dirty="0"/>
              <a:t>Let you optimize your app experience based on analytics.  Change it for different demographics, make it different experience for say a teenage group verses a retired group.  Without having to deploy two version of the app.  Needs remote </a:t>
            </a:r>
            <a:r>
              <a:rPr lang="en-US" dirty="0" err="1"/>
              <a:t>config</a:t>
            </a:r>
            <a:r>
              <a:rPr lang="en-US" dirty="0"/>
              <a:t>.  </a:t>
            </a:r>
          </a:p>
          <a:p>
            <a:pPr lvl="1"/>
            <a:r>
              <a:rPr lang="en-US" dirty="0"/>
              <a:t>Deploy a new feature to a group and evaluate the effect of the changes on app use.</a:t>
            </a:r>
          </a:p>
          <a:p>
            <a:r>
              <a:rPr lang="en-US" dirty="0"/>
              <a:t>Predictions</a:t>
            </a:r>
          </a:p>
          <a:p>
            <a:pPr lvl="1"/>
            <a:r>
              <a:rPr lang="en-US" dirty="0"/>
              <a:t>Uses remote </a:t>
            </a:r>
            <a:r>
              <a:rPr lang="en-US" dirty="0" err="1"/>
              <a:t>config</a:t>
            </a:r>
            <a:r>
              <a:rPr lang="en-US" dirty="0"/>
              <a:t>, providing a custom experience based on each of your users' predicted behavior.</a:t>
            </a:r>
          </a:p>
          <a:p>
            <a:pPr lvl="1"/>
            <a:r>
              <a:rPr lang="en-US" dirty="0"/>
              <a:t>You can use Predictions with the Notifications composer to deliver the right message to the right user groups.</a:t>
            </a:r>
          </a:p>
        </p:txBody>
      </p:sp>
    </p:spTree>
    <p:extLst>
      <p:ext uri="{BB962C8B-B14F-4D97-AF65-F5344CB8AC3E}">
        <p14:creationId xmlns:p14="http://schemas.microsoft.com/office/powerpoint/2010/main" val="28258086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Firebase Realtime Database</a:t>
            </a:r>
          </a:p>
        </p:txBody>
      </p:sp>
      <p:sp>
        <p:nvSpPr>
          <p:cNvPr id="3" name="Content Placeholder 2"/>
          <p:cNvSpPr>
            <a:spLocks noGrp="1"/>
          </p:cNvSpPr>
          <p:nvPr>
            <p:ph idx="1"/>
          </p:nvPr>
        </p:nvSpPr>
        <p:spPr/>
        <p:txBody>
          <a:bodyPr>
            <a:normAutofit/>
          </a:bodyPr>
          <a:lstStyle/>
          <a:p>
            <a:pPr marL="0" indent="0">
              <a:buNone/>
            </a:pPr>
            <a:r>
              <a:rPr lang="en-GB" dirty="0"/>
              <a:t>“A real-time database  uses real-time processing to handle workloads whose state is constantly changing. This differs from traditional databases containing persistent data, mostly unaffected by time”</a:t>
            </a:r>
            <a:endParaRPr lang="en-US" dirty="0"/>
          </a:p>
          <a:p>
            <a:r>
              <a:rPr lang="en-US" dirty="0"/>
              <a:t>It’s a Cloud-based database that uses live connections to the app.</a:t>
            </a:r>
          </a:p>
          <a:p>
            <a:pPr lvl="1"/>
            <a:r>
              <a:rPr lang="en-US" dirty="0"/>
              <a:t>The data is stored a json objects and is only intended for text, to allow for fast responses.</a:t>
            </a:r>
          </a:p>
          <a:p>
            <a:pPr lvl="1"/>
            <a:r>
              <a:rPr lang="en-US" dirty="0"/>
              <a:t>Works even offline, with cached data then sync when online</a:t>
            </a:r>
          </a:p>
          <a:p>
            <a:pPr lvl="1"/>
            <a:endParaRPr lang="en-US" dirty="0"/>
          </a:p>
        </p:txBody>
      </p:sp>
    </p:spTree>
    <p:extLst>
      <p:ext uri="{BB962C8B-B14F-4D97-AF65-F5344CB8AC3E}">
        <p14:creationId xmlns:p14="http://schemas.microsoft.com/office/powerpoint/2010/main" val="305080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a:t>
            </a:r>
          </a:p>
        </p:txBody>
      </p:sp>
      <p:sp>
        <p:nvSpPr>
          <p:cNvPr id="4" name="Content Placeholder 3"/>
          <p:cNvSpPr>
            <a:spLocks noGrp="1"/>
          </p:cNvSpPr>
          <p:nvPr>
            <p:ph sz="half" idx="1"/>
          </p:nvPr>
        </p:nvSpPr>
        <p:spPr>
          <a:xfrm>
            <a:off x="457200" y="1600201"/>
            <a:ext cx="6553200" cy="2209799"/>
          </a:xfrm>
        </p:spPr>
        <p:txBody>
          <a:bodyPr/>
          <a:lstStyle/>
          <a:p>
            <a:r>
              <a:rPr lang="en-US" dirty="0"/>
              <a:t>The data is stored as a </a:t>
            </a:r>
            <a:r>
              <a:rPr lang="en-US" dirty="0" err="1"/>
              <a:t>json</a:t>
            </a:r>
            <a:r>
              <a:rPr lang="en-US" dirty="0"/>
              <a:t> object.</a:t>
            </a:r>
          </a:p>
          <a:p>
            <a:pPr lvl="1"/>
            <a:r>
              <a:rPr lang="en-US" dirty="0"/>
              <a:t>Assigned a unique key.</a:t>
            </a:r>
          </a:p>
          <a:p>
            <a:pPr lvl="1"/>
            <a:r>
              <a:rPr lang="en-US" dirty="0"/>
              <a:t>Push or Set data from client</a:t>
            </a:r>
          </a:p>
        </p:txBody>
      </p:sp>
      <p:pic>
        <p:nvPicPr>
          <p:cNvPr id="3" name="Picture 2">
            <a:extLst>
              <a:ext uri="{FF2B5EF4-FFF2-40B4-BE49-F238E27FC236}">
                <a16:creationId xmlns:a16="http://schemas.microsoft.com/office/drawing/2014/main" id="{E66A7A4C-9D51-439B-B4EB-EF90825439DB}"/>
              </a:ext>
            </a:extLst>
          </p:cNvPr>
          <p:cNvPicPr>
            <a:picLocks noChangeAspect="1"/>
          </p:cNvPicPr>
          <p:nvPr/>
        </p:nvPicPr>
        <p:blipFill>
          <a:blip r:embed="rId2"/>
          <a:stretch>
            <a:fillRect/>
          </a:stretch>
        </p:blipFill>
        <p:spPr>
          <a:xfrm>
            <a:off x="838200" y="5321841"/>
            <a:ext cx="2466975" cy="809625"/>
          </a:xfrm>
          <a:prstGeom prst="rect">
            <a:avLst/>
          </a:prstGeom>
        </p:spPr>
      </p:pic>
      <p:pic>
        <p:nvPicPr>
          <p:cNvPr id="6" name="Picture 5">
            <a:extLst>
              <a:ext uri="{FF2B5EF4-FFF2-40B4-BE49-F238E27FC236}">
                <a16:creationId xmlns:a16="http://schemas.microsoft.com/office/drawing/2014/main" id="{4578A05E-C703-4CBA-BDBB-CD8B652AAA54}"/>
              </a:ext>
            </a:extLst>
          </p:cNvPr>
          <p:cNvPicPr>
            <a:picLocks noChangeAspect="1"/>
          </p:cNvPicPr>
          <p:nvPr/>
        </p:nvPicPr>
        <p:blipFill>
          <a:blip r:embed="rId3"/>
          <a:stretch>
            <a:fillRect/>
          </a:stretch>
        </p:blipFill>
        <p:spPr>
          <a:xfrm>
            <a:off x="6536593" y="3429000"/>
            <a:ext cx="4338975" cy="2945859"/>
          </a:xfrm>
          <a:prstGeom prst="rect">
            <a:avLst/>
          </a:prstGeom>
        </p:spPr>
      </p:pic>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E36C186D-0BE9-481A-B6C2-0D26EA904F9E}"/>
                  </a:ext>
                </a:extLst>
              </p14:cNvPr>
              <p14:cNvContentPartPr/>
              <p14:nvPr/>
            </p14:nvContentPartPr>
            <p14:xfrm>
              <a:off x="1067652" y="3429000"/>
              <a:ext cx="8388350" cy="1651000"/>
            </p14:xfrm>
          </p:contentPart>
        </mc:Choice>
        <mc:Fallback xmlns="">
          <p:pic>
            <p:nvPicPr>
              <p:cNvPr id="7" name="Ink 6">
                <a:extLst>
                  <a:ext uri="{FF2B5EF4-FFF2-40B4-BE49-F238E27FC236}">
                    <a16:creationId xmlns:a16="http://schemas.microsoft.com/office/drawing/2014/main" id="{E36C186D-0BE9-481A-B6C2-0D26EA904F9E}"/>
                  </a:ext>
                </a:extLst>
              </p:cNvPr>
              <p:cNvPicPr/>
              <p:nvPr/>
            </p:nvPicPr>
            <p:blipFill>
              <a:blip r:embed="rId5"/>
              <a:stretch>
                <a:fillRect/>
              </a:stretch>
            </p:blipFill>
            <p:spPr>
              <a:xfrm>
                <a:off x="1054330" y="3403816"/>
                <a:ext cx="8426875" cy="1689496"/>
              </a:xfrm>
              <a:prstGeom prst="rect">
                <a:avLst/>
              </a:prstGeom>
            </p:spPr>
          </p:pic>
        </mc:Fallback>
      </mc:AlternateContent>
    </p:spTree>
    <p:extLst>
      <p:ext uri="{BB962C8B-B14F-4D97-AF65-F5344CB8AC3E}">
        <p14:creationId xmlns:p14="http://schemas.microsoft.com/office/powerpoint/2010/main" val="39590503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 Push data</a:t>
            </a:r>
          </a:p>
        </p:txBody>
      </p:sp>
      <p:sp>
        <p:nvSpPr>
          <p:cNvPr id="3" name="Content Placeholder 2"/>
          <p:cNvSpPr>
            <a:spLocks noGrp="1"/>
          </p:cNvSpPr>
          <p:nvPr>
            <p:ph idx="1"/>
          </p:nvPr>
        </p:nvSpPr>
        <p:spPr/>
        <p:txBody>
          <a:bodyPr>
            <a:normAutofit/>
          </a:bodyPr>
          <a:lstStyle/>
          <a:p>
            <a:r>
              <a:rPr lang="en-US" dirty="0"/>
              <a:t>Setup a connection using credentials from Firebase App. </a:t>
            </a:r>
          </a:p>
          <a:p>
            <a:r>
              <a:rPr lang="en-US" dirty="0"/>
              <a:t>Create reference.</a:t>
            </a:r>
          </a:p>
          <a:p>
            <a:r>
              <a:rPr lang="en-US" dirty="0"/>
              <a:t>To add a new value use the </a:t>
            </a:r>
            <a:r>
              <a:rPr lang="en-US" b="1" dirty="0"/>
              <a:t>push</a:t>
            </a:r>
            <a:r>
              <a:rPr lang="en-US" dirty="0"/>
              <a:t> and </a:t>
            </a:r>
            <a:r>
              <a:rPr lang="en-US" b="1" dirty="0" err="1"/>
              <a:t>setValue</a:t>
            </a:r>
            <a:endParaRPr lang="en-US" b="1" dirty="0"/>
          </a:p>
          <a:p>
            <a:pPr marL="0" indent="0">
              <a:buNone/>
            </a:pPr>
            <a:endParaRPr lang="en-US" dirty="0"/>
          </a:p>
        </p:txBody>
      </p:sp>
      <p:pic>
        <p:nvPicPr>
          <p:cNvPr id="4" name="Picture 3">
            <a:extLst>
              <a:ext uri="{FF2B5EF4-FFF2-40B4-BE49-F238E27FC236}">
                <a16:creationId xmlns:a16="http://schemas.microsoft.com/office/drawing/2014/main" id="{5F5555DC-B8CF-40DE-9339-46A5F3871753}"/>
              </a:ext>
            </a:extLst>
          </p:cNvPr>
          <p:cNvPicPr>
            <a:picLocks noChangeAspect="1"/>
          </p:cNvPicPr>
          <p:nvPr/>
        </p:nvPicPr>
        <p:blipFill>
          <a:blip r:embed="rId2"/>
          <a:stretch>
            <a:fillRect/>
          </a:stretch>
        </p:blipFill>
        <p:spPr>
          <a:xfrm>
            <a:off x="994317" y="3609975"/>
            <a:ext cx="7855588" cy="2882900"/>
          </a:xfrm>
          <a:prstGeom prst="rect">
            <a:avLst/>
          </a:prstGeom>
        </p:spPr>
      </p:pic>
    </p:spTree>
    <p:extLst>
      <p:ext uri="{BB962C8B-B14F-4D97-AF65-F5344CB8AC3E}">
        <p14:creationId xmlns:p14="http://schemas.microsoft.com/office/powerpoint/2010/main" val="20647571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 Listen for new data</a:t>
            </a:r>
          </a:p>
        </p:txBody>
      </p:sp>
      <p:sp>
        <p:nvSpPr>
          <p:cNvPr id="3" name="Content Placeholder 2"/>
          <p:cNvSpPr>
            <a:spLocks noGrp="1"/>
          </p:cNvSpPr>
          <p:nvPr>
            <p:ph idx="1"/>
          </p:nvPr>
        </p:nvSpPr>
        <p:spPr/>
        <p:txBody>
          <a:bodyPr>
            <a:normAutofit/>
          </a:bodyPr>
          <a:lstStyle/>
          <a:p>
            <a:r>
              <a:rPr lang="en-US" dirty="0"/>
              <a:t>In a Web App, can use </a:t>
            </a:r>
            <a:r>
              <a:rPr lang="en-US" dirty="0" err="1"/>
              <a:t>Javascript</a:t>
            </a:r>
            <a:r>
              <a:rPr lang="en-US" dirty="0"/>
              <a:t> to access data</a:t>
            </a:r>
          </a:p>
          <a:p>
            <a:pPr lvl="1"/>
            <a:r>
              <a:rPr lang="en-US" dirty="0"/>
              <a:t>Need to install Firebase CLI</a:t>
            </a:r>
          </a:p>
          <a:p>
            <a:pPr lvl="1"/>
            <a:endParaRPr lang="en-US" dirty="0"/>
          </a:p>
          <a:p>
            <a:pPr marL="457200" lvl="1" indent="0">
              <a:buNone/>
            </a:pPr>
            <a:endParaRPr lang="en-US" dirty="0"/>
          </a:p>
        </p:txBody>
      </p:sp>
      <p:pic>
        <p:nvPicPr>
          <p:cNvPr id="5" name="Picture 4">
            <a:extLst>
              <a:ext uri="{FF2B5EF4-FFF2-40B4-BE49-F238E27FC236}">
                <a16:creationId xmlns:a16="http://schemas.microsoft.com/office/drawing/2014/main" id="{20D71F6B-2BCD-4A6A-A80B-2348B2176A8E}"/>
              </a:ext>
            </a:extLst>
          </p:cNvPr>
          <p:cNvPicPr>
            <a:picLocks noChangeAspect="1"/>
          </p:cNvPicPr>
          <p:nvPr/>
        </p:nvPicPr>
        <p:blipFill>
          <a:blip r:embed="rId2"/>
          <a:stretch>
            <a:fillRect/>
          </a:stretch>
        </p:blipFill>
        <p:spPr>
          <a:xfrm>
            <a:off x="1643991" y="2855177"/>
            <a:ext cx="6696075" cy="723900"/>
          </a:xfrm>
          <a:prstGeom prst="rect">
            <a:avLst/>
          </a:prstGeom>
        </p:spPr>
      </p:pic>
      <p:pic>
        <p:nvPicPr>
          <p:cNvPr id="6" name="Picture 5">
            <a:extLst>
              <a:ext uri="{FF2B5EF4-FFF2-40B4-BE49-F238E27FC236}">
                <a16:creationId xmlns:a16="http://schemas.microsoft.com/office/drawing/2014/main" id="{3AC85745-07C5-4E91-899D-EBFE12BCD2C9}"/>
              </a:ext>
            </a:extLst>
          </p:cNvPr>
          <p:cNvPicPr>
            <a:picLocks noChangeAspect="1"/>
          </p:cNvPicPr>
          <p:nvPr/>
        </p:nvPicPr>
        <p:blipFill>
          <a:blip r:embed="rId3"/>
          <a:stretch>
            <a:fillRect/>
          </a:stretch>
        </p:blipFill>
        <p:spPr>
          <a:xfrm>
            <a:off x="2748891" y="3809535"/>
            <a:ext cx="5400675" cy="628650"/>
          </a:xfrm>
          <a:prstGeom prst="rect">
            <a:avLst/>
          </a:prstGeom>
        </p:spPr>
      </p:pic>
      <p:pic>
        <p:nvPicPr>
          <p:cNvPr id="7" name="Picture 6">
            <a:extLst>
              <a:ext uri="{FF2B5EF4-FFF2-40B4-BE49-F238E27FC236}">
                <a16:creationId xmlns:a16="http://schemas.microsoft.com/office/drawing/2014/main" id="{A9B350EE-3073-45AB-B353-66EF6680967B}"/>
              </a:ext>
            </a:extLst>
          </p:cNvPr>
          <p:cNvPicPr>
            <a:picLocks noChangeAspect="1"/>
          </p:cNvPicPr>
          <p:nvPr/>
        </p:nvPicPr>
        <p:blipFill>
          <a:blip r:embed="rId4"/>
          <a:stretch>
            <a:fillRect/>
          </a:stretch>
        </p:blipFill>
        <p:spPr>
          <a:xfrm>
            <a:off x="2748891" y="4410307"/>
            <a:ext cx="5753100" cy="1733550"/>
          </a:xfrm>
          <a:prstGeom prst="rect">
            <a:avLst/>
          </a:prstGeom>
        </p:spPr>
      </p:pic>
    </p:spTree>
    <p:extLst>
      <p:ext uri="{BB962C8B-B14F-4D97-AF65-F5344CB8AC3E}">
        <p14:creationId xmlns:p14="http://schemas.microsoft.com/office/powerpoint/2010/main" val="7743457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notes</a:t>
            </a:r>
          </a:p>
        </p:txBody>
      </p:sp>
      <p:sp>
        <p:nvSpPr>
          <p:cNvPr id="3" name="Content Placeholder 2"/>
          <p:cNvSpPr>
            <a:spLocks noGrp="1"/>
          </p:cNvSpPr>
          <p:nvPr>
            <p:ph sz="half" idx="1"/>
          </p:nvPr>
        </p:nvSpPr>
        <p:spPr/>
        <p:txBody>
          <a:bodyPr/>
          <a:lstStyle/>
          <a:p>
            <a:r>
              <a:rPr lang="en-US" dirty="0"/>
              <a:t>Firebase </a:t>
            </a:r>
            <a:r>
              <a:rPr lang="en-US" dirty="0" err="1"/>
              <a:t>Realtime</a:t>
            </a:r>
            <a:r>
              <a:rPr lang="en-US" dirty="0"/>
              <a:t> Database allows nesting data up to 32 levels deep, but where possible avoid nesting deep.</a:t>
            </a:r>
          </a:p>
          <a:p>
            <a:pPr marL="0" indent="0">
              <a:buNone/>
            </a:pPr>
            <a:endParaRPr lang="en-US" dirty="0"/>
          </a:p>
        </p:txBody>
      </p:sp>
      <p:pic>
        <p:nvPicPr>
          <p:cNvPr id="2050"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162800" y="1154845"/>
            <a:ext cx="4191948" cy="5416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96639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Database and security</a:t>
            </a:r>
            <a:endParaRPr lang="en-US" dirty="0"/>
          </a:p>
        </p:txBody>
      </p:sp>
      <p:sp>
        <p:nvSpPr>
          <p:cNvPr id="3" name="Content Placeholder 2"/>
          <p:cNvSpPr>
            <a:spLocks noGrp="1"/>
          </p:cNvSpPr>
          <p:nvPr>
            <p:ph idx="1"/>
          </p:nvPr>
        </p:nvSpPr>
        <p:spPr/>
        <p:txBody>
          <a:bodyPr/>
          <a:lstStyle/>
          <a:p>
            <a:r>
              <a:rPr lang="en-US"/>
              <a:t>By default only authenticated users can read and write the database.</a:t>
            </a:r>
          </a:p>
          <a:p>
            <a:r>
              <a:rPr lang="en-US"/>
              <a:t>Console: </a:t>
            </a:r>
          </a:p>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3276600"/>
            <a:ext cx="7275260" cy="2664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61068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and security (2)</a:t>
            </a:r>
          </a:p>
        </p:txBody>
      </p:sp>
      <p:sp>
        <p:nvSpPr>
          <p:cNvPr id="3" name="Content Placeholder 2"/>
          <p:cNvSpPr>
            <a:spLocks noGrp="1"/>
          </p:cNvSpPr>
          <p:nvPr>
            <p:ph idx="1"/>
          </p:nvPr>
        </p:nvSpPr>
        <p:spPr/>
        <p:txBody>
          <a:bodyPr/>
          <a:lstStyle/>
          <a:p>
            <a:r>
              <a:rPr lang="en-US" dirty="0"/>
              <a:t>It can be changed, but not recommend.</a:t>
            </a:r>
          </a:p>
          <a:p>
            <a:r>
              <a:rPr lang="en-US" dirty="0"/>
              <a:t>You can setup very complex rules, where only some users can access data, etc.  With cascading rules for the depth of nodes.</a:t>
            </a:r>
          </a:p>
          <a:p>
            <a:endParaRPr lang="en-US" dirty="0"/>
          </a:p>
          <a:p>
            <a:r>
              <a:rPr lang="en-US" dirty="0"/>
              <a:t>See the documentation:</a:t>
            </a:r>
          </a:p>
          <a:p>
            <a:pPr lvl="1"/>
            <a:r>
              <a:rPr lang="en-US" dirty="0">
                <a:hlinkClick r:id="rId2"/>
              </a:rPr>
              <a:t>https://firebase.google.com/docs/database/security/quickstart</a:t>
            </a:r>
            <a:r>
              <a:rPr lang="en-US" dirty="0"/>
              <a:t> </a:t>
            </a:r>
          </a:p>
        </p:txBody>
      </p:sp>
    </p:spTree>
    <p:extLst>
      <p:ext uri="{BB962C8B-B14F-4D97-AF65-F5344CB8AC3E}">
        <p14:creationId xmlns:p14="http://schemas.microsoft.com/office/powerpoint/2010/main" val="3263480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TotalTime>
  <Words>1531</Words>
  <Application>Microsoft Office PowerPoint</Application>
  <PresentationFormat>Widescreen</PresentationFormat>
  <Paragraphs>180</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arial</vt:lpstr>
      <vt:lpstr>Calibri</vt:lpstr>
      <vt:lpstr>Calibri Light</vt:lpstr>
      <vt:lpstr>Office Theme</vt:lpstr>
      <vt:lpstr>Indirect Messaging</vt:lpstr>
      <vt:lpstr>Agenda </vt:lpstr>
      <vt:lpstr>Indirect Messaging</vt:lpstr>
      <vt:lpstr>Using the “Middleman”</vt:lpstr>
      <vt:lpstr>MQTT</vt:lpstr>
      <vt:lpstr>MQTT – publish subscribe</vt:lpstr>
      <vt:lpstr>Publish Subscribe Process</vt:lpstr>
      <vt:lpstr>Publish-Subscribe Characteristics</vt:lpstr>
      <vt:lpstr>MQTT Characteristics </vt:lpstr>
      <vt:lpstr>MQTT Characteristics</vt:lpstr>
      <vt:lpstr>MQTT Control Packets</vt:lpstr>
      <vt:lpstr>MQTT Control Packets</vt:lpstr>
      <vt:lpstr>MQTT Last Will and Testament</vt:lpstr>
      <vt:lpstr>MQTT is Open Source</vt:lpstr>
      <vt:lpstr>MQTT vs HTTP</vt:lpstr>
      <vt:lpstr>MQTT vs HTTP</vt:lpstr>
      <vt:lpstr>PowerPoint Presentation</vt:lpstr>
      <vt:lpstr>Application Example</vt:lpstr>
      <vt:lpstr>Code Example: Python</vt:lpstr>
      <vt:lpstr>Persistence with IoT </vt:lpstr>
      <vt:lpstr>IoT and Web Apps</vt:lpstr>
      <vt:lpstr>Possible Solution:</vt:lpstr>
      <vt:lpstr>Better Solution ?</vt:lpstr>
      <vt:lpstr>What is firebase</vt:lpstr>
      <vt:lpstr>What is firebase (2)</vt:lpstr>
      <vt:lpstr>What is firebase (3)</vt:lpstr>
      <vt:lpstr>Firebase Realtime Database</vt:lpstr>
      <vt:lpstr>Data</vt:lpstr>
      <vt:lpstr>Database – Push data</vt:lpstr>
      <vt:lpstr>Database – Listen for new data</vt:lpstr>
      <vt:lpstr>Database notes</vt:lpstr>
      <vt:lpstr>Database and security</vt:lpstr>
      <vt:lpstr>Database and security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APIs and Indirect Messaging</dc:title>
  <dc:creator>Frank X Walsh</dc:creator>
  <cp:lastModifiedBy>Frank X Walsh</cp:lastModifiedBy>
  <cp:revision>8</cp:revision>
  <dcterms:created xsi:type="dcterms:W3CDTF">2020-10-19T10:45:15Z</dcterms:created>
  <dcterms:modified xsi:type="dcterms:W3CDTF">2021-02-19T12:14:07Z</dcterms:modified>
</cp:coreProperties>
</file>