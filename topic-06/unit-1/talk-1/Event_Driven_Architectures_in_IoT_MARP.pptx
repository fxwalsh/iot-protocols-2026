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7"/>
  </p:notesMasterIdLst>
  <p:sldIdLst>
    <p:sldId id="256" r:id="rId3"/>
    <p:sldId id="282" r:id="rId4"/>
    <p:sldId id="257" r:id="rId5"/>
    <p:sldId id="258" r:id="rId6"/>
    <p:sldId id="259" r:id="rId7"/>
    <p:sldId id="283" r:id="rId8"/>
    <p:sldId id="287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8" r:id="rId31"/>
    <p:sldId id="289" r:id="rId32"/>
    <p:sldId id="284" r:id="rId33"/>
    <p:sldId id="285" r:id="rId34"/>
    <p:sldId id="286" r:id="rId35"/>
    <p:sldId id="281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CFC5D-9A5E-483D-8BD4-46525AFB8C46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EBD541-1B65-434D-B2D6-AFFE7537BCB1}">
      <dgm:prSet/>
      <dgm:spPr/>
      <dgm:t>
        <a:bodyPr/>
        <a:lstStyle/>
        <a:p>
          <a:r>
            <a:rPr lang="en-IE"/>
            <a:t>Event Driven Architectures (EDA)</a:t>
          </a:r>
          <a:endParaRPr lang="en-US"/>
        </a:p>
      </dgm:t>
    </dgm:pt>
    <dgm:pt modelId="{57EB9C2A-8CDC-43E4-B6EA-0DFCCE0573BD}" type="parTrans" cxnId="{D9611C01-9BC6-472E-9A7F-D071BDCCD21B}">
      <dgm:prSet/>
      <dgm:spPr/>
      <dgm:t>
        <a:bodyPr/>
        <a:lstStyle/>
        <a:p>
          <a:endParaRPr lang="en-US"/>
        </a:p>
      </dgm:t>
    </dgm:pt>
    <dgm:pt modelId="{ACA2CA82-F9DC-4DB3-B184-030D08DFB4ED}" type="sibTrans" cxnId="{D9611C01-9BC6-472E-9A7F-D071BDCCD21B}">
      <dgm:prSet/>
      <dgm:spPr/>
      <dgm:t>
        <a:bodyPr/>
        <a:lstStyle/>
        <a:p>
          <a:endParaRPr lang="en-US"/>
        </a:p>
      </dgm:t>
    </dgm:pt>
    <dgm:pt modelId="{B8085181-DF3C-4204-97EC-3D623A7781B3}">
      <dgm:prSet/>
      <dgm:spPr/>
      <dgm:t>
        <a:bodyPr/>
        <a:lstStyle/>
        <a:p>
          <a:r>
            <a:rPr lang="en-IE"/>
            <a:t>Key Components of EDA</a:t>
          </a:r>
          <a:endParaRPr lang="en-US"/>
        </a:p>
      </dgm:t>
    </dgm:pt>
    <dgm:pt modelId="{8F29D63C-70F5-44B8-BA53-9BEB8E1E632C}" type="parTrans" cxnId="{21821445-F4B4-44DA-AB44-8C48EAF9AFCA}">
      <dgm:prSet/>
      <dgm:spPr/>
      <dgm:t>
        <a:bodyPr/>
        <a:lstStyle/>
        <a:p>
          <a:endParaRPr lang="en-US"/>
        </a:p>
      </dgm:t>
    </dgm:pt>
    <dgm:pt modelId="{792C4F44-91AB-4A4D-8FC2-96EBB49FA98D}" type="sibTrans" cxnId="{21821445-F4B4-44DA-AB44-8C48EAF9AFCA}">
      <dgm:prSet/>
      <dgm:spPr/>
      <dgm:t>
        <a:bodyPr/>
        <a:lstStyle/>
        <a:p>
          <a:endParaRPr lang="en-US"/>
        </a:p>
      </dgm:t>
    </dgm:pt>
    <dgm:pt modelId="{AB1F2F09-AB83-489A-A595-1283664D2FF3}">
      <dgm:prSet/>
      <dgm:spPr/>
      <dgm:t>
        <a:bodyPr/>
        <a:lstStyle/>
        <a:p>
          <a:r>
            <a:rPr lang="en-IE"/>
            <a:t>Benefits of EDA</a:t>
          </a:r>
          <a:endParaRPr lang="en-US"/>
        </a:p>
      </dgm:t>
    </dgm:pt>
    <dgm:pt modelId="{6BFDB0C9-4C09-44EA-8B24-58B5C932B7B6}" type="parTrans" cxnId="{37E8158D-BE1D-496D-9527-1578A1C95B93}">
      <dgm:prSet/>
      <dgm:spPr/>
      <dgm:t>
        <a:bodyPr/>
        <a:lstStyle/>
        <a:p>
          <a:endParaRPr lang="en-US"/>
        </a:p>
      </dgm:t>
    </dgm:pt>
    <dgm:pt modelId="{960E4402-B9E9-4DB1-80E6-57D38B1A00FB}" type="sibTrans" cxnId="{37E8158D-BE1D-496D-9527-1578A1C95B93}">
      <dgm:prSet/>
      <dgm:spPr/>
      <dgm:t>
        <a:bodyPr/>
        <a:lstStyle/>
        <a:p>
          <a:endParaRPr lang="en-US"/>
        </a:p>
      </dgm:t>
    </dgm:pt>
    <dgm:pt modelId="{FB032065-DA3F-44D4-97D5-C09FF936C414}">
      <dgm:prSet/>
      <dgm:spPr/>
      <dgm:t>
        <a:bodyPr/>
        <a:lstStyle/>
        <a:p>
          <a:r>
            <a:rPr lang="en-IE"/>
            <a:t>EDA Examples</a:t>
          </a:r>
          <a:endParaRPr lang="en-US"/>
        </a:p>
      </dgm:t>
    </dgm:pt>
    <dgm:pt modelId="{7B548292-35DB-474D-BCC1-0E8FC7F11A77}" type="parTrans" cxnId="{E0AF3B79-B10E-4097-81AE-F9244FB1D942}">
      <dgm:prSet/>
      <dgm:spPr/>
      <dgm:t>
        <a:bodyPr/>
        <a:lstStyle/>
        <a:p>
          <a:endParaRPr lang="en-US"/>
        </a:p>
      </dgm:t>
    </dgm:pt>
    <dgm:pt modelId="{56925E36-2453-4CFC-950A-C396FBF18211}" type="sibTrans" cxnId="{E0AF3B79-B10E-4097-81AE-F9244FB1D942}">
      <dgm:prSet/>
      <dgm:spPr/>
      <dgm:t>
        <a:bodyPr/>
        <a:lstStyle/>
        <a:p>
          <a:endParaRPr lang="en-US"/>
        </a:p>
      </dgm:t>
    </dgm:pt>
    <dgm:pt modelId="{5A6D1A6E-F104-493D-9AD2-415522B1739B}">
      <dgm:prSet/>
      <dgm:spPr/>
      <dgm:t>
        <a:bodyPr/>
        <a:lstStyle/>
        <a:p>
          <a:r>
            <a:rPr lang="en-IE"/>
            <a:t>Smart Home</a:t>
          </a:r>
          <a:endParaRPr lang="en-US"/>
        </a:p>
      </dgm:t>
    </dgm:pt>
    <dgm:pt modelId="{B45849F4-9051-47C3-9AC7-548D01B01DB4}" type="parTrans" cxnId="{E500917C-D0DC-48CD-AC9E-C250245EDE73}">
      <dgm:prSet/>
      <dgm:spPr/>
      <dgm:t>
        <a:bodyPr/>
        <a:lstStyle/>
        <a:p>
          <a:endParaRPr lang="en-US"/>
        </a:p>
      </dgm:t>
    </dgm:pt>
    <dgm:pt modelId="{E790C795-AE9C-4970-8F98-B20EFD604B4A}" type="sibTrans" cxnId="{E500917C-D0DC-48CD-AC9E-C250245EDE73}">
      <dgm:prSet/>
      <dgm:spPr/>
      <dgm:t>
        <a:bodyPr/>
        <a:lstStyle/>
        <a:p>
          <a:endParaRPr lang="en-US"/>
        </a:p>
      </dgm:t>
    </dgm:pt>
    <dgm:pt modelId="{524A218A-4EC8-4CBF-8B2B-AD33CD755739}">
      <dgm:prSet/>
      <dgm:spPr/>
      <dgm:t>
        <a:bodyPr/>
        <a:lstStyle/>
        <a:p>
          <a:r>
            <a:rPr lang="en-IE"/>
            <a:t>Proactive Mainenance</a:t>
          </a:r>
          <a:endParaRPr lang="en-US"/>
        </a:p>
      </dgm:t>
    </dgm:pt>
    <dgm:pt modelId="{ED4D7263-5863-4B49-A103-0C538C856A6C}" type="parTrans" cxnId="{515485BE-4ECE-4289-BAE4-1028314440C9}">
      <dgm:prSet/>
      <dgm:spPr/>
      <dgm:t>
        <a:bodyPr/>
        <a:lstStyle/>
        <a:p>
          <a:endParaRPr lang="en-US"/>
        </a:p>
      </dgm:t>
    </dgm:pt>
    <dgm:pt modelId="{204EBC64-F298-48D3-A672-D2B65E2F43B5}" type="sibTrans" cxnId="{515485BE-4ECE-4289-BAE4-1028314440C9}">
      <dgm:prSet/>
      <dgm:spPr/>
      <dgm:t>
        <a:bodyPr/>
        <a:lstStyle/>
        <a:p>
          <a:endParaRPr lang="en-US"/>
        </a:p>
      </dgm:t>
    </dgm:pt>
    <dgm:pt modelId="{9019E59E-F5A8-4DDA-88EB-98DB6FB8C9CF}">
      <dgm:prSet/>
      <dgm:spPr/>
      <dgm:t>
        <a:bodyPr/>
        <a:lstStyle/>
        <a:p>
          <a:r>
            <a:rPr lang="en-IE" dirty="0"/>
            <a:t>Lab Example</a:t>
          </a:r>
          <a:endParaRPr lang="en-US" dirty="0"/>
        </a:p>
      </dgm:t>
    </dgm:pt>
    <dgm:pt modelId="{1FF07E44-2AA1-4F95-B781-C7E798BF628A}" type="parTrans" cxnId="{A81C4C31-AF38-4017-B5BC-001D77747A63}">
      <dgm:prSet/>
      <dgm:spPr/>
      <dgm:t>
        <a:bodyPr/>
        <a:lstStyle/>
        <a:p>
          <a:endParaRPr lang="en-US"/>
        </a:p>
      </dgm:t>
    </dgm:pt>
    <dgm:pt modelId="{7F013DE0-E16A-4E0D-ADBA-6D092217C749}" type="sibTrans" cxnId="{A81C4C31-AF38-4017-B5BC-001D77747A63}">
      <dgm:prSet/>
      <dgm:spPr/>
      <dgm:t>
        <a:bodyPr/>
        <a:lstStyle/>
        <a:p>
          <a:endParaRPr lang="en-US"/>
        </a:p>
      </dgm:t>
    </dgm:pt>
    <dgm:pt modelId="{3179D279-44E0-49FC-9F12-070ED1D2A6AB}" type="pres">
      <dgm:prSet presAssocID="{85FCFC5D-9A5E-483D-8BD4-46525AFB8C46}" presName="linear" presStyleCnt="0">
        <dgm:presLayoutVars>
          <dgm:dir/>
          <dgm:animLvl val="lvl"/>
          <dgm:resizeHandles val="exact"/>
        </dgm:presLayoutVars>
      </dgm:prSet>
      <dgm:spPr/>
    </dgm:pt>
    <dgm:pt modelId="{925BF414-8D79-4E2D-9F14-1D9B1305B101}" type="pres">
      <dgm:prSet presAssocID="{16EBD541-1B65-434D-B2D6-AFFE7537BCB1}" presName="parentLin" presStyleCnt="0"/>
      <dgm:spPr/>
    </dgm:pt>
    <dgm:pt modelId="{5EABE500-30B2-4308-995C-C43AA2D31F20}" type="pres">
      <dgm:prSet presAssocID="{16EBD541-1B65-434D-B2D6-AFFE7537BCB1}" presName="parentLeftMargin" presStyleLbl="node1" presStyleIdx="0" presStyleCnt="5"/>
      <dgm:spPr/>
    </dgm:pt>
    <dgm:pt modelId="{DF0D58DB-43FA-458C-AA46-587D1580DBE2}" type="pres">
      <dgm:prSet presAssocID="{16EBD541-1B65-434D-B2D6-AFFE7537BCB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D20BFEF-8619-4418-866A-9436DD007BEA}" type="pres">
      <dgm:prSet presAssocID="{16EBD541-1B65-434D-B2D6-AFFE7537BCB1}" presName="negativeSpace" presStyleCnt="0"/>
      <dgm:spPr/>
    </dgm:pt>
    <dgm:pt modelId="{75D49D4F-B4CC-4D56-9038-53799F6D0FAE}" type="pres">
      <dgm:prSet presAssocID="{16EBD541-1B65-434D-B2D6-AFFE7537BCB1}" presName="childText" presStyleLbl="conFgAcc1" presStyleIdx="0" presStyleCnt="5">
        <dgm:presLayoutVars>
          <dgm:bulletEnabled val="1"/>
        </dgm:presLayoutVars>
      </dgm:prSet>
      <dgm:spPr/>
    </dgm:pt>
    <dgm:pt modelId="{0A46DACD-5C45-4872-B3E2-EB8D0A3F1AA5}" type="pres">
      <dgm:prSet presAssocID="{ACA2CA82-F9DC-4DB3-B184-030D08DFB4ED}" presName="spaceBetweenRectangles" presStyleCnt="0"/>
      <dgm:spPr/>
    </dgm:pt>
    <dgm:pt modelId="{1FA95B0F-645E-46D7-A4A1-646B85E2A8E7}" type="pres">
      <dgm:prSet presAssocID="{B8085181-DF3C-4204-97EC-3D623A7781B3}" presName="parentLin" presStyleCnt="0"/>
      <dgm:spPr/>
    </dgm:pt>
    <dgm:pt modelId="{BB35036A-0D85-4022-BF8D-EC81BA8E461B}" type="pres">
      <dgm:prSet presAssocID="{B8085181-DF3C-4204-97EC-3D623A7781B3}" presName="parentLeftMargin" presStyleLbl="node1" presStyleIdx="0" presStyleCnt="5"/>
      <dgm:spPr/>
    </dgm:pt>
    <dgm:pt modelId="{581D006B-0846-4683-9443-8C43EEC65472}" type="pres">
      <dgm:prSet presAssocID="{B8085181-DF3C-4204-97EC-3D623A7781B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6142850-9BEF-4540-9B0F-886FC6238CEA}" type="pres">
      <dgm:prSet presAssocID="{B8085181-DF3C-4204-97EC-3D623A7781B3}" presName="negativeSpace" presStyleCnt="0"/>
      <dgm:spPr/>
    </dgm:pt>
    <dgm:pt modelId="{CCD154DE-06BD-4EC4-B03F-DA20FDAF2847}" type="pres">
      <dgm:prSet presAssocID="{B8085181-DF3C-4204-97EC-3D623A7781B3}" presName="childText" presStyleLbl="conFgAcc1" presStyleIdx="1" presStyleCnt="5">
        <dgm:presLayoutVars>
          <dgm:bulletEnabled val="1"/>
        </dgm:presLayoutVars>
      </dgm:prSet>
      <dgm:spPr/>
    </dgm:pt>
    <dgm:pt modelId="{5255CD1A-5920-4601-BCAD-565DBE9AB7DA}" type="pres">
      <dgm:prSet presAssocID="{792C4F44-91AB-4A4D-8FC2-96EBB49FA98D}" presName="spaceBetweenRectangles" presStyleCnt="0"/>
      <dgm:spPr/>
    </dgm:pt>
    <dgm:pt modelId="{AE20167A-24C5-4504-8735-95D35BA3E71E}" type="pres">
      <dgm:prSet presAssocID="{AB1F2F09-AB83-489A-A595-1283664D2FF3}" presName="parentLin" presStyleCnt="0"/>
      <dgm:spPr/>
    </dgm:pt>
    <dgm:pt modelId="{158CE26C-A318-45A3-B596-ADB1D63DD977}" type="pres">
      <dgm:prSet presAssocID="{AB1F2F09-AB83-489A-A595-1283664D2FF3}" presName="parentLeftMargin" presStyleLbl="node1" presStyleIdx="1" presStyleCnt="5"/>
      <dgm:spPr/>
    </dgm:pt>
    <dgm:pt modelId="{BDEEB6F0-FFBD-4B31-A7B7-A608B9E0FB76}" type="pres">
      <dgm:prSet presAssocID="{AB1F2F09-AB83-489A-A595-1283664D2F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A1EE1A2-0154-42C9-A3EF-68016CA5249F}" type="pres">
      <dgm:prSet presAssocID="{AB1F2F09-AB83-489A-A595-1283664D2FF3}" presName="negativeSpace" presStyleCnt="0"/>
      <dgm:spPr/>
    </dgm:pt>
    <dgm:pt modelId="{E7EB3AB2-C8B3-43EE-9D76-F2556881C62B}" type="pres">
      <dgm:prSet presAssocID="{AB1F2F09-AB83-489A-A595-1283664D2FF3}" presName="childText" presStyleLbl="conFgAcc1" presStyleIdx="2" presStyleCnt="5">
        <dgm:presLayoutVars>
          <dgm:bulletEnabled val="1"/>
        </dgm:presLayoutVars>
      </dgm:prSet>
      <dgm:spPr/>
    </dgm:pt>
    <dgm:pt modelId="{4BB0E32D-F7DB-4A01-823A-3DD403AA545E}" type="pres">
      <dgm:prSet presAssocID="{960E4402-B9E9-4DB1-80E6-57D38B1A00FB}" presName="spaceBetweenRectangles" presStyleCnt="0"/>
      <dgm:spPr/>
    </dgm:pt>
    <dgm:pt modelId="{3E4C5AD1-DCAE-44F1-A598-F09B35D66DAB}" type="pres">
      <dgm:prSet presAssocID="{FB032065-DA3F-44D4-97D5-C09FF936C414}" presName="parentLin" presStyleCnt="0"/>
      <dgm:spPr/>
    </dgm:pt>
    <dgm:pt modelId="{CE120900-A771-470C-A4C8-05DCB4FFDECC}" type="pres">
      <dgm:prSet presAssocID="{FB032065-DA3F-44D4-97D5-C09FF936C414}" presName="parentLeftMargin" presStyleLbl="node1" presStyleIdx="2" presStyleCnt="5"/>
      <dgm:spPr/>
    </dgm:pt>
    <dgm:pt modelId="{24D6666A-9D1D-4807-ADC1-72C71EB82CD7}" type="pres">
      <dgm:prSet presAssocID="{FB032065-DA3F-44D4-97D5-C09FF936C41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A3D2132-D72D-4020-9420-B8CEFEB3D037}" type="pres">
      <dgm:prSet presAssocID="{FB032065-DA3F-44D4-97D5-C09FF936C414}" presName="negativeSpace" presStyleCnt="0"/>
      <dgm:spPr/>
    </dgm:pt>
    <dgm:pt modelId="{A8D8B5D0-FC60-43D1-9145-B525787F4C10}" type="pres">
      <dgm:prSet presAssocID="{FB032065-DA3F-44D4-97D5-C09FF936C414}" presName="childText" presStyleLbl="conFgAcc1" presStyleIdx="3" presStyleCnt="5">
        <dgm:presLayoutVars>
          <dgm:bulletEnabled val="1"/>
        </dgm:presLayoutVars>
      </dgm:prSet>
      <dgm:spPr/>
    </dgm:pt>
    <dgm:pt modelId="{E271ACFB-E8BB-4060-9AA4-FAA17FE8906A}" type="pres">
      <dgm:prSet presAssocID="{56925E36-2453-4CFC-950A-C396FBF18211}" presName="spaceBetweenRectangles" presStyleCnt="0"/>
      <dgm:spPr/>
    </dgm:pt>
    <dgm:pt modelId="{62B2D39F-A528-4DBF-9AE5-705AF9E06619}" type="pres">
      <dgm:prSet presAssocID="{9019E59E-F5A8-4DDA-88EB-98DB6FB8C9CF}" presName="parentLin" presStyleCnt="0"/>
      <dgm:spPr/>
    </dgm:pt>
    <dgm:pt modelId="{5C7EEE56-628C-41A1-90B2-F876A3B63C02}" type="pres">
      <dgm:prSet presAssocID="{9019E59E-F5A8-4DDA-88EB-98DB6FB8C9CF}" presName="parentLeftMargin" presStyleLbl="node1" presStyleIdx="3" presStyleCnt="5"/>
      <dgm:spPr/>
    </dgm:pt>
    <dgm:pt modelId="{5508AF47-0982-4B7A-8583-572DE5591128}" type="pres">
      <dgm:prSet presAssocID="{9019E59E-F5A8-4DDA-88EB-98DB6FB8C9C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A706ED3-C577-45B0-A2E1-C6F245345EB4}" type="pres">
      <dgm:prSet presAssocID="{9019E59E-F5A8-4DDA-88EB-98DB6FB8C9CF}" presName="negativeSpace" presStyleCnt="0"/>
      <dgm:spPr/>
    </dgm:pt>
    <dgm:pt modelId="{6A08BD00-2B2C-479F-99F7-493DBED9734C}" type="pres">
      <dgm:prSet presAssocID="{9019E59E-F5A8-4DDA-88EB-98DB6FB8C9C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9611C01-9BC6-472E-9A7F-D071BDCCD21B}" srcId="{85FCFC5D-9A5E-483D-8BD4-46525AFB8C46}" destId="{16EBD541-1B65-434D-B2D6-AFFE7537BCB1}" srcOrd="0" destOrd="0" parTransId="{57EB9C2A-8CDC-43E4-B6EA-0DFCCE0573BD}" sibTransId="{ACA2CA82-F9DC-4DB3-B184-030D08DFB4ED}"/>
    <dgm:cxn modelId="{BE3E5004-2C8F-401F-A583-DC9A7EF63FF7}" type="presOf" srcId="{85FCFC5D-9A5E-483D-8BD4-46525AFB8C46}" destId="{3179D279-44E0-49FC-9F12-070ED1D2A6AB}" srcOrd="0" destOrd="0" presId="urn:microsoft.com/office/officeart/2005/8/layout/list1"/>
    <dgm:cxn modelId="{F939DD1E-FE73-4F13-AFE3-33C4F00B457F}" type="presOf" srcId="{524A218A-4EC8-4CBF-8B2B-AD33CD755739}" destId="{A8D8B5D0-FC60-43D1-9145-B525787F4C10}" srcOrd="0" destOrd="1" presId="urn:microsoft.com/office/officeart/2005/8/layout/list1"/>
    <dgm:cxn modelId="{BB15E324-C1C2-4FB3-86A6-2A6AC53D11C1}" type="presOf" srcId="{B8085181-DF3C-4204-97EC-3D623A7781B3}" destId="{BB35036A-0D85-4022-BF8D-EC81BA8E461B}" srcOrd="0" destOrd="0" presId="urn:microsoft.com/office/officeart/2005/8/layout/list1"/>
    <dgm:cxn modelId="{A81C4C31-AF38-4017-B5BC-001D77747A63}" srcId="{85FCFC5D-9A5E-483D-8BD4-46525AFB8C46}" destId="{9019E59E-F5A8-4DDA-88EB-98DB6FB8C9CF}" srcOrd="4" destOrd="0" parTransId="{1FF07E44-2AA1-4F95-B781-C7E798BF628A}" sibTransId="{7F013DE0-E16A-4E0D-ADBA-6D092217C749}"/>
    <dgm:cxn modelId="{B3FA3B3C-9D33-4698-B825-0A83BE947775}" type="presOf" srcId="{9019E59E-F5A8-4DDA-88EB-98DB6FB8C9CF}" destId="{5C7EEE56-628C-41A1-90B2-F876A3B63C02}" srcOrd="0" destOrd="0" presId="urn:microsoft.com/office/officeart/2005/8/layout/list1"/>
    <dgm:cxn modelId="{21821445-F4B4-44DA-AB44-8C48EAF9AFCA}" srcId="{85FCFC5D-9A5E-483D-8BD4-46525AFB8C46}" destId="{B8085181-DF3C-4204-97EC-3D623A7781B3}" srcOrd="1" destOrd="0" parTransId="{8F29D63C-70F5-44B8-BA53-9BEB8E1E632C}" sibTransId="{792C4F44-91AB-4A4D-8FC2-96EBB49FA98D}"/>
    <dgm:cxn modelId="{3857A367-D2B9-49E4-980C-DFD9B9AD604F}" type="presOf" srcId="{16EBD541-1B65-434D-B2D6-AFFE7537BCB1}" destId="{5EABE500-30B2-4308-995C-C43AA2D31F20}" srcOrd="0" destOrd="0" presId="urn:microsoft.com/office/officeart/2005/8/layout/list1"/>
    <dgm:cxn modelId="{31677B4A-00D3-4058-AE02-3DC78C213DDF}" type="presOf" srcId="{B8085181-DF3C-4204-97EC-3D623A7781B3}" destId="{581D006B-0846-4683-9443-8C43EEC65472}" srcOrd="1" destOrd="0" presId="urn:microsoft.com/office/officeart/2005/8/layout/list1"/>
    <dgm:cxn modelId="{4ED9F64D-78FD-4178-A73F-2883C8209D5E}" type="presOf" srcId="{5A6D1A6E-F104-493D-9AD2-415522B1739B}" destId="{A8D8B5D0-FC60-43D1-9145-B525787F4C10}" srcOrd="0" destOrd="0" presId="urn:microsoft.com/office/officeart/2005/8/layout/list1"/>
    <dgm:cxn modelId="{E4F1926E-6EC4-4356-8CEE-A7668AF5C413}" type="presOf" srcId="{FB032065-DA3F-44D4-97D5-C09FF936C414}" destId="{24D6666A-9D1D-4807-ADC1-72C71EB82CD7}" srcOrd="1" destOrd="0" presId="urn:microsoft.com/office/officeart/2005/8/layout/list1"/>
    <dgm:cxn modelId="{E0AF3B79-B10E-4097-81AE-F9244FB1D942}" srcId="{85FCFC5D-9A5E-483D-8BD4-46525AFB8C46}" destId="{FB032065-DA3F-44D4-97D5-C09FF936C414}" srcOrd="3" destOrd="0" parTransId="{7B548292-35DB-474D-BCC1-0E8FC7F11A77}" sibTransId="{56925E36-2453-4CFC-950A-C396FBF18211}"/>
    <dgm:cxn modelId="{E500917C-D0DC-48CD-AC9E-C250245EDE73}" srcId="{FB032065-DA3F-44D4-97D5-C09FF936C414}" destId="{5A6D1A6E-F104-493D-9AD2-415522B1739B}" srcOrd="0" destOrd="0" parTransId="{B45849F4-9051-47C3-9AC7-548D01B01DB4}" sibTransId="{E790C795-AE9C-4970-8F98-B20EFD604B4A}"/>
    <dgm:cxn modelId="{86A3E080-01FA-4996-9626-3F874FC1A061}" type="presOf" srcId="{AB1F2F09-AB83-489A-A595-1283664D2FF3}" destId="{BDEEB6F0-FFBD-4B31-A7B7-A608B9E0FB76}" srcOrd="1" destOrd="0" presId="urn:microsoft.com/office/officeart/2005/8/layout/list1"/>
    <dgm:cxn modelId="{37E8158D-BE1D-496D-9527-1578A1C95B93}" srcId="{85FCFC5D-9A5E-483D-8BD4-46525AFB8C46}" destId="{AB1F2F09-AB83-489A-A595-1283664D2FF3}" srcOrd="2" destOrd="0" parTransId="{6BFDB0C9-4C09-44EA-8B24-58B5C932B7B6}" sibTransId="{960E4402-B9E9-4DB1-80E6-57D38B1A00FB}"/>
    <dgm:cxn modelId="{E2C1A1A2-75CB-4F92-A237-7CE75F5E0B5C}" type="presOf" srcId="{AB1F2F09-AB83-489A-A595-1283664D2FF3}" destId="{158CE26C-A318-45A3-B596-ADB1D63DD977}" srcOrd="0" destOrd="0" presId="urn:microsoft.com/office/officeart/2005/8/layout/list1"/>
    <dgm:cxn modelId="{515485BE-4ECE-4289-BAE4-1028314440C9}" srcId="{FB032065-DA3F-44D4-97D5-C09FF936C414}" destId="{524A218A-4EC8-4CBF-8B2B-AD33CD755739}" srcOrd="1" destOrd="0" parTransId="{ED4D7263-5863-4B49-A103-0C538C856A6C}" sibTransId="{204EBC64-F298-48D3-A672-D2B65E2F43B5}"/>
    <dgm:cxn modelId="{F0D63ED9-ECEA-44D2-80D2-739EE94F7395}" type="presOf" srcId="{FB032065-DA3F-44D4-97D5-C09FF936C414}" destId="{CE120900-A771-470C-A4C8-05DCB4FFDECC}" srcOrd="0" destOrd="0" presId="urn:microsoft.com/office/officeart/2005/8/layout/list1"/>
    <dgm:cxn modelId="{8A4577F5-94A6-4946-8443-02B9EE8C49EF}" type="presOf" srcId="{16EBD541-1B65-434D-B2D6-AFFE7537BCB1}" destId="{DF0D58DB-43FA-458C-AA46-587D1580DBE2}" srcOrd="1" destOrd="0" presId="urn:microsoft.com/office/officeart/2005/8/layout/list1"/>
    <dgm:cxn modelId="{E4F9E6FB-C736-4434-BD81-13F4F2FE5F05}" type="presOf" srcId="{9019E59E-F5A8-4DDA-88EB-98DB6FB8C9CF}" destId="{5508AF47-0982-4B7A-8583-572DE5591128}" srcOrd="1" destOrd="0" presId="urn:microsoft.com/office/officeart/2005/8/layout/list1"/>
    <dgm:cxn modelId="{4BB2A011-1037-40BF-B0E6-E9E53C3DC93F}" type="presParOf" srcId="{3179D279-44E0-49FC-9F12-070ED1D2A6AB}" destId="{925BF414-8D79-4E2D-9F14-1D9B1305B101}" srcOrd="0" destOrd="0" presId="urn:microsoft.com/office/officeart/2005/8/layout/list1"/>
    <dgm:cxn modelId="{35A86293-12B5-4B54-8DC5-F0941EF3C26C}" type="presParOf" srcId="{925BF414-8D79-4E2D-9F14-1D9B1305B101}" destId="{5EABE500-30B2-4308-995C-C43AA2D31F20}" srcOrd="0" destOrd="0" presId="urn:microsoft.com/office/officeart/2005/8/layout/list1"/>
    <dgm:cxn modelId="{C6450499-A8C7-4BCF-80BD-3869C97D614E}" type="presParOf" srcId="{925BF414-8D79-4E2D-9F14-1D9B1305B101}" destId="{DF0D58DB-43FA-458C-AA46-587D1580DBE2}" srcOrd="1" destOrd="0" presId="urn:microsoft.com/office/officeart/2005/8/layout/list1"/>
    <dgm:cxn modelId="{F2D55D48-215F-4F4A-B60C-EDB2308EE9AF}" type="presParOf" srcId="{3179D279-44E0-49FC-9F12-070ED1D2A6AB}" destId="{4D20BFEF-8619-4418-866A-9436DD007BEA}" srcOrd="1" destOrd="0" presId="urn:microsoft.com/office/officeart/2005/8/layout/list1"/>
    <dgm:cxn modelId="{FD817CF0-826E-4D58-A3F2-857A4C89826B}" type="presParOf" srcId="{3179D279-44E0-49FC-9F12-070ED1D2A6AB}" destId="{75D49D4F-B4CC-4D56-9038-53799F6D0FAE}" srcOrd="2" destOrd="0" presId="urn:microsoft.com/office/officeart/2005/8/layout/list1"/>
    <dgm:cxn modelId="{E7CB2CBE-FA9F-4061-BA27-D70BF2854AFF}" type="presParOf" srcId="{3179D279-44E0-49FC-9F12-070ED1D2A6AB}" destId="{0A46DACD-5C45-4872-B3E2-EB8D0A3F1AA5}" srcOrd="3" destOrd="0" presId="urn:microsoft.com/office/officeart/2005/8/layout/list1"/>
    <dgm:cxn modelId="{9898FA83-E39B-4066-9082-910AE27B920C}" type="presParOf" srcId="{3179D279-44E0-49FC-9F12-070ED1D2A6AB}" destId="{1FA95B0F-645E-46D7-A4A1-646B85E2A8E7}" srcOrd="4" destOrd="0" presId="urn:microsoft.com/office/officeart/2005/8/layout/list1"/>
    <dgm:cxn modelId="{2BAB1169-D5EF-4B70-ABCC-51CFED125978}" type="presParOf" srcId="{1FA95B0F-645E-46D7-A4A1-646B85E2A8E7}" destId="{BB35036A-0D85-4022-BF8D-EC81BA8E461B}" srcOrd="0" destOrd="0" presId="urn:microsoft.com/office/officeart/2005/8/layout/list1"/>
    <dgm:cxn modelId="{16113F54-B6AD-44E7-8031-93A4F74EF380}" type="presParOf" srcId="{1FA95B0F-645E-46D7-A4A1-646B85E2A8E7}" destId="{581D006B-0846-4683-9443-8C43EEC65472}" srcOrd="1" destOrd="0" presId="urn:microsoft.com/office/officeart/2005/8/layout/list1"/>
    <dgm:cxn modelId="{96A9BAE8-24AC-4AC2-9AB5-56D01D8F47A9}" type="presParOf" srcId="{3179D279-44E0-49FC-9F12-070ED1D2A6AB}" destId="{E6142850-9BEF-4540-9B0F-886FC6238CEA}" srcOrd="5" destOrd="0" presId="urn:microsoft.com/office/officeart/2005/8/layout/list1"/>
    <dgm:cxn modelId="{4E1AB587-EBB1-4498-91E6-98FDAC4ED517}" type="presParOf" srcId="{3179D279-44E0-49FC-9F12-070ED1D2A6AB}" destId="{CCD154DE-06BD-4EC4-B03F-DA20FDAF2847}" srcOrd="6" destOrd="0" presId="urn:microsoft.com/office/officeart/2005/8/layout/list1"/>
    <dgm:cxn modelId="{0BA3680A-71EB-4B35-A282-BD07B191F541}" type="presParOf" srcId="{3179D279-44E0-49FC-9F12-070ED1D2A6AB}" destId="{5255CD1A-5920-4601-BCAD-565DBE9AB7DA}" srcOrd="7" destOrd="0" presId="urn:microsoft.com/office/officeart/2005/8/layout/list1"/>
    <dgm:cxn modelId="{CDE60DAA-D58E-476A-8EE8-BA8294E591C5}" type="presParOf" srcId="{3179D279-44E0-49FC-9F12-070ED1D2A6AB}" destId="{AE20167A-24C5-4504-8735-95D35BA3E71E}" srcOrd="8" destOrd="0" presId="urn:microsoft.com/office/officeart/2005/8/layout/list1"/>
    <dgm:cxn modelId="{D026EFD3-2E08-4ACA-8A00-A3D870F6B4F5}" type="presParOf" srcId="{AE20167A-24C5-4504-8735-95D35BA3E71E}" destId="{158CE26C-A318-45A3-B596-ADB1D63DD977}" srcOrd="0" destOrd="0" presId="urn:microsoft.com/office/officeart/2005/8/layout/list1"/>
    <dgm:cxn modelId="{D691166A-38D6-4FEF-A885-5E8557E8515B}" type="presParOf" srcId="{AE20167A-24C5-4504-8735-95D35BA3E71E}" destId="{BDEEB6F0-FFBD-4B31-A7B7-A608B9E0FB76}" srcOrd="1" destOrd="0" presId="urn:microsoft.com/office/officeart/2005/8/layout/list1"/>
    <dgm:cxn modelId="{5E0CCF36-69F5-42FB-A34C-7F3C69D70199}" type="presParOf" srcId="{3179D279-44E0-49FC-9F12-070ED1D2A6AB}" destId="{0A1EE1A2-0154-42C9-A3EF-68016CA5249F}" srcOrd="9" destOrd="0" presId="urn:microsoft.com/office/officeart/2005/8/layout/list1"/>
    <dgm:cxn modelId="{651EF3C2-A3EE-4B65-AE97-CB747B0D7239}" type="presParOf" srcId="{3179D279-44E0-49FC-9F12-070ED1D2A6AB}" destId="{E7EB3AB2-C8B3-43EE-9D76-F2556881C62B}" srcOrd="10" destOrd="0" presId="urn:microsoft.com/office/officeart/2005/8/layout/list1"/>
    <dgm:cxn modelId="{F6067DEE-1095-4DB9-A396-D30944692673}" type="presParOf" srcId="{3179D279-44E0-49FC-9F12-070ED1D2A6AB}" destId="{4BB0E32D-F7DB-4A01-823A-3DD403AA545E}" srcOrd="11" destOrd="0" presId="urn:microsoft.com/office/officeart/2005/8/layout/list1"/>
    <dgm:cxn modelId="{7371AABF-B26A-4BCD-B4B0-654132CE9283}" type="presParOf" srcId="{3179D279-44E0-49FC-9F12-070ED1D2A6AB}" destId="{3E4C5AD1-DCAE-44F1-A598-F09B35D66DAB}" srcOrd="12" destOrd="0" presId="urn:microsoft.com/office/officeart/2005/8/layout/list1"/>
    <dgm:cxn modelId="{4927CBA6-1BF6-4F54-902E-8EDEE477DC8F}" type="presParOf" srcId="{3E4C5AD1-DCAE-44F1-A598-F09B35D66DAB}" destId="{CE120900-A771-470C-A4C8-05DCB4FFDECC}" srcOrd="0" destOrd="0" presId="urn:microsoft.com/office/officeart/2005/8/layout/list1"/>
    <dgm:cxn modelId="{17E0BC46-74A8-4EF5-AAC1-85558D1637D1}" type="presParOf" srcId="{3E4C5AD1-DCAE-44F1-A598-F09B35D66DAB}" destId="{24D6666A-9D1D-4807-ADC1-72C71EB82CD7}" srcOrd="1" destOrd="0" presId="urn:microsoft.com/office/officeart/2005/8/layout/list1"/>
    <dgm:cxn modelId="{2447918E-818E-4395-B9EE-C44BCE5B5228}" type="presParOf" srcId="{3179D279-44E0-49FC-9F12-070ED1D2A6AB}" destId="{1A3D2132-D72D-4020-9420-B8CEFEB3D037}" srcOrd="13" destOrd="0" presId="urn:microsoft.com/office/officeart/2005/8/layout/list1"/>
    <dgm:cxn modelId="{6F84DB19-08F1-4FD0-8836-35DDD56BCF50}" type="presParOf" srcId="{3179D279-44E0-49FC-9F12-070ED1D2A6AB}" destId="{A8D8B5D0-FC60-43D1-9145-B525787F4C10}" srcOrd="14" destOrd="0" presId="urn:microsoft.com/office/officeart/2005/8/layout/list1"/>
    <dgm:cxn modelId="{50DF07FB-BC20-4431-91D2-5D34F32F64B9}" type="presParOf" srcId="{3179D279-44E0-49FC-9F12-070ED1D2A6AB}" destId="{E271ACFB-E8BB-4060-9AA4-FAA17FE8906A}" srcOrd="15" destOrd="0" presId="urn:microsoft.com/office/officeart/2005/8/layout/list1"/>
    <dgm:cxn modelId="{8E872A2A-B6C1-488F-893B-86FDBFA091D5}" type="presParOf" srcId="{3179D279-44E0-49FC-9F12-070ED1D2A6AB}" destId="{62B2D39F-A528-4DBF-9AE5-705AF9E06619}" srcOrd="16" destOrd="0" presId="urn:microsoft.com/office/officeart/2005/8/layout/list1"/>
    <dgm:cxn modelId="{0E9C2E8B-1967-478D-9ECF-2593DB0E3583}" type="presParOf" srcId="{62B2D39F-A528-4DBF-9AE5-705AF9E06619}" destId="{5C7EEE56-628C-41A1-90B2-F876A3B63C02}" srcOrd="0" destOrd="0" presId="urn:microsoft.com/office/officeart/2005/8/layout/list1"/>
    <dgm:cxn modelId="{03F2CF3C-2F02-4D73-B6F8-3A05399CE1C7}" type="presParOf" srcId="{62B2D39F-A528-4DBF-9AE5-705AF9E06619}" destId="{5508AF47-0982-4B7A-8583-572DE5591128}" srcOrd="1" destOrd="0" presId="urn:microsoft.com/office/officeart/2005/8/layout/list1"/>
    <dgm:cxn modelId="{12F782D3-930B-4E18-BF48-8012FF838FE3}" type="presParOf" srcId="{3179D279-44E0-49FC-9F12-070ED1D2A6AB}" destId="{4A706ED3-C577-45B0-A2E1-C6F245345EB4}" srcOrd="17" destOrd="0" presId="urn:microsoft.com/office/officeart/2005/8/layout/list1"/>
    <dgm:cxn modelId="{FD71A58B-CE84-4CAD-9160-28CFFBC11F63}" type="presParOf" srcId="{3179D279-44E0-49FC-9F12-070ED1D2A6AB}" destId="{6A08BD00-2B2C-479F-99F7-493DBED9734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49D4F-B4CC-4D56-9038-53799F6D0FAE}">
      <dsp:nvSpPr>
        <dsp:cNvPr id="0" name=""/>
        <dsp:cNvSpPr/>
      </dsp:nvSpPr>
      <dsp:spPr>
        <a:xfrm>
          <a:off x="0" y="364932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0D58DB-43FA-458C-AA46-587D1580DBE2}">
      <dsp:nvSpPr>
        <dsp:cNvPr id="0" name=""/>
        <dsp:cNvSpPr/>
      </dsp:nvSpPr>
      <dsp:spPr>
        <a:xfrm>
          <a:off x="333341" y="5497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Event Driven Architectures (EDA)</a:t>
          </a:r>
          <a:endParaRPr lang="en-US" sz="2100" kern="1200"/>
        </a:p>
      </dsp:txBody>
      <dsp:txXfrm>
        <a:off x="363603" y="85234"/>
        <a:ext cx="4606259" cy="559396"/>
      </dsp:txXfrm>
    </dsp:sp>
    <dsp:sp modelId="{CCD154DE-06BD-4EC4-B03F-DA20FDAF2847}">
      <dsp:nvSpPr>
        <dsp:cNvPr id="0" name=""/>
        <dsp:cNvSpPr/>
      </dsp:nvSpPr>
      <dsp:spPr>
        <a:xfrm>
          <a:off x="0" y="1317492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D006B-0846-4683-9443-8C43EEC65472}">
      <dsp:nvSpPr>
        <dsp:cNvPr id="0" name=""/>
        <dsp:cNvSpPr/>
      </dsp:nvSpPr>
      <dsp:spPr>
        <a:xfrm>
          <a:off x="333341" y="100753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Key Components of EDA</a:t>
          </a:r>
          <a:endParaRPr lang="en-US" sz="2100" kern="1200"/>
        </a:p>
      </dsp:txBody>
      <dsp:txXfrm>
        <a:off x="363603" y="1037794"/>
        <a:ext cx="4606259" cy="559396"/>
      </dsp:txXfrm>
    </dsp:sp>
    <dsp:sp modelId="{E7EB3AB2-C8B3-43EE-9D76-F2556881C62B}">
      <dsp:nvSpPr>
        <dsp:cNvPr id="0" name=""/>
        <dsp:cNvSpPr/>
      </dsp:nvSpPr>
      <dsp:spPr>
        <a:xfrm>
          <a:off x="0" y="2270052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EB6F0-FFBD-4B31-A7B7-A608B9E0FB76}">
      <dsp:nvSpPr>
        <dsp:cNvPr id="0" name=""/>
        <dsp:cNvSpPr/>
      </dsp:nvSpPr>
      <dsp:spPr>
        <a:xfrm>
          <a:off x="333341" y="196009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Benefits of EDA</a:t>
          </a:r>
          <a:endParaRPr lang="en-US" sz="2100" kern="1200"/>
        </a:p>
      </dsp:txBody>
      <dsp:txXfrm>
        <a:off x="363603" y="1990354"/>
        <a:ext cx="4606259" cy="559396"/>
      </dsp:txXfrm>
    </dsp:sp>
    <dsp:sp modelId="{A8D8B5D0-FC60-43D1-9145-B525787F4C10}">
      <dsp:nvSpPr>
        <dsp:cNvPr id="0" name=""/>
        <dsp:cNvSpPr/>
      </dsp:nvSpPr>
      <dsp:spPr>
        <a:xfrm>
          <a:off x="0" y="3222612"/>
          <a:ext cx="6666833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100" kern="1200"/>
            <a:t>Smart Home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100" kern="1200"/>
            <a:t>Proactive Mainenance</a:t>
          </a:r>
          <a:endParaRPr lang="en-US" sz="2100" kern="1200"/>
        </a:p>
      </dsp:txBody>
      <dsp:txXfrm>
        <a:off x="0" y="3222612"/>
        <a:ext cx="6666833" cy="1223775"/>
      </dsp:txXfrm>
    </dsp:sp>
    <dsp:sp modelId="{24D6666A-9D1D-4807-ADC1-72C71EB82CD7}">
      <dsp:nvSpPr>
        <dsp:cNvPr id="0" name=""/>
        <dsp:cNvSpPr/>
      </dsp:nvSpPr>
      <dsp:spPr>
        <a:xfrm>
          <a:off x="333341" y="291265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EDA Examples</a:t>
          </a:r>
          <a:endParaRPr lang="en-US" sz="2100" kern="1200"/>
        </a:p>
      </dsp:txBody>
      <dsp:txXfrm>
        <a:off x="363603" y="2942914"/>
        <a:ext cx="4606259" cy="559396"/>
      </dsp:txXfrm>
    </dsp:sp>
    <dsp:sp modelId="{6A08BD00-2B2C-479F-99F7-493DBED9734C}">
      <dsp:nvSpPr>
        <dsp:cNvPr id="0" name=""/>
        <dsp:cNvSpPr/>
      </dsp:nvSpPr>
      <dsp:spPr>
        <a:xfrm>
          <a:off x="0" y="4869747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8AF47-0982-4B7A-8583-572DE5591128}">
      <dsp:nvSpPr>
        <dsp:cNvPr id="0" name=""/>
        <dsp:cNvSpPr/>
      </dsp:nvSpPr>
      <dsp:spPr>
        <a:xfrm>
          <a:off x="333341" y="4559787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 dirty="0"/>
            <a:t>Lab Example</a:t>
          </a:r>
          <a:endParaRPr lang="en-US" sz="2100" kern="1200" dirty="0"/>
        </a:p>
      </dsp:txBody>
      <dsp:txXfrm>
        <a:off x="363603" y="4590049"/>
        <a:ext cx="4606259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72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It doesn’t specify exact classes, function names, or programming languages, but it does define:</a:t>
            </a:r>
          </a:p>
          <a:p>
            <a:r>
              <a:rPr lang="en-GB" b="1" dirty="0"/>
              <a:t>Main components</a:t>
            </a:r>
            <a:r>
              <a:rPr lang="en-GB" dirty="0"/>
              <a:t> (e.g., UI, business logic, data store)</a:t>
            </a:r>
          </a:p>
          <a:p>
            <a:r>
              <a:rPr lang="en-GB" b="1" dirty="0"/>
              <a:t>How they communicate</a:t>
            </a:r>
            <a:r>
              <a:rPr lang="en-GB" dirty="0"/>
              <a:t> (e.g., events, APIs, message queues)</a:t>
            </a:r>
          </a:p>
          <a:p>
            <a:r>
              <a:rPr lang="en-GB" b="1" dirty="0"/>
              <a:t>Responsibility boundaries</a:t>
            </a:r>
            <a:r>
              <a:rPr lang="en-GB" dirty="0"/>
              <a:t> (who does what, and where)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5170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3D92-A478-94BA-AEB0-73473FDB2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28EE6-31F0-1790-A73B-6939B8B69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D959-B694-3712-4FA8-D734D5DE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DC55-3106-BF10-126E-5ED373E23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9418A-A1C9-5C02-40D5-2AB7C429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2169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4FAC-33D2-1221-D581-882BC4DC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E343-8F0D-DEAF-C9EE-21C4D7C2B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9BF80-B6FF-7C1D-1ABA-E8A0D086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7C3D-7C21-8E50-D849-A483FBC2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DB686-C03B-9756-5083-1C684E68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930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75A3-09AA-D0F1-F461-EBAA3ADE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9BEA5-4867-D194-0ACC-D4121742E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20EE-3EDE-524E-2FC5-C0663066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890D-6F88-8488-F9F3-FCB6C0AE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00D2-06AB-0901-9C6F-1D139B39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926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22FB-6550-2B27-129A-1DFBE3EB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6F3A-4FB1-6DB2-7000-67F21A52A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34E13-AB36-8702-1F1F-C73C773EE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33950-FB16-3722-C1C5-643A2159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F9E4F-4226-ACFA-840F-8284E86C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41FB5-7F1A-3DFF-409D-6600A506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036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4C3F-32C0-49DD-C2D1-DCFC7216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1278C-BCD5-3371-0AAE-36C98D322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A1761-E994-E79B-8A32-FA9E9F9CA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1241E-E480-4445-7F9E-4BACE4499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CEAB7-D75D-1C05-0A2A-64EECF9FD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EE8DF-ACB8-7F4D-A897-8405F047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F1B0A-C599-C29B-3A3A-96FC3BA5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CB985E-CAC8-4717-D26B-B23B0CF8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875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D3C0-8807-1F57-2713-87D9C9C4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7BD41-1175-F815-F4B1-90C93696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65784-2CB7-4E01-B613-2D4F388B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9DB49-1067-7F3C-BF5F-97DD6BF5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330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F2FB0-AA39-594A-904C-F594B022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96B10-11FA-5A04-2159-C46125B3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2C334-38E2-DACF-8773-1566EE9A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43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DE7A-82DB-E174-DB0F-64428503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3259-2823-EB14-2463-CC0E97E9A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D8D9B-3117-C259-F130-A2DDFFC8B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CDBE-DD6F-2C14-2D72-1E2BA576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9EFEF-899B-CB93-4421-5107746E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6F7B3-096D-51DB-F829-483EBD54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164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3C60-9D22-3E9E-67B1-39AE0CEB5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1DC85-2598-64EF-4CCB-C87B975D7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F939B-CF33-5C13-E604-ACFBF5A09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8B2FA-7001-C84A-2CA1-0182A685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A47F6-5AA9-8283-F7C3-C6A68476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98AF0-98F4-D6C4-FEF5-0BA962EC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6855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3312-D9C6-7D48-18E6-D3648CB7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29F39-E20C-BC28-5DDE-E0A048C7D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E9F40-E58F-9E3B-6E0C-FDF8A1A3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AA4C-8224-86CE-15D7-3F2DC8C3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EBE3F-0270-B4F4-7502-368C52E5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3554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8320C-2782-3E61-B16E-99D3E3871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6B26C-7213-10B9-5F5F-73216568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C47A6-F251-D9ED-C86B-CFD2AD56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EEA7B-0A11-9D16-397D-EC78C40C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6D3F-4AD7-5CB1-C17A-5E86343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683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31AA9-FB44-E0B7-A655-8791C791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FC6CA-AA9F-CA98-6237-61027D10E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52668-CFF7-9127-D989-0C812E759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4A75C-CC5C-47A2-B76F-314E0B373A42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4CA09-553F-D776-DECC-4A99EAE87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87F0-8628-FF83-CE12-F3785AF09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723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FB35B-AEED-22F5-3564-4D271E17FC98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A79B326-9534-A109-7DBF-1D8DAB920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3235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965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737F7-3D25-056C-8A27-60E11EC56D35}"/>
              </a:ext>
            </a:extLst>
          </p:cNvPr>
          <p:cNvSpPr txBox="1"/>
          <p:nvPr/>
        </p:nvSpPr>
        <p:spPr>
          <a:xfrm>
            <a:off x="859168" y="575753"/>
            <a:ext cx="6107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Software Architecture Pattern?????</a:t>
            </a:r>
            <a:endParaRPr lang="en-IE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D59E0-ADA9-4AB3-08E1-608F815DD7E4}"/>
              </a:ext>
            </a:extLst>
          </p:cNvPr>
          <p:cNvSpPr txBox="1"/>
          <p:nvPr/>
        </p:nvSpPr>
        <p:spPr>
          <a:xfrm>
            <a:off x="704723" y="1397076"/>
            <a:ext cx="7543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software architecture pattern</a:t>
            </a:r>
            <a:r>
              <a:rPr lang="en-GB" dirty="0"/>
              <a:t> is a reusable solution to a design problem in software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blueprint for how to structure the big pieces of an application and how they interact.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Some popular software architecture patterns: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Layered (n-tier)</a:t>
            </a:r>
            <a:r>
              <a:rPr lang="en-GB" dirty="0"/>
              <a:t> – UI → business logic → data access →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Client–Server</a:t>
            </a:r>
            <a:r>
              <a:rPr lang="en-GB" dirty="0"/>
              <a:t> – clients send requests to a central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Microservices</a:t>
            </a:r>
            <a:r>
              <a:rPr lang="en-GB" dirty="0"/>
              <a:t> – many small, independent services communicating over the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Event-Driven</a:t>
            </a:r>
            <a:r>
              <a:rPr lang="en-GB" dirty="0"/>
              <a:t> – components react to and emit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Patterns help with </a:t>
            </a:r>
            <a:r>
              <a:rPr lang="en-GB" b="1" dirty="0"/>
              <a:t>maintainability, scalability, testability, and communication</a:t>
            </a:r>
            <a:r>
              <a:rPr lang="en-GB" dirty="0"/>
              <a:t>—because everyone on the team can say “we’re using a layered architecture” and immediately share a mental model of how the system is structured.</a:t>
            </a:r>
          </a:p>
        </p:txBody>
      </p:sp>
    </p:spTree>
    <p:extLst>
      <p:ext uri="{BB962C8B-B14F-4D97-AF65-F5344CB8AC3E}">
        <p14:creationId xmlns:p14="http://schemas.microsoft.com/office/powerpoint/2010/main" val="417190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7394-3988-5853-297E-E1F31ED0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EDA Architecture Overview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0A88E-C11C-0440-934B-35A4E7D53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3" y="2119823"/>
            <a:ext cx="11151173" cy="37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3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F7C2-787E-DB45-F43B-9684737B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Week 10 – </a:t>
            </a:r>
            <a:r>
              <a:rPr lang="en-GB" dirty="0" err="1"/>
              <a:t>Rpi</a:t>
            </a:r>
            <a:r>
              <a:rPr lang="en-GB" dirty="0"/>
              <a:t> Camera &amp; </a:t>
            </a:r>
            <a:r>
              <a:rPr lang="en-GB" dirty="0" err="1"/>
              <a:t>Cloudinary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A1FD7-F92F-667B-B9B4-D3400CFA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46" y="1735706"/>
            <a:ext cx="10285254" cy="490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5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1D7E-7466-2AF2-EBC4-C9D57A71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89C6-E885-0689-CD15-D78A69A5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Week 10 – Python on Render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04478-33EF-2606-CFBD-B2A6A2B7C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24" y="1353328"/>
            <a:ext cx="9436585" cy="53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14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8C1B5A-6325-0DAA-53F7-09950199A2AD}"/>
              </a:ext>
            </a:extLst>
          </p:cNvPr>
          <p:cNvSpPr/>
          <p:nvPr/>
        </p:nvSpPr>
        <p:spPr>
          <a:xfrm>
            <a:off x="1341972" y="4182616"/>
            <a:ext cx="3027089" cy="8265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  <a:r>
              <a:rPr kumimoji="0" lang="en-I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lask</a:t>
            </a: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App</a:t>
            </a:r>
            <a:b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http://hdip rpi.local:8080</a:t>
            </a:r>
          </a:p>
        </p:txBody>
      </p:sp>
      <p:sp>
        <p:nvSpPr>
          <p:cNvPr id="31" name="Arrow: Left-Right 30">
            <a:extLst>
              <a:ext uri="{FF2B5EF4-FFF2-40B4-BE49-F238E27FC236}">
                <a16:creationId xmlns:a16="http://schemas.microsoft.com/office/drawing/2014/main" id="{AFC0076F-8AE6-16E7-A0E6-486FD81566B1}"/>
              </a:ext>
            </a:extLst>
          </p:cNvPr>
          <p:cNvSpPr/>
          <p:nvPr/>
        </p:nvSpPr>
        <p:spPr>
          <a:xfrm rot="20074316">
            <a:off x="4382801" y="3505682"/>
            <a:ext cx="2261071" cy="47166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17D81F-8399-0EDB-4EEA-159CD3532A73}"/>
              </a:ext>
            </a:extLst>
          </p:cNvPr>
          <p:cNvSpPr/>
          <p:nvPr/>
        </p:nvSpPr>
        <p:spPr>
          <a:xfrm>
            <a:off x="6506014" y="1999976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Graphic 13" descr="Programmer female with solid fill">
            <a:extLst>
              <a:ext uri="{FF2B5EF4-FFF2-40B4-BE49-F238E27FC236}">
                <a16:creationId xmlns:a16="http://schemas.microsoft.com/office/drawing/2014/main" id="{C820789C-DCED-D803-11DF-928637F7C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613" y="2372997"/>
            <a:ext cx="1310841" cy="131084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9674A56-C35A-E32F-3C93-EDA7798D0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652" y="3028419"/>
            <a:ext cx="897350" cy="868589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0BF9ADC-5E81-27D8-CA04-91DED4321DB3}"/>
              </a:ext>
            </a:extLst>
          </p:cNvPr>
          <p:cNvSpPr/>
          <p:nvPr/>
        </p:nvSpPr>
        <p:spPr>
          <a:xfrm>
            <a:off x="1341973" y="1916263"/>
            <a:ext cx="3027089" cy="8265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doorbell_camera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App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A2EA633-EE7D-C026-C435-1089F4D5D779}"/>
              </a:ext>
            </a:extLst>
          </p:cNvPr>
          <p:cNvSpPr/>
          <p:nvPr/>
        </p:nvSpPr>
        <p:spPr>
          <a:xfrm>
            <a:off x="1118624" y="1707669"/>
            <a:ext cx="3473783" cy="3543513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25F4187-971B-D964-298E-F1E4518B6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8761" y="3028420"/>
            <a:ext cx="759171" cy="868589"/>
          </a:xfrm>
          <a:prstGeom prst="rect">
            <a:avLst/>
          </a:prstGeom>
        </p:spPr>
      </p:pic>
      <p:sp>
        <p:nvSpPr>
          <p:cNvPr id="40" name="Arrow: Down 39">
            <a:extLst>
              <a:ext uri="{FF2B5EF4-FFF2-40B4-BE49-F238E27FC236}">
                <a16:creationId xmlns:a16="http://schemas.microsoft.com/office/drawing/2014/main" id="{CDD41598-E556-E8B7-7C41-74A2DE3C8B2F}"/>
              </a:ext>
            </a:extLst>
          </p:cNvPr>
          <p:cNvSpPr/>
          <p:nvPr/>
        </p:nvSpPr>
        <p:spPr>
          <a:xfrm>
            <a:off x="2086550" y="2816843"/>
            <a:ext cx="368215" cy="2115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97FDFCA6-DCA0-E4A4-1A6B-8C5F8EC1E2BE}"/>
              </a:ext>
            </a:extLst>
          </p:cNvPr>
          <p:cNvSpPr/>
          <p:nvPr/>
        </p:nvSpPr>
        <p:spPr>
          <a:xfrm>
            <a:off x="3381219" y="2803241"/>
            <a:ext cx="368215" cy="2115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7D483D4-6192-3EF5-09D5-81A32E888650}"/>
              </a:ext>
            </a:extLst>
          </p:cNvPr>
          <p:cNvSpPr/>
          <p:nvPr/>
        </p:nvSpPr>
        <p:spPr>
          <a:xfrm rot="10649149">
            <a:off x="2082087" y="3924252"/>
            <a:ext cx="368215" cy="2115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0497C3C9-C688-E5A0-0E6A-02F5E0C3388D}"/>
              </a:ext>
            </a:extLst>
          </p:cNvPr>
          <p:cNvSpPr/>
          <p:nvPr/>
        </p:nvSpPr>
        <p:spPr>
          <a:xfrm rot="10800000">
            <a:off x="3381218" y="3940598"/>
            <a:ext cx="368215" cy="2115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CBFA38-152E-DA2E-5761-9D8856AF6591}"/>
              </a:ext>
            </a:extLst>
          </p:cNvPr>
          <p:cNvSpPr txBox="1"/>
          <p:nvPr/>
        </p:nvSpPr>
        <p:spPr>
          <a:xfrm>
            <a:off x="2007686" y="1257968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Raspberry 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A24A8-C585-BF7B-1BD5-E9102E64AB57}"/>
              </a:ext>
            </a:extLst>
          </p:cNvPr>
          <p:cNvSpPr txBox="1"/>
          <p:nvPr/>
        </p:nvSpPr>
        <p:spPr>
          <a:xfrm>
            <a:off x="681197" y="447995"/>
            <a:ext cx="700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Week 10 Lab: Step1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359424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805ED7-9C38-7E78-9C64-6126B01E71EE}"/>
              </a:ext>
            </a:extLst>
          </p:cNvPr>
          <p:cNvSpPr/>
          <p:nvPr/>
        </p:nvSpPr>
        <p:spPr>
          <a:xfrm>
            <a:off x="10447054" y="2211680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raphic 4" descr="Programmer female with solid fill">
            <a:extLst>
              <a:ext uri="{FF2B5EF4-FFF2-40B4-BE49-F238E27FC236}">
                <a16:creationId xmlns:a16="http://schemas.microsoft.com/office/drawing/2014/main" id="{786224FD-F985-BF87-0292-E109D6702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458" y="2702492"/>
            <a:ext cx="1310841" cy="131084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D7C097-1ED9-004B-C925-71A55AA3930C}"/>
              </a:ext>
            </a:extLst>
          </p:cNvPr>
          <p:cNvSpPr/>
          <p:nvPr/>
        </p:nvSpPr>
        <p:spPr>
          <a:xfrm>
            <a:off x="1307945" y="2508875"/>
            <a:ext cx="3027089" cy="8265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doorbell_camera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App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2A72CC-A595-02FD-2453-40D5CE5156D2}"/>
              </a:ext>
            </a:extLst>
          </p:cNvPr>
          <p:cNvSpPr/>
          <p:nvPr/>
        </p:nvSpPr>
        <p:spPr>
          <a:xfrm>
            <a:off x="1041873" y="2368946"/>
            <a:ext cx="3473783" cy="2458387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204679-460D-CA27-7515-E5CD652A8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179" y="3784836"/>
            <a:ext cx="759171" cy="868589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B857E2D0-9377-CCA0-FB49-2FC555C6BD23}"/>
              </a:ext>
            </a:extLst>
          </p:cNvPr>
          <p:cNvSpPr/>
          <p:nvPr/>
        </p:nvSpPr>
        <p:spPr>
          <a:xfrm>
            <a:off x="2488254" y="3440728"/>
            <a:ext cx="368215" cy="2115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84F10-FED3-7B67-9B85-0A6820D38438}"/>
              </a:ext>
            </a:extLst>
          </p:cNvPr>
          <p:cNvSpPr txBox="1"/>
          <p:nvPr/>
        </p:nvSpPr>
        <p:spPr>
          <a:xfrm>
            <a:off x="1973658" y="1850580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Raspberry 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E6CCFF-EA8C-E8F8-D8FE-E8563728C780}"/>
              </a:ext>
            </a:extLst>
          </p:cNvPr>
          <p:cNvSpPr/>
          <p:nvPr/>
        </p:nvSpPr>
        <p:spPr>
          <a:xfrm>
            <a:off x="5031425" y="1959373"/>
            <a:ext cx="4855442" cy="3278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662259-55BF-E68F-A7D9-4F3FF20C8430}"/>
              </a:ext>
            </a:extLst>
          </p:cNvPr>
          <p:cNvSpPr/>
          <p:nvPr/>
        </p:nvSpPr>
        <p:spPr>
          <a:xfrm>
            <a:off x="5443030" y="2127709"/>
            <a:ext cx="3550491" cy="123020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Cloudinary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956075-7798-B05A-97CF-2012A38E7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858" y="2368946"/>
            <a:ext cx="897350" cy="868589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8EA2C0-BA29-65A0-34E3-FB944CEC0FD1}"/>
              </a:ext>
            </a:extLst>
          </p:cNvPr>
          <p:cNvSpPr/>
          <p:nvPr/>
        </p:nvSpPr>
        <p:spPr>
          <a:xfrm>
            <a:off x="5443030" y="3880585"/>
            <a:ext cx="3550491" cy="123020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861A8C-0263-AFF6-BC63-B799464E32ED}"/>
              </a:ext>
            </a:extLst>
          </p:cNvPr>
          <p:cNvSpPr/>
          <p:nvPr/>
        </p:nvSpPr>
        <p:spPr>
          <a:xfrm>
            <a:off x="6474567" y="4082413"/>
            <a:ext cx="2324659" cy="8265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  <a:r>
              <a:rPr kumimoji="0" lang="en-I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lask</a:t>
            </a: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App</a:t>
            </a:r>
            <a:b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I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http://door_bell.onrender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FA2808C-A4C1-195D-77D8-10723E7D0556}"/>
              </a:ext>
            </a:extLst>
          </p:cNvPr>
          <p:cNvSpPr/>
          <p:nvPr/>
        </p:nvSpPr>
        <p:spPr>
          <a:xfrm rot="20074316">
            <a:off x="9120746" y="3933691"/>
            <a:ext cx="1496911" cy="47166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7AD1AC-CF44-6DC0-383C-86F50450632E}"/>
              </a:ext>
            </a:extLst>
          </p:cNvPr>
          <p:cNvSpPr txBox="1"/>
          <p:nvPr/>
        </p:nvSpPr>
        <p:spPr>
          <a:xfrm>
            <a:off x="7007881" y="1284757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849AA77D-3393-ADA9-6E66-F76BC95F6490}"/>
              </a:ext>
            </a:extLst>
          </p:cNvPr>
          <p:cNvSpPr/>
          <p:nvPr/>
        </p:nvSpPr>
        <p:spPr>
          <a:xfrm rot="5697460">
            <a:off x="9800705" y="2561427"/>
            <a:ext cx="368215" cy="12973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F710-88D4-ACFD-74FE-0ECA20A656EA}"/>
              </a:ext>
            </a:extLst>
          </p:cNvPr>
          <p:cNvSpPr txBox="1"/>
          <p:nvPr/>
        </p:nvSpPr>
        <p:spPr>
          <a:xfrm>
            <a:off x="681197" y="447995"/>
            <a:ext cx="700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Week 10 Lab: Step2</a:t>
            </a:r>
            <a:endParaRPr lang="en-IE" b="1" dirty="0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35D460D3-F65D-CF71-1958-CA7BB0921449}"/>
              </a:ext>
            </a:extLst>
          </p:cNvPr>
          <p:cNvSpPr/>
          <p:nvPr/>
        </p:nvSpPr>
        <p:spPr>
          <a:xfrm rot="20440459">
            <a:off x="4152734" y="2599317"/>
            <a:ext cx="1396139" cy="47166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6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727E-E387-067D-90C8-4BF939D5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01F3ED-7BC3-D677-44BB-81AF4E882C43}"/>
              </a:ext>
            </a:extLst>
          </p:cNvPr>
          <p:cNvSpPr/>
          <p:nvPr/>
        </p:nvSpPr>
        <p:spPr>
          <a:xfrm>
            <a:off x="10741633" y="2286008"/>
            <a:ext cx="1330480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raphic 4" descr="Programmer female with solid fill">
            <a:extLst>
              <a:ext uri="{FF2B5EF4-FFF2-40B4-BE49-F238E27FC236}">
                <a16:creationId xmlns:a16="http://schemas.microsoft.com/office/drawing/2014/main" id="{A96C8F31-62AB-0D1C-FC79-80C2A5D8B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3959" y="2773579"/>
            <a:ext cx="1310841" cy="131084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D84AB3-7080-CA79-B179-35AB6787E57C}"/>
              </a:ext>
            </a:extLst>
          </p:cNvPr>
          <p:cNvSpPr/>
          <p:nvPr/>
        </p:nvSpPr>
        <p:spPr>
          <a:xfrm>
            <a:off x="1093133" y="3160346"/>
            <a:ext cx="2369596" cy="8265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doorbell_camera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App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C74292-1DA3-B838-3DC0-91D03C8EC526}"/>
              </a:ext>
            </a:extLst>
          </p:cNvPr>
          <p:cNvSpPr/>
          <p:nvPr/>
        </p:nvSpPr>
        <p:spPr>
          <a:xfrm>
            <a:off x="432583" y="2423535"/>
            <a:ext cx="3473783" cy="2458387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40F1DB-2CDE-88A4-C0B1-5088669861DE}"/>
              </a:ext>
            </a:extLst>
          </p:cNvPr>
          <p:cNvSpPr txBox="1"/>
          <p:nvPr/>
        </p:nvSpPr>
        <p:spPr>
          <a:xfrm>
            <a:off x="1450367" y="1982316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Raspberry 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642D6F-3203-218E-769C-EB33F1C11943}"/>
              </a:ext>
            </a:extLst>
          </p:cNvPr>
          <p:cNvSpPr/>
          <p:nvPr/>
        </p:nvSpPr>
        <p:spPr>
          <a:xfrm>
            <a:off x="4772696" y="1952695"/>
            <a:ext cx="5372046" cy="3278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CD9D27-8499-ABC5-E0B5-47C934E461A4}"/>
              </a:ext>
            </a:extLst>
          </p:cNvPr>
          <p:cNvSpPr/>
          <p:nvPr/>
        </p:nvSpPr>
        <p:spPr>
          <a:xfrm>
            <a:off x="4958854" y="2064726"/>
            <a:ext cx="2509252" cy="123020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Cloudinary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C13AC7-9495-D340-F5A4-229877BE2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776" y="2203827"/>
            <a:ext cx="897350" cy="868589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13B33F-F384-127E-4981-86304CDD0F01}"/>
              </a:ext>
            </a:extLst>
          </p:cNvPr>
          <p:cNvSpPr/>
          <p:nvPr/>
        </p:nvSpPr>
        <p:spPr>
          <a:xfrm>
            <a:off x="7900209" y="2351648"/>
            <a:ext cx="2158910" cy="253835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1ADB12-0941-4282-2FBA-60C4338762F7}"/>
              </a:ext>
            </a:extLst>
          </p:cNvPr>
          <p:cNvSpPr/>
          <p:nvPr/>
        </p:nvSpPr>
        <p:spPr>
          <a:xfrm>
            <a:off x="8025858" y="3169079"/>
            <a:ext cx="1998990" cy="8265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  <a:r>
              <a:rPr kumimoji="0" lang="en-I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lask</a:t>
            </a: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App</a:t>
            </a:r>
            <a:b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I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http://door_bell.onrender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42D858E8-E302-D149-CC1A-FF7B84FCBDBE}"/>
              </a:ext>
            </a:extLst>
          </p:cNvPr>
          <p:cNvSpPr/>
          <p:nvPr/>
        </p:nvSpPr>
        <p:spPr>
          <a:xfrm>
            <a:off x="10050133" y="3523961"/>
            <a:ext cx="1143212" cy="47166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2621C61-DEFB-7E90-1586-C69C804E6C8D}"/>
              </a:ext>
            </a:extLst>
          </p:cNvPr>
          <p:cNvSpPr/>
          <p:nvPr/>
        </p:nvSpPr>
        <p:spPr>
          <a:xfrm rot="10800000">
            <a:off x="7455011" y="6231498"/>
            <a:ext cx="368215" cy="3426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1B512D-6668-8BAB-0935-22BF68F0F33D}"/>
              </a:ext>
            </a:extLst>
          </p:cNvPr>
          <p:cNvSpPr txBox="1"/>
          <p:nvPr/>
        </p:nvSpPr>
        <p:spPr>
          <a:xfrm>
            <a:off x="6517165" y="1367167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9C8EF9-B451-5BF8-2604-76261B36C12E}"/>
              </a:ext>
            </a:extLst>
          </p:cNvPr>
          <p:cNvSpPr/>
          <p:nvPr/>
        </p:nvSpPr>
        <p:spPr>
          <a:xfrm>
            <a:off x="4938954" y="3592046"/>
            <a:ext cx="2509252" cy="149455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 Broker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663AF2-6267-5DF5-0C48-024805813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994" y="4095743"/>
            <a:ext cx="759171" cy="868589"/>
          </a:xfrm>
          <a:prstGeom prst="rect">
            <a:avLst/>
          </a:prstGeom>
        </p:spPr>
      </p:pic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ECBD7999-2123-3679-2F58-31A833DF51C1}"/>
              </a:ext>
            </a:extLst>
          </p:cNvPr>
          <p:cNvSpPr/>
          <p:nvPr/>
        </p:nvSpPr>
        <p:spPr>
          <a:xfrm rot="20440459">
            <a:off x="3593722" y="2897556"/>
            <a:ext cx="1396139" cy="47166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EC71125-536D-F92D-6C8E-FAE34C911CF3}"/>
              </a:ext>
            </a:extLst>
          </p:cNvPr>
          <p:cNvSpPr/>
          <p:nvPr/>
        </p:nvSpPr>
        <p:spPr>
          <a:xfrm>
            <a:off x="3740708" y="3831301"/>
            <a:ext cx="1565283" cy="5062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2FCA394-4783-1856-E3F0-9D73B8D55AB2}"/>
              </a:ext>
            </a:extLst>
          </p:cNvPr>
          <p:cNvSpPr/>
          <p:nvPr/>
        </p:nvSpPr>
        <p:spPr>
          <a:xfrm>
            <a:off x="7014325" y="3961580"/>
            <a:ext cx="1565283" cy="5062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AEBFE-504E-E4CB-DE9F-3F2214D2FF98}"/>
              </a:ext>
            </a:extLst>
          </p:cNvPr>
          <p:cNvSpPr txBox="1"/>
          <p:nvPr/>
        </p:nvSpPr>
        <p:spPr>
          <a:xfrm>
            <a:off x="681197" y="447995"/>
            <a:ext cx="700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Week 10 Lab: Step 3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7203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24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Widescreen</PresentationFormat>
  <Paragraphs>75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EDA Architecture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Week 10 – Rpi Camera &amp; Cloudinary</vt:lpstr>
      <vt:lpstr>Lab Week 10 – Python on Render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Frank X Walsh</cp:lastModifiedBy>
  <cp:revision>6</cp:revision>
  <dcterms:created xsi:type="dcterms:W3CDTF">2024-12-02T11:39:27Z</dcterms:created>
  <dcterms:modified xsi:type="dcterms:W3CDTF">2025-11-24T13:45:09Z</dcterms:modified>
</cp:coreProperties>
</file>