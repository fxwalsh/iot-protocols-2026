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0" r:id="rId4"/>
    <p:sldId id="257" r:id="rId5"/>
    <p:sldId id="259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4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88" y="536"/>
      </p:cViewPr>
      <p:guideLst>
        <p:guide orient="horz" pos="2160"/>
        <p:guide pos="547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BE38BA-9720-4649-B89B-DC2FDA4D0662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36F41769-C211-4FAA-8968-622273B0D287}">
      <dgm:prSet phldrT="[Text]" phldr="0"/>
      <dgm:spPr/>
      <dgm:t>
        <a:bodyPr/>
        <a:lstStyle/>
        <a:p>
          <a:r>
            <a:rPr lang="en-GB" dirty="0"/>
            <a:t>Part 1: All on the </a:t>
          </a:r>
          <a:r>
            <a:rPr lang="en-GB" dirty="0" err="1"/>
            <a:t>Rpi</a:t>
          </a:r>
          <a:endParaRPr lang="en-GB" dirty="0"/>
        </a:p>
      </dgm:t>
    </dgm:pt>
    <dgm:pt modelId="{06707697-C68C-43A1-BA76-016D9E1BDE30}" type="parTrans" cxnId="{CD17A31B-D5B6-4B94-B72E-1A0564906A38}">
      <dgm:prSet/>
      <dgm:spPr/>
      <dgm:t>
        <a:bodyPr/>
        <a:lstStyle/>
        <a:p>
          <a:endParaRPr lang="en-IE"/>
        </a:p>
      </dgm:t>
    </dgm:pt>
    <dgm:pt modelId="{1CC0F81A-5828-4851-B325-4A3346A1E96F}" type="sibTrans" cxnId="{CD17A31B-D5B6-4B94-B72E-1A0564906A38}">
      <dgm:prSet/>
      <dgm:spPr/>
      <dgm:t>
        <a:bodyPr/>
        <a:lstStyle/>
        <a:p>
          <a:endParaRPr lang="en-IE"/>
        </a:p>
      </dgm:t>
    </dgm:pt>
    <dgm:pt modelId="{BB22690F-DBAE-47FB-B9B4-A8414C4132DA}">
      <dgm:prSet phldrT="[Text]" phldr="0"/>
      <dgm:spPr/>
      <dgm:t>
        <a:bodyPr/>
        <a:lstStyle/>
        <a:p>
          <a:r>
            <a:rPr lang="en-GB" dirty="0"/>
            <a:t>Part 2: Deployed to Cloud</a:t>
          </a:r>
          <a:endParaRPr lang="en-IE" dirty="0"/>
        </a:p>
      </dgm:t>
    </dgm:pt>
    <dgm:pt modelId="{C43F0C73-7AF4-4D06-A7BD-0EFE37A9D094}" type="parTrans" cxnId="{4FC77C08-CC23-4A53-8CD1-B2DB23A01F19}">
      <dgm:prSet/>
      <dgm:spPr/>
      <dgm:t>
        <a:bodyPr/>
        <a:lstStyle/>
        <a:p>
          <a:endParaRPr lang="en-IE"/>
        </a:p>
      </dgm:t>
    </dgm:pt>
    <dgm:pt modelId="{F3FFA1E4-611B-4D66-A439-855F37811470}" type="sibTrans" cxnId="{4FC77C08-CC23-4A53-8CD1-B2DB23A01F19}">
      <dgm:prSet/>
      <dgm:spPr/>
      <dgm:t>
        <a:bodyPr/>
        <a:lstStyle/>
        <a:p>
          <a:endParaRPr lang="en-IE"/>
        </a:p>
      </dgm:t>
    </dgm:pt>
    <dgm:pt modelId="{29F508D7-C93D-4D80-B944-A075DD7B9391}">
      <dgm:prSet phldrT="[Text]" phldr="0"/>
      <dgm:spPr/>
      <dgm:t>
        <a:bodyPr/>
        <a:lstStyle/>
        <a:p>
          <a:r>
            <a:rPr lang="en-GB" dirty="0"/>
            <a:t>Part 3: Event Driven</a:t>
          </a:r>
          <a:endParaRPr lang="en-IE" dirty="0"/>
        </a:p>
      </dgm:t>
    </dgm:pt>
    <dgm:pt modelId="{4DAB0CE5-B1E0-4815-BF58-80AB481D6D0F}" type="parTrans" cxnId="{6D7681B1-91BA-49D5-8E53-489846C04302}">
      <dgm:prSet/>
      <dgm:spPr/>
      <dgm:t>
        <a:bodyPr/>
        <a:lstStyle/>
        <a:p>
          <a:endParaRPr lang="en-IE"/>
        </a:p>
      </dgm:t>
    </dgm:pt>
    <dgm:pt modelId="{48C6DDDE-DA47-4B3C-9C3A-84A9ED9BE244}" type="sibTrans" cxnId="{6D7681B1-91BA-49D5-8E53-489846C04302}">
      <dgm:prSet/>
      <dgm:spPr/>
      <dgm:t>
        <a:bodyPr/>
        <a:lstStyle/>
        <a:p>
          <a:endParaRPr lang="en-IE"/>
        </a:p>
      </dgm:t>
    </dgm:pt>
    <dgm:pt modelId="{39E6831F-5356-4F6C-B032-8D78D982991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Press the </a:t>
          </a:r>
          <a:r>
            <a:rPr lang="en-GB" b="1" i="0" dirty="0"/>
            <a:t>Button</a:t>
          </a:r>
          <a:endParaRPr lang="en-IE" dirty="0"/>
        </a:p>
      </dgm:t>
    </dgm:pt>
    <dgm:pt modelId="{53DDE2C2-4491-43DE-819A-44B0EF8B5EAF}" type="parTrans" cxnId="{1E5BA0C0-606E-4C15-A50C-E09D65AF1B48}">
      <dgm:prSet/>
      <dgm:spPr/>
      <dgm:t>
        <a:bodyPr/>
        <a:lstStyle/>
        <a:p>
          <a:endParaRPr lang="en-IE"/>
        </a:p>
      </dgm:t>
    </dgm:pt>
    <dgm:pt modelId="{8C544B24-AD9A-45A9-8EE0-DBC144D50A72}" type="sibTrans" cxnId="{1E5BA0C0-606E-4C15-A50C-E09D65AF1B48}">
      <dgm:prSet/>
      <dgm:spPr/>
      <dgm:t>
        <a:bodyPr/>
        <a:lstStyle/>
        <a:p>
          <a:endParaRPr lang="en-IE"/>
        </a:p>
      </dgm:t>
    </dgm:pt>
    <dgm:pt modelId="{9CE14B7E-A201-46AD-8801-67B88CBDA3D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E" b="0" i="0" dirty="0"/>
            <a:t>capture a photo</a:t>
          </a:r>
          <a:endParaRPr lang="en-IE" dirty="0"/>
        </a:p>
      </dgm:t>
    </dgm:pt>
    <dgm:pt modelId="{428F92B8-AD68-42C6-9CAC-8200830B5F93}" type="parTrans" cxnId="{56A45F7C-C313-4120-ACB7-BB3C3310C33E}">
      <dgm:prSet/>
      <dgm:spPr/>
      <dgm:t>
        <a:bodyPr/>
        <a:lstStyle/>
        <a:p>
          <a:endParaRPr lang="en-IE"/>
        </a:p>
      </dgm:t>
    </dgm:pt>
    <dgm:pt modelId="{3ECD2ED3-E28F-48ED-8607-77B10415D648}" type="sibTrans" cxnId="{56A45F7C-C313-4120-ACB7-BB3C3310C33E}">
      <dgm:prSet/>
      <dgm:spPr/>
      <dgm:t>
        <a:bodyPr/>
        <a:lstStyle/>
        <a:p>
          <a:endParaRPr lang="en-IE"/>
        </a:p>
      </dgm:t>
    </dgm:pt>
    <dgm:pt modelId="{73D6E33B-5100-4887-AE5C-1825209409C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Saves Event data</a:t>
          </a:r>
          <a:endParaRPr lang="en-IE" dirty="0"/>
        </a:p>
      </dgm:t>
    </dgm:pt>
    <dgm:pt modelId="{D7901254-6A09-4665-A47E-67DAFC9671A8}" type="parTrans" cxnId="{A5A87B72-5906-4D55-9D62-7B95AD56CEA5}">
      <dgm:prSet/>
      <dgm:spPr/>
      <dgm:t>
        <a:bodyPr/>
        <a:lstStyle/>
        <a:p>
          <a:endParaRPr lang="en-IE"/>
        </a:p>
      </dgm:t>
    </dgm:pt>
    <dgm:pt modelId="{C9BA6C43-2A62-4529-B20C-48881C53C4B7}" type="sibTrans" cxnId="{A5A87B72-5906-4D55-9D62-7B95AD56CEA5}">
      <dgm:prSet/>
      <dgm:spPr/>
      <dgm:t>
        <a:bodyPr/>
        <a:lstStyle/>
        <a:p>
          <a:endParaRPr lang="en-IE"/>
        </a:p>
      </dgm:t>
    </dgm:pt>
    <dgm:pt modelId="{F78BA07E-E53A-4CCA-962C-3E898AF851BB}">
      <dgm:prSet/>
      <dgm:spPr/>
      <dgm:t>
        <a:bodyPr/>
        <a:lstStyle/>
        <a:p>
          <a:r>
            <a:rPr lang="en-GB" dirty="0"/>
            <a:t>Saves photo to cloud</a:t>
          </a:r>
          <a:endParaRPr lang="en-IE" dirty="0"/>
        </a:p>
      </dgm:t>
    </dgm:pt>
    <dgm:pt modelId="{9093A21B-6AF3-4EA3-A7B2-206C41689BC1}" type="parTrans" cxnId="{8E6238B4-F496-4E61-9655-2ADCE4F31D96}">
      <dgm:prSet/>
      <dgm:spPr/>
      <dgm:t>
        <a:bodyPr/>
        <a:lstStyle/>
        <a:p>
          <a:endParaRPr lang="en-IE"/>
        </a:p>
      </dgm:t>
    </dgm:pt>
    <dgm:pt modelId="{571F8BD3-A20E-4316-BF10-1BEB69072751}" type="sibTrans" cxnId="{8E6238B4-F496-4E61-9655-2ADCE4F31D96}">
      <dgm:prSet/>
      <dgm:spPr/>
      <dgm:t>
        <a:bodyPr/>
        <a:lstStyle/>
        <a:p>
          <a:endParaRPr lang="en-IE"/>
        </a:p>
      </dgm:t>
    </dgm:pt>
    <dgm:pt modelId="{3E82D1C5-2957-4884-959D-4A10C493F104}">
      <dgm:prSet/>
      <dgm:spPr/>
      <dgm:t>
        <a:bodyPr/>
        <a:lstStyle/>
        <a:p>
          <a:r>
            <a:rPr lang="en-GB" dirty="0"/>
            <a:t>Can view last visitor on App deployed to hosting platform</a:t>
          </a:r>
          <a:endParaRPr lang="en-IE" dirty="0"/>
        </a:p>
      </dgm:t>
    </dgm:pt>
    <dgm:pt modelId="{E15AC97D-D10F-4E8B-8FCF-4EA95C1571DC}" type="parTrans" cxnId="{0FE0CC85-6B4A-4F62-B710-4FD14CA1EF30}">
      <dgm:prSet/>
      <dgm:spPr/>
      <dgm:t>
        <a:bodyPr/>
        <a:lstStyle/>
        <a:p>
          <a:endParaRPr lang="en-IE"/>
        </a:p>
      </dgm:t>
    </dgm:pt>
    <dgm:pt modelId="{754C7C6B-C34A-4BCF-AC35-16CDD9070CFC}" type="sibTrans" cxnId="{0FE0CC85-6B4A-4F62-B710-4FD14CA1EF30}">
      <dgm:prSet/>
      <dgm:spPr/>
      <dgm:t>
        <a:bodyPr/>
        <a:lstStyle/>
        <a:p>
          <a:endParaRPr lang="en-IE"/>
        </a:p>
      </dgm:t>
    </dgm:pt>
    <dgm:pt modelId="{514D2634-32E3-4992-A3D0-7EAC6550BA3C}">
      <dgm:prSet/>
      <dgm:spPr/>
      <dgm:t>
        <a:bodyPr/>
        <a:lstStyle/>
        <a:p>
          <a:r>
            <a:rPr lang="en-GB" dirty="0" err="1"/>
            <a:t>Rpi</a:t>
          </a:r>
          <a:r>
            <a:rPr lang="en-GB" dirty="0"/>
            <a:t> publishes event data to Message Broker</a:t>
          </a:r>
          <a:endParaRPr lang="en-IE" dirty="0"/>
        </a:p>
      </dgm:t>
    </dgm:pt>
    <dgm:pt modelId="{7348A3F1-D63A-4362-AE29-F2A858B4BCB0}" type="parTrans" cxnId="{9F0E39F8-4423-4ECF-9C8F-09A3070567EE}">
      <dgm:prSet/>
      <dgm:spPr/>
      <dgm:t>
        <a:bodyPr/>
        <a:lstStyle/>
        <a:p>
          <a:endParaRPr lang="en-IE"/>
        </a:p>
      </dgm:t>
    </dgm:pt>
    <dgm:pt modelId="{798A5A1C-92D6-4EEB-9234-11363908A368}" type="sibTrans" cxnId="{9F0E39F8-4423-4ECF-9C8F-09A3070567EE}">
      <dgm:prSet/>
      <dgm:spPr/>
      <dgm:t>
        <a:bodyPr/>
        <a:lstStyle/>
        <a:p>
          <a:endParaRPr lang="en-IE"/>
        </a:p>
      </dgm:t>
    </dgm:pt>
    <dgm:pt modelId="{D137508D-DE69-43D9-B91D-39A6B700D7AC}">
      <dgm:prSet/>
      <dgm:spPr/>
      <dgm:t>
        <a:bodyPr/>
        <a:lstStyle/>
        <a:p>
          <a:r>
            <a:rPr lang="en-GB" dirty="0"/>
            <a:t> Deployed app </a:t>
          </a:r>
          <a:r>
            <a:rPr lang="en-GB" dirty="0" err="1"/>
            <a:t>subscibes</a:t>
          </a:r>
          <a:r>
            <a:rPr lang="en-GB" dirty="0"/>
            <a:t> to Broker</a:t>
          </a:r>
          <a:endParaRPr lang="en-IE" dirty="0"/>
        </a:p>
      </dgm:t>
    </dgm:pt>
    <dgm:pt modelId="{8DB2CD36-D107-44EE-A8ED-E80C38E35FD8}" type="parTrans" cxnId="{949B0723-588C-4E77-B451-C51D7F85C65E}">
      <dgm:prSet/>
      <dgm:spPr/>
      <dgm:t>
        <a:bodyPr/>
        <a:lstStyle/>
        <a:p>
          <a:endParaRPr lang="en-IE"/>
        </a:p>
      </dgm:t>
    </dgm:pt>
    <dgm:pt modelId="{4F76D0E1-1DEB-4213-B99E-70225B27BE89}" type="sibTrans" cxnId="{949B0723-588C-4E77-B451-C51D7F85C65E}">
      <dgm:prSet/>
      <dgm:spPr/>
      <dgm:t>
        <a:bodyPr/>
        <a:lstStyle/>
        <a:p>
          <a:endParaRPr lang="en-IE"/>
        </a:p>
      </dgm:t>
    </dgm:pt>
    <dgm:pt modelId="{16948C04-E040-426A-A099-8A69D3976B03}" type="pres">
      <dgm:prSet presAssocID="{70BE38BA-9720-4649-B89B-DC2FDA4D0662}" presName="linearFlow" presStyleCnt="0">
        <dgm:presLayoutVars>
          <dgm:dir/>
          <dgm:animLvl val="lvl"/>
          <dgm:resizeHandles val="exact"/>
        </dgm:presLayoutVars>
      </dgm:prSet>
      <dgm:spPr/>
    </dgm:pt>
    <dgm:pt modelId="{79928042-CCEF-4607-932E-BBB2C3F535DD}" type="pres">
      <dgm:prSet presAssocID="{36F41769-C211-4FAA-8968-622273B0D287}" presName="composite" presStyleCnt="0"/>
      <dgm:spPr/>
    </dgm:pt>
    <dgm:pt modelId="{D92444E0-9D80-491B-8005-A53FE1CCF9EB}" type="pres">
      <dgm:prSet presAssocID="{36F41769-C211-4FAA-8968-622273B0D287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76DDF6B-E239-4ADB-B567-DDC91827FC2B}" type="pres">
      <dgm:prSet presAssocID="{36F41769-C211-4FAA-8968-622273B0D287}" presName="parSh" presStyleLbl="node1" presStyleIdx="0" presStyleCnt="3"/>
      <dgm:spPr/>
    </dgm:pt>
    <dgm:pt modelId="{C364250F-339B-4830-BA06-65AE85AEDE09}" type="pres">
      <dgm:prSet presAssocID="{36F41769-C211-4FAA-8968-622273B0D287}" presName="desTx" presStyleLbl="fgAcc1" presStyleIdx="0" presStyleCnt="3" custScaleX="124954">
        <dgm:presLayoutVars>
          <dgm:bulletEnabled val="1"/>
        </dgm:presLayoutVars>
      </dgm:prSet>
      <dgm:spPr/>
    </dgm:pt>
    <dgm:pt modelId="{FEBF097F-A45D-4177-BA5B-34716002641C}" type="pres">
      <dgm:prSet presAssocID="{1CC0F81A-5828-4851-B325-4A3346A1E96F}" presName="sibTrans" presStyleLbl="sibTrans2D1" presStyleIdx="0" presStyleCnt="2"/>
      <dgm:spPr/>
    </dgm:pt>
    <dgm:pt modelId="{5D5834DB-8355-4463-BA0D-BF1CEDB08969}" type="pres">
      <dgm:prSet presAssocID="{1CC0F81A-5828-4851-B325-4A3346A1E96F}" presName="connTx" presStyleLbl="sibTrans2D1" presStyleIdx="0" presStyleCnt="2"/>
      <dgm:spPr/>
    </dgm:pt>
    <dgm:pt modelId="{AFA69BDC-CBA3-40D1-982E-D4638C7778B1}" type="pres">
      <dgm:prSet presAssocID="{BB22690F-DBAE-47FB-B9B4-A8414C4132DA}" presName="composite" presStyleCnt="0"/>
      <dgm:spPr/>
    </dgm:pt>
    <dgm:pt modelId="{432FC985-F9BD-47C1-963E-0510EE55D903}" type="pres">
      <dgm:prSet presAssocID="{BB22690F-DBAE-47FB-B9B4-A8414C4132DA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406980F-7C33-4F41-9903-3C3E56A5E851}" type="pres">
      <dgm:prSet presAssocID="{BB22690F-DBAE-47FB-B9B4-A8414C4132DA}" presName="parSh" presStyleLbl="node1" presStyleIdx="1" presStyleCnt="3"/>
      <dgm:spPr/>
    </dgm:pt>
    <dgm:pt modelId="{6D861FB8-EB67-4826-9F94-21A22604FC81}" type="pres">
      <dgm:prSet presAssocID="{BB22690F-DBAE-47FB-B9B4-A8414C4132DA}" presName="desTx" presStyleLbl="fgAcc1" presStyleIdx="1" presStyleCnt="3" custScaleX="120520">
        <dgm:presLayoutVars>
          <dgm:bulletEnabled val="1"/>
        </dgm:presLayoutVars>
      </dgm:prSet>
      <dgm:spPr/>
    </dgm:pt>
    <dgm:pt modelId="{F5015279-0E80-48CE-BB3C-84E311D73487}" type="pres">
      <dgm:prSet presAssocID="{F3FFA1E4-611B-4D66-A439-855F37811470}" presName="sibTrans" presStyleLbl="sibTrans2D1" presStyleIdx="1" presStyleCnt="2"/>
      <dgm:spPr/>
    </dgm:pt>
    <dgm:pt modelId="{D1F6CEF1-10EB-41CD-B63F-D20FF4B02760}" type="pres">
      <dgm:prSet presAssocID="{F3FFA1E4-611B-4D66-A439-855F37811470}" presName="connTx" presStyleLbl="sibTrans2D1" presStyleIdx="1" presStyleCnt="2"/>
      <dgm:spPr/>
    </dgm:pt>
    <dgm:pt modelId="{63920F19-CBF2-4AB7-8CA8-620CA123098F}" type="pres">
      <dgm:prSet presAssocID="{29F508D7-C93D-4D80-B944-A075DD7B9391}" presName="composite" presStyleCnt="0"/>
      <dgm:spPr/>
    </dgm:pt>
    <dgm:pt modelId="{932268D2-1C4A-4966-B51B-584703E83940}" type="pres">
      <dgm:prSet presAssocID="{29F508D7-C93D-4D80-B944-A075DD7B9391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E59154B-8A20-4D6B-9E68-B6FB15FE88C5}" type="pres">
      <dgm:prSet presAssocID="{29F508D7-C93D-4D80-B944-A075DD7B9391}" presName="parSh" presStyleLbl="node1" presStyleIdx="2" presStyleCnt="3"/>
      <dgm:spPr/>
    </dgm:pt>
    <dgm:pt modelId="{749122D7-474D-4389-98D9-0CF7D8087194}" type="pres">
      <dgm:prSet presAssocID="{29F508D7-C93D-4D80-B944-A075DD7B9391}" presName="desTx" presStyleLbl="fgAcc1" presStyleIdx="2" presStyleCnt="3" custScaleX="143515">
        <dgm:presLayoutVars>
          <dgm:bulletEnabled val="1"/>
        </dgm:presLayoutVars>
      </dgm:prSet>
      <dgm:spPr/>
    </dgm:pt>
  </dgm:ptLst>
  <dgm:cxnLst>
    <dgm:cxn modelId="{FB69B004-02D4-4EB9-9673-826DE2D5D1B2}" type="presOf" srcId="{D137508D-DE69-43D9-B91D-39A6B700D7AC}" destId="{749122D7-474D-4389-98D9-0CF7D8087194}" srcOrd="0" destOrd="1" presId="urn:microsoft.com/office/officeart/2005/8/layout/process3"/>
    <dgm:cxn modelId="{4FC77C08-CC23-4A53-8CD1-B2DB23A01F19}" srcId="{70BE38BA-9720-4649-B89B-DC2FDA4D0662}" destId="{BB22690F-DBAE-47FB-B9B4-A8414C4132DA}" srcOrd="1" destOrd="0" parTransId="{C43F0C73-7AF4-4D06-A7BD-0EFE37A9D094}" sibTransId="{F3FFA1E4-611B-4D66-A439-855F37811470}"/>
    <dgm:cxn modelId="{FB7CCD0F-4D60-4EED-B059-7E2451313F70}" type="presOf" srcId="{73D6E33B-5100-4887-AE5C-1825209409C7}" destId="{C364250F-339B-4830-BA06-65AE85AEDE09}" srcOrd="0" destOrd="2" presId="urn:microsoft.com/office/officeart/2005/8/layout/process3"/>
    <dgm:cxn modelId="{E5DAA111-4775-47D0-8D6D-BBF09F1D982B}" type="presOf" srcId="{3E82D1C5-2957-4884-959D-4A10C493F104}" destId="{6D861FB8-EB67-4826-9F94-21A22604FC81}" srcOrd="0" destOrd="1" presId="urn:microsoft.com/office/officeart/2005/8/layout/process3"/>
    <dgm:cxn modelId="{CD17A31B-D5B6-4B94-B72E-1A0564906A38}" srcId="{70BE38BA-9720-4649-B89B-DC2FDA4D0662}" destId="{36F41769-C211-4FAA-8968-622273B0D287}" srcOrd="0" destOrd="0" parTransId="{06707697-C68C-43A1-BA76-016D9E1BDE30}" sibTransId="{1CC0F81A-5828-4851-B325-4A3346A1E96F}"/>
    <dgm:cxn modelId="{949B0723-588C-4E77-B451-C51D7F85C65E}" srcId="{29F508D7-C93D-4D80-B944-A075DD7B9391}" destId="{D137508D-DE69-43D9-B91D-39A6B700D7AC}" srcOrd="1" destOrd="0" parTransId="{8DB2CD36-D107-44EE-A8ED-E80C38E35FD8}" sibTransId="{4F76D0E1-1DEB-4213-B99E-70225B27BE89}"/>
    <dgm:cxn modelId="{919A0E25-58DE-47FE-A765-C341A13C9AE1}" type="presOf" srcId="{29F508D7-C93D-4D80-B944-A075DD7B9391}" destId="{1E59154B-8A20-4D6B-9E68-B6FB15FE88C5}" srcOrd="1" destOrd="0" presId="urn:microsoft.com/office/officeart/2005/8/layout/process3"/>
    <dgm:cxn modelId="{FF03F169-4C4D-4BD8-A237-564A77007B1C}" type="presOf" srcId="{9CE14B7E-A201-46AD-8801-67B88CBDA3D9}" destId="{C364250F-339B-4830-BA06-65AE85AEDE09}" srcOrd="0" destOrd="1" presId="urn:microsoft.com/office/officeart/2005/8/layout/process3"/>
    <dgm:cxn modelId="{3DB92771-F175-4318-AA64-B4E07E6E5CDC}" type="presOf" srcId="{1CC0F81A-5828-4851-B325-4A3346A1E96F}" destId="{5D5834DB-8355-4463-BA0D-BF1CEDB08969}" srcOrd="1" destOrd="0" presId="urn:microsoft.com/office/officeart/2005/8/layout/process3"/>
    <dgm:cxn modelId="{A5A87B72-5906-4D55-9D62-7B95AD56CEA5}" srcId="{36F41769-C211-4FAA-8968-622273B0D287}" destId="{73D6E33B-5100-4887-AE5C-1825209409C7}" srcOrd="2" destOrd="0" parTransId="{D7901254-6A09-4665-A47E-67DAFC9671A8}" sibTransId="{C9BA6C43-2A62-4529-B20C-48881C53C4B7}"/>
    <dgm:cxn modelId="{6F951876-B538-4AE2-BEEA-C6ECA84E0B8B}" type="presOf" srcId="{BB22690F-DBAE-47FB-B9B4-A8414C4132DA}" destId="{B406980F-7C33-4F41-9903-3C3E56A5E851}" srcOrd="1" destOrd="0" presId="urn:microsoft.com/office/officeart/2005/8/layout/process3"/>
    <dgm:cxn modelId="{56A45F7C-C313-4120-ACB7-BB3C3310C33E}" srcId="{36F41769-C211-4FAA-8968-622273B0D287}" destId="{9CE14B7E-A201-46AD-8801-67B88CBDA3D9}" srcOrd="1" destOrd="0" parTransId="{428F92B8-AD68-42C6-9CAC-8200830B5F93}" sibTransId="{3ECD2ED3-E28F-48ED-8607-77B10415D648}"/>
    <dgm:cxn modelId="{0AA27D81-FD9F-471D-A146-63509D52DB82}" type="presOf" srcId="{F78BA07E-E53A-4CCA-962C-3E898AF851BB}" destId="{6D861FB8-EB67-4826-9F94-21A22604FC81}" srcOrd="0" destOrd="0" presId="urn:microsoft.com/office/officeart/2005/8/layout/process3"/>
    <dgm:cxn modelId="{0FE0CC85-6B4A-4F62-B710-4FD14CA1EF30}" srcId="{BB22690F-DBAE-47FB-B9B4-A8414C4132DA}" destId="{3E82D1C5-2957-4884-959D-4A10C493F104}" srcOrd="1" destOrd="0" parTransId="{E15AC97D-D10F-4E8B-8FCF-4EA95C1571DC}" sibTransId="{754C7C6B-C34A-4BCF-AC35-16CDD9070CFC}"/>
    <dgm:cxn modelId="{12C0B08E-4DF4-453A-944A-425D4A6E3E08}" type="presOf" srcId="{70BE38BA-9720-4649-B89B-DC2FDA4D0662}" destId="{16948C04-E040-426A-A099-8A69D3976B03}" srcOrd="0" destOrd="0" presId="urn:microsoft.com/office/officeart/2005/8/layout/process3"/>
    <dgm:cxn modelId="{43DAA091-BCBB-4269-A8A9-AF839A3B6EE0}" type="presOf" srcId="{36F41769-C211-4FAA-8968-622273B0D287}" destId="{B76DDF6B-E239-4ADB-B567-DDC91827FC2B}" srcOrd="1" destOrd="0" presId="urn:microsoft.com/office/officeart/2005/8/layout/process3"/>
    <dgm:cxn modelId="{4BE61B97-C402-4B78-B705-82091BD9F36A}" type="presOf" srcId="{F3FFA1E4-611B-4D66-A439-855F37811470}" destId="{F5015279-0E80-48CE-BB3C-84E311D73487}" srcOrd="0" destOrd="0" presId="urn:microsoft.com/office/officeart/2005/8/layout/process3"/>
    <dgm:cxn modelId="{DAA9A7A6-228A-47EF-A511-FBA9DF17CCE3}" type="presOf" srcId="{39E6831F-5356-4F6C-B032-8D78D9829915}" destId="{C364250F-339B-4830-BA06-65AE85AEDE09}" srcOrd="0" destOrd="0" presId="urn:microsoft.com/office/officeart/2005/8/layout/process3"/>
    <dgm:cxn modelId="{B3EC2BB1-9A74-406C-952F-7E29FCFB9889}" type="presOf" srcId="{BB22690F-DBAE-47FB-B9B4-A8414C4132DA}" destId="{432FC985-F9BD-47C1-963E-0510EE55D903}" srcOrd="0" destOrd="0" presId="urn:microsoft.com/office/officeart/2005/8/layout/process3"/>
    <dgm:cxn modelId="{6D7681B1-91BA-49D5-8E53-489846C04302}" srcId="{70BE38BA-9720-4649-B89B-DC2FDA4D0662}" destId="{29F508D7-C93D-4D80-B944-A075DD7B9391}" srcOrd="2" destOrd="0" parTransId="{4DAB0CE5-B1E0-4815-BF58-80AB481D6D0F}" sibTransId="{48C6DDDE-DA47-4B3C-9C3A-84A9ED9BE244}"/>
    <dgm:cxn modelId="{8E6238B4-F496-4E61-9655-2ADCE4F31D96}" srcId="{BB22690F-DBAE-47FB-B9B4-A8414C4132DA}" destId="{F78BA07E-E53A-4CCA-962C-3E898AF851BB}" srcOrd="0" destOrd="0" parTransId="{9093A21B-6AF3-4EA3-A7B2-206C41689BC1}" sibTransId="{571F8BD3-A20E-4316-BF10-1BEB69072751}"/>
    <dgm:cxn modelId="{8BFD36BB-F461-4658-A2EF-E4AC0AA8642C}" type="presOf" srcId="{29F508D7-C93D-4D80-B944-A075DD7B9391}" destId="{932268D2-1C4A-4966-B51B-584703E83940}" srcOrd="0" destOrd="0" presId="urn:microsoft.com/office/officeart/2005/8/layout/process3"/>
    <dgm:cxn modelId="{1E5BA0C0-606E-4C15-A50C-E09D65AF1B48}" srcId="{36F41769-C211-4FAA-8968-622273B0D287}" destId="{39E6831F-5356-4F6C-B032-8D78D9829915}" srcOrd="0" destOrd="0" parTransId="{53DDE2C2-4491-43DE-819A-44B0EF8B5EAF}" sibTransId="{8C544B24-AD9A-45A9-8EE0-DBC144D50A72}"/>
    <dgm:cxn modelId="{C244A3C5-E703-4F88-A4F0-AEEEBD758466}" type="presOf" srcId="{1CC0F81A-5828-4851-B325-4A3346A1E96F}" destId="{FEBF097F-A45D-4177-BA5B-34716002641C}" srcOrd="0" destOrd="0" presId="urn:microsoft.com/office/officeart/2005/8/layout/process3"/>
    <dgm:cxn modelId="{2B71BCD8-6BC7-46FC-9616-BE1BC84855F6}" type="presOf" srcId="{F3FFA1E4-611B-4D66-A439-855F37811470}" destId="{D1F6CEF1-10EB-41CD-B63F-D20FF4B02760}" srcOrd="1" destOrd="0" presId="urn:microsoft.com/office/officeart/2005/8/layout/process3"/>
    <dgm:cxn modelId="{EE6F0EE8-DEFB-436E-9E99-6D59BEE4DC0C}" type="presOf" srcId="{36F41769-C211-4FAA-8968-622273B0D287}" destId="{D92444E0-9D80-491B-8005-A53FE1CCF9EB}" srcOrd="0" destOrd="0" presId="urn:microsoft.com/office/officeart/2005/8/layout/process3"/>
    <dgm:cxn modelId="{9F0E39F8-4423-4ECF-9C8F-09A3070567EE}" srcId="{29F508D7-C93D-4D80-B944-A075DD7B9391}" destId="{514D2634-32E3-4992-A3D0-7EAC6550BA3C}" srcOrd="0" destOrd="0" parTransId="{7348A3F1-D63A-4362-AE29-F2A858B4BCB0}" sibTransId="{798A5A1C-92D6-4EEB-9234-11363908A368}"/>
    <dgm:cxn modelId="{25AA56FD-5013-4FF3-BCCF-1C5E627288B4}" type="presOf" srcId="{514D2634-32E3-4992-A3D0-7EAC6550BA3C}" destId="{749122D7-474D-4389-98D9-0CF7D8087194}" srcOrd="0" destOrd="0" presId="urn:microsoft.com/office/officeart/2005/8/layout/process3"/>
    <dgm:cxn modelId="{2CD4A817-099F-454B-B5E1-965808B53AA5}" type="presParOf" srcId="{16948C04-E040-426A-A099-8A69D3976B03}" destId="{79928042-CCEF-4607-932E-BBB2C3F535DD}" srcOrd="0" destOrd="0" presId="urn:microsoft.com/office/officeart/2005/8/layout/process3"/>
    <dgm:cxn modelId="{9949B6AD-BB37-490D-BD6E-99251722BBED}" type="presParOf" srcId="{79928042-CCEF-4607-932E-BBB2C3F535DD}" destId="{D92444E0-9D80-491B-8005-A53FE1CCF9EB}" srcOrd="0" destOrd="0" presId="urn:microsoft.com/office/officeart/2005/8/layout/process3"/>
    <dgm:cxn modelId="{3D1609E0-FF30-4F4A-8500-676301F6B072}" type="presParOf" srcId="{79928042-CCEF-4607-932E-BBB2C3F535DD}" destId="{B76DDF6B-E239-4ADB-B567-DDC91827FC2B}" srcOrd="1" destOrd="0" presId="urn:microsoft.com/office/officeart/2005/8/layout/process3"/>
    <dgm:cxn modelId="{05F7982A-F9B3-4F3B-9E75-94CC281FF771}" type="presParOf" srcId="{79928042-CCEF-4607-932E-BBB2C3F535DD}" destId="{C364250F-339B-4830-BA06-65AE85AEDE09}" srcOrd="2" destOrd="0" presId="urn:microsoft.com/office/officeart/2005/8/layout/process3"/>
    <dgm:cxn modelId="{2FF86DE3-3C73-473C-B5FF-84D3E251BBDA}" type="presParOf" srcId="{16948C04-E040-426A-A099-8A69D3976B03}" destId="{FEBF097F-A45D-4177-BA5B-34716002641C}" srcOrd="1" destOrd="0" presId="urn:microsoft.com/office/officeart/2005/8/layout/process3"/>
    <dgm:cxn modelId="{BA9A682D-6320-48B1-9F9C-EB3284604DFF}" type="presParOf" srcId="{FEBF097F-A45D-4177-BA5B-34716002641C}" destId="{5D5834DB-8355-4463-BA0D-BF1CEDB08969}" srcOrd="0" destOrd="0" presId="urn:microsoft.com/office/officeart/2005/8/layout/process3"/>
    <dgm:cxn modelId="{31BD9E1B-8D87-4AFF-A866-F779CAF5D2B9}" type="presParOf" srcId="{16948C04-E040-426A-A099-8A69D3976B03}" destId="{AFA69BDC-CBA3-40D1-982E-D4638C7778B1}" srcOrd="2" destOrd="0" presId="urn:microsoft.com/office/officeart/2005/8/layout/process3"/>
    <dgm:cxn modelId="{8D62421E-0B6B-4825-A5E9-AC9A230B7655}" type="presParOf" srcId="{AFA69BDC-CBA3-40D1-982E-D4638C7778B1}" destId="{432FC985-F9BD-47C1-963E-0510EE55D903}" srcOrd="0" destOrd="0" presId="urn:microsoft.com/office/officeart/2005/8/layout/process3"/>
    <dgm:cxn modelId="{9881A844-DD00-41B3-82CF-2E3183D6E309}" type="presParOf" srcId="{AFA69BDC-CBA3-40D1-982E-D4638C7778B1}" destId="{B406980F-7C33-4F41-9903-3C3E56A5E851}" srcOrd="1" destOrd="0" presId="urn:microsoft.com/office/officeart/2005/8/layout/process3"/>
    <dgm:cxn modelId="{B19A392F-C7AA-4634-A078-910421BE3141}" type="presParOf" srcId="{AFA69BDC-CBA3-40D1-982E-D4638C7778B1}" destId="{6D861FB8-EB67-4826-9F94-21A22604FC81}" srcOrd="2" destOrd="0" presId="urn:microsoft.com/office/officeart/2005/8/layout/process3"/>
    <dgm:cxn modelId="{4B6AFA4F-FB11-4CC9-B9C7-A11B0534B443}" type="presParOf" srcId="{16948C04-E040-426A-A099-8A69D3976B03}" destId="{F5015279-0E80-48CE-BB3C-84E311D73487}" srcOrd="3" destOrd="0" presId="urn:microsoft.com/office/officeart/2005/8/layout/process3"/>
    <dgm:cxn modelId="{CCBCE215-0E9F-44F3-BCBF-1C1D379D5C1B}" type="presParOf" srcId="{F5015279-0E80-48CE-BB3C-84E311D73487}" destId="{D1F6CEF1-10EB-41CD-B63F-D20FF4B02760}" srcOrd="0" destOrd="0" presId="urn:microsoft.com/office/officeart/2005/8/layout/process3"/>
    <dgm:cxn modelId="{89133471-CD8E-4B75-84EA-297A1608D63B}" type="presParOf" srcId="{16948C04-E040-426A-A099-8A69D3976B03}" destId="{63920F19-CBF2-4AB7-8CA8-620CA123098F}" srcOrd="4" destOrd="0" presId="urn:microsoft.com/office/officeart/2005/8/layout/process3"/>
    <dgm:cxn modelId="{AE3A7E4A-C506-4593-B72B-F3007BC24903}" type="presParOf" srcId="{63920F19-CBF2-4AB7-8CA8-620CA123098F}" destId="{932268D2-1C4A-4966-B51B-584703E83940}" srcOrd="0" destOrd="0" presId="urn:microsoft.com/office/officeart/2005/8/layout/process3"/>
    <dgm:cxn modelId="{27434228-DEE7-43FD-8796-6CC1AE0CBD4D}" type="presParOf" srcId="{63920F19-CBF2-4AB7-8CA8-620CA123098F}" destId="{1E59154B-8A20-4D6B-9E68-B6FB15FE88C5}" srcOrd="1" destOrd="0" presId="urn:microsoft.com/office/officeart/2005/8/layout/process3"/>
    <dgm:cxn modelId="{AB07FB7C-288C-45C9-8702-464ECEC050C4}" type="presParOf" srcId="{63920F19-CBF2-4AB7-8CA8-620CA123098F}" destId="{749122D7-474D-4389-98D9-0CF7D8087194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DDF6B-E239-4ADB-B567-DDC91827FC2B}">
      <dsp:nvSpPr>
        <dsp:cNvPr id="0" name=""/>
        <dsp:cNvSpPr/>
      </dsp:nvSpPr>
      <dsp:spPr>
        <a:xfrm>
          <a:off x="1238" y="1107509"/>
          <a:ext cx="2188507" cy="12369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Part 1: All on the </a:t>
          </a:r>
          <a:r>
            <a:rPr lang="en-GB" sz="2100" kern="1200" dirty="0" err="1"/>
            <a:t>Rpi</a:t>
          </a:r>
          <a:endParaRPr lang="en-GB" sz="2100" kern="1200" dirty="0"/>
        </a:p>
      </dsp:txBody>
      <dsp:txXfrm>
        <a:off x="1238" y="1107509"/>
        <a:ext cx="2188507" cy="824665"/>
      </dsp:txXfrm>
    </dsp:sp>
    <dsp:sp modelId="{C364250F-339B-4830-BA06-65AE85AEDE09}">
      <dsp:nvSpPr>
        <dsp:cNvPr id="0" name=""/>
        <dsp:cNvSpPr/>
      </dsp:nvSpPr>
      <dsp:spPr>
        <a:xfrm>
          <a:off x="176426" y="1932174"/>
          <a:ext cx="2734628" cy="3152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100" b="0" i="0" kern="1200" dirty="0"/>
            <a:t>Press the </a:t>
          </a:r>
          <a:r>
            <a:rPr lang="en-GB" sz="2100" b="1" i="0" kern="1200" dirty="0"/>
            <a:t>Button</a:t>
          </a:r>
          <a:endParaRPr lang="en-I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E" sz="2100" b="0" i="0" kern="1200" dirty="0"/>
            <a:t>capture a photo</a:t>
          </a:r>
          <a:endParaRPr lang="en-I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100" kern="1200" dirty="0"/>
            <a:t>Saves Event data</a:t>
          </a:r>
          <a:endParaRPr lang="en-IE" sz="2100" kern="1200" dirty="0"/>
        </a:p>
      </dsp:txBody>
      <dsp:txXfrm>
        <a:off x="256521" y="2012269"/>
        <a:ext cx="2574438" cy="2992270"/>
      </dsp:txXfrm>
    </dsp:sp>
    <dsp:sp modelId="{FEBF097F-A45D-4177-BA5B-34716002641C}">
      <dsp:nvSpPr>
        <dsp:cNvPr id="0" name=""/>
        <dsp:cNvSpPr/>
      </dsp:nvSpPr>
      <dsp:spPr>
        <a:xfrm>
          <a:off x="2589781" y="1247404"/>
          <a:ext cx="848074" cy="5448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E" sz="1700" kern="1200"/>
        </a:p>
      </dsp:txBody>
      <dsp:txXfrm>
        <a:off x="2589781" y="1356379"/>
        <a:ext cx="684612" cy="326925"/>
      </dsp:txXfrm>
    </dsp:sp>
    <dsp:sp modelId="{B406980F-7C33-4F41-9903-3C3E56A5E851}">
      <dsp:nvSpPr>
        <dsp:cNvPr id="0" name=""/>
        <dsp:cNvSpPr/>
      </dsp:nvSpPr>
      <dsp:spPr>
        <a:xfrm>
          <a:off x="3789885" y="1107509"/>
          <a:ext cx="2188507" cy="12369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Part 2: Deployed to Cloud</a:t>
          </a:r>
          <a:endParaRPr lang="en-IE" sz="2100" kern="1200" dirty="0"/>
        </a:p>
      </dsp:txBody>
      <dsp:txXfrm>
        <a:off x="3789885" y="1107509"/>
        <a:ext cx="2188507" cy="824665"/>
      </dsp:txXfrm>
    </dsp:sp>
    <dsp:sp modelId="{6D861FB8-EB67-4826-9F94-21A22604FC81}">
      <dsp:nvSpPr>
        <dsp:cNvPr id="0" name=""/>
        <dsp:cNvSpPr/>
      </dsp:nvSpPr>
      <dsp:spPr>
        <a:xfrm>
          <a:off x="4013593" y="1932174"/>
          <a:ext cx="2637589" cy="3152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Saves photo to cloud</a:t>
          </a:r>
          <a:endParaRPr lang="en-I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Can view last visitor on App deployed to hosting platform</a:t>
          </a:r>
          <a:endParaRPr lang="en-IE" sz="2100" kern="1200" dirty="0"/>
        </a:p>
      </dsp:txBody>
      <dsp:txXfrm>
        <a:off x="4090845" y="2009426"/>
        <a:ext cx="2483085" cy="2997956"/>
      </dsp:txXfrm>
    </dsp:sp>
    <dsp:sp modelId="{F5015279-0E80-48CE-BB3C-84E311D73487}">
      <dsp:nvSpPr>
        <dsp:cNvPr id="0" name=""/>
        <dsp:cNvSpPr/>
      </dsp:nvSpPr>
      <dsp:spPr>
        <a:xfrm>
          <a:off x="6373278" y="1247404"/>
          <a:ext cx="837154" cy="5448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E" sz="1700" kern="1200"/>
        </a:p>
      </dsp:txBody>
      <dsp:txXfrm>
        <a:off x="6373278" y="1356379"/>
        <a:ext cx="673692" cy="326925"/>
      </dsp:txXfrm>
    </dsp:sp>
    <dsp:sp modelId="{1E59154B-8A20-4D6B-9E68-B6FB15FE88C5}">
      <dsp:nvSpPr>
        <dsp:cNvPr id="0" name=""/>
        <dsp:cNvSpPr/>
      </dsp:nvSpPr>
      <dsp:spPr>
        <a:xfrm>
          <a:off x="7557930" y="1107509"/>
          <a:ext cx="2188507" cy="12369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Part 3: Event Driven</a:t>
          </a:r>
          <a:endParaRPr lang="en-IE" sz="2100" kern="1200" dirty="0"/>
        </a:p>
      </dsp:txBody>
      <dsp:txXfrm>
        <a:off x="7557930" y="1107509"/>
        <a:ext cx="2188507" cy="824665"/>
      </dsp:txXfrm>
    </dsp:sp>
    <dsp:sp modelId="{749122D7-474D-4389-98D9-0CF7D8087194}">
      <dsp:nvSpPr>
        <dsp:cNvPr id="0" name=""/>
        <dsp:cNvSpPr/>
      </dsp:nvSpPr>
      <dsp:spPr>
        <a:xfrm>
          <a:off x="7530014" y="1932174"/>
          <a:ext cx="3140837" cy="3152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 err="1"/>
            <a:t>Rpi</a:t>
          </a:r>
          <a:r>
            <a:rPr lang="en-GB" sz="2100" kern="1200" dirty="0"/>
            <a:t> publishes event data to Message Broker</a:t>
          </a:r>
          <a:endParaRPr lang="en-I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 Deployed app </a:t>
          </a:r>
          <a:r>
            <a:rPr lang="en-GB" sz="2100" kern="1200" dirty="0" err="1"/>
            <a:t>subscibes</a:t>
          </a:r>
          <a:r>
            <a:rPr lang="en-GB" sz="2100" kern="1200" dirty="0"/>
            <a:t> to Broker</a:t>
          </a:r>
          <a:endParaRPr lang="en-IE" sz="2100" kern="1200" dirty="0"/>
        </a:p>
      </dsp:txBody>
      <dsp:txXfrm>
        <a:off x="7622006" y="2024166"/>
        <a:ext cx="2956853" cy="29684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26DE8-B920-4D4C-B2F6-8869A1D41495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9943A-4099-4E42-9056-E98AA5503A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722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9943A-4099-4E42-9056-E98AA5503A5B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5212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3D92-A478-94BA-AEB0-73473FDB2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28EE6-31F0-1790-A73B-6939B8B69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6D959-B694-3712-4FA8-D734D5DE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CDC55-3106-BF10-126E-5ED373E23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9418A-A1C9-5C02-40D5-2AB7C429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1773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4FAC-33D2-1221-D581-882BC4DC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AE343-8F0D-DEAF-C9EE-21C4D7C2B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9BF80-B6FF-7C1D-1ABA-E8A0D086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C7C3D-7C21-8E50-D849-A483FBC2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DB686-C03B-9756-5083-1C684E68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77164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75A3-09AA-D0F1-F461-EBAA3ADE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9BEA5-4867-D194-0ACC-D4121742E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320EE-3EDE-524E-2FC5-C06630663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9890D-6F88-8488-F9F3-FCB6C0AE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300D2-06AB-0901-9C6F-1D139B39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2623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22FB-6550-2B27-129A-1DFBE3EB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96F3A-4FB1-6DB2-7000-67F21A52A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34E13-AB36-8702-1F1F-C73C773EE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33950-FB16-3722-C1C5-643A2159E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F9E4F-4226-ACFA-840F-8284E86C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41FB5-7F1A-3DFF-409D-6600A506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31048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4C3F-32C0-49DD-C2D1-DCFC7216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1278C-BCD5-3371-0AAE-36C98D322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A1761-E994-E79B-8A32-FA9E9F9CA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1241E-E480-4445-7F9E-4BACE4499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CEAB7-D75D-1C05-0A2A-64EECF9FD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EE8DF-ACB8-7F4D-A897-8405F047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F1B0A-C599-C29B-3A3A-96FC3BA5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CB985E-CAC8-4717-D26B-B23B0CF8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5984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BD3C0-8807-1F57-2713-87D9C9C4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7BD41-1175-F815-F4B1-90C93696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65784-2CB7-4E01-B613-2D4F388B1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9DB49-1067-7F3C-BF5F-97DD6BF5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0240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F2FB0-AA39-594A-904C-F594B022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96B10-11FA-5A04-2159-C46125B3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2C334-38E2-DACF-8773-1566EE9A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920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DE7A-82DB-E174-DB0F-644285038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C3259-2823-EB14-2463-CC0E97E9A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D8D9B-3117-C259-F130-A2DDFFC8B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CDBE-DD6F-2C14-2D72-1E2BA576D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9EFEF-899B-CB93-4421-5107746EE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6F7B3-096D-51DB-F829-483EBD54D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1061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3C60-9D22-3E9E-67B1-39AE0CEB5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E1DC85-2598-64EF-4CCB-C87B975D7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F939B-CF33-5C13-E604-ACFBF5A09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8B2FA-7001-C84A-2CA1-0182A6854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A47F6-5AA9-8283-F7C3-C6A68476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98AF0-98F4-D6C4-FEF5-0BA962EC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1457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3312-D9C6-7D48-18E6-D3648CB7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29F39-E20C-BC28-5DDE-E0A048C7D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E9F40-E58F-9E3B-6E0C-FDF8A1A3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9AA4C-8224-86CE-15D7-3F2DC8C3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EBE3F-0270-B4F4-7502-368C52E5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76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8320C-2782-3E61-B16E-99D3E3871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6B26C-7213-10B9-5F5F-732165685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C47A6-F251-D9ED-C86B-CFD2AD56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EEA7B-0A11-9D16-397D-EC78C40C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6D3F-4AD7-5CB1-C17A-5E86343F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4938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B31AA9-FB44-E0B7-A655-8791C791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FC6CA-AA9F-CA98-6237-61027D10E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52668-CFF7-9127-D989-0C812E759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4CA09-553F-D776-DECC-4A99EAE87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287F0-8628-FF83-CE12-F3785AF09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23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6EA48D-CC25-13EB-1CFA-38F41DF28977}"/>
              </a:ext>
            </a:extLst>
          </p:cNvPr>
          <p:cNvSpPr/>
          <p:nvPr/>
        </p:nvSpPr>
        <p:spPr>
          <a:xfrm>
            <a:off x="1452558" y="268727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Motion Sensor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4975D7-AEB2-8477-40B2-92B3A422B250}"/>
              </a:ext>
            </a:extLst>
          </p:cNvPr>
          <p:cNvSpPr/>
          <p:nvPr/>
        </p:nvSpPr>
        <p:spPr>
          <a:xfrm>
            <a:off x="4756534" y="2050296"/>
            <a:ext cx="2259106" cy="19453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Event Broker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F7DED9-D128-EEC5-7B0D-5EE37138FE88}"/>
              </a:ext>
            </a:extLst>
          </p:cNvPr>
          <p:cNvSpPr/>
          <p:nvPr/>
        </p:nvSpPr>
        <p:spPr>
          <a:xfrm>
            <a:off x="9187444" y="968670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Security Lights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6A8BEE-51FB-00F6-B3BD-ED7D627EBB04}"/>
              </a:ext>
            </a:extLst>
          </p:cNvPr>
          <p:cNvSpPr/>
          <p:nvPr/>
        </p:nvSpPr>
        <p:spPr>
          <a:xfrm>
            <a:off x="9187444" y="268727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Camera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EF3184-9E82-5FF9-BC30-C1B09114002C}"/>
              </a:ext>
            </a:extLst>
          </p:cNvPr>
          <p:cNvSpPr/>
          <p:nvPr/>
        </p:nvSpPr>
        <p:spPr>
          <a:xfrm>
            <a:off x="9249508" y="4405876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Push Notification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911C299-1823-1A58-6178-0A4352B84137}"/>
              </a:ext>
            </a:extLst>
          </p:cNvPr>
          <p:cNvSpPr/>
          <p:nvPr/>
        </p:nvSpPr>
        <p:spPr>
          <a:xfrm>
            <a:off x="3214881" y="2912012"/>
            <a:ext cx="1464694" cy="5169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Publish</a:t>
            </a:r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3E6164A5-8DF2-5BDB-0AE9-8F7F50922DD7}"/>
              </a:ext>
            </a:extLst>
          </p:cNvPr>
          <p:cNvSpPr/>
          <p:nvPr/>
        </p:nvSpPr>
        <p:spPr>
          <a:xfrm rot="20100503">
            <a:off x="7027808" y="1780600"/>
            <a:ext cx="2147470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Subscribes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B97C4FE4-8AA2-4AD3-21FE-C011AAB004C9}"/>
              </a:ext>
            </a:extLst>
          </p:cNvPr>
          <p:cNvSpPr/>
          <p:nvPr/>
        </p:nvSpPr>
        <p:spPr>
          <a:xfrm>
            <a:off x="7092599" y="2889608"/>
            <a:ext cx="1879125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Subscribes</a:t>
            </a: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A0F0AE4F-00DB-57CD-08D5-83B298CC5B06}"/>
              </a:ext>
            </a:extLst>
          </p:cNvPr>
          <p:cNvSpPr/>
          <p:nvPr/>
        </p:nvSpPr>
        <p:spPr>
          <a:xfrm rot="1235365">
            <a:off x="7075780" y="3954347"/>
            <a:ext cx="2147470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Subscribes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FC4DE7-5302-5548-2DFD-9DCB90692F11}"/>
              </a:ext>
            </a:extLst>
          </p:cNvPr>
          <p:cNvSpPr/>
          <p:nvPr/>
        </p:nvSpPr>
        <p:spPr>
          <a:xfrm>
            <a:off x="9249508" y="5549217"/>
            <a:ext cx="1685364" cy="896471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Future Process</a:t>
            </a:r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586CA41E-DBF7-3457-6ED2-802A06E25856}"/>
              </a:ext>
            </a:extLst>
          </p:cNvPr>
          <p:cNvSpPr/>
          <p:nvPr/>
        </p:nvSpPr>
        <p:spPr>
          <a:xfrm rot="2071318">
            <a:off x="6442264" y="4800524"/>
            <a:ext cx="2892098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Subscribes</a:t>
            </a:r>
          </a:p>
        </p:txBody>
      </p:sp>
    </p:spTree>
    <p:extLst>
      <p:ext uri="{BB962C8B-B14F-4D97-AF65-F5344CB8AC3E}">
        <p14:creationId xmlns:p14="http://schemas.microsoft.com/office/powerpoint/2010/main" val="4230461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A7394BA-49C6-D4EB-B23D-188D1C9DE5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3045513"/>
              </p:ext>
            </p:extLst>
          </p:nvPr>
        </p:nvGraphicFramePr>
        <p:xfrm>
          <a:off x="1049413" y="405036"/>
          <a:ext cx="10672090" cy="6192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0948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2594-AA8B-5B4B-4DBE-15023F5B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838566D-644F-0D2E-186C-53AFD413B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82" y="2111260"/>
            <a:ext cx="4314931" cy="277529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BDF5B97-2495-5B97-E48A-905F76779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393" y="2729641"/>
            <a:ext cx="5247226" cy="1842359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A300A89F-BA7D-F582-F9BF-73CF633F7F63}"/>
              </a:ext>
            </a:extLst>
          </p:cNvPr>
          <p:cNvSpPr/>
          <p:nvPr/>
        </p:nvSpPr>
        <p:spPr>
          <a:xfrm>
            <a:off x="5117226" y="2794942"/>
            <a:ext cx="1159887" cy="85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B629F49-7699-5D3E-4753-30B1A6AC4161}"/>
              </a:ext>
            </a:extLst>
          </p:cNvPr>
          <p:cNvSpPr/>
          <p:nvPr/>
        </p:nvSpPr>
        <p:spPr>
          <a:xfrm>
            <a:off x="4936113" y="751243"/>
            <a:ext cx="1159887" cy="85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DDB4752-EEC4-C17C-FE5D-E7E1266E1ECA}"/>
              </a:ext>
            </a:extLst>
          </p:cNvPr>
          <p:cNvSpPr/>
          <p:nvPr/>
        </p:nvSpPr>
        <p:spPr>
          <a:xfrm>
            <a:off x="892454" y="446227"/>
            <a:ext cx="3438144" cy="13825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Condition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0E4A214-09F1-6244-7DA4-B4DADCA99945}"/>
              </a:ext>
            </a:extLst>
          </p:cNvPr>
          <p:cNvSpPr/>
          <p:nvPr/>
        </p:nvSpPr>
        <p:spPr>
          <a:xfrm>
            <a:off x="6882384" y="446226"/>
            <a:ext cx="3438144" cy="13825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Action(s)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93193A4-C831-3460-5D7A-6C04A143B564}"/>
              </a:ext>
            </a:extLst>
          </p:cNvPr>
          <p:cNvSpPr/>
          <p:nvPr/>
        </p:nvSpPr>
        <p:spPr>
          <a:xfrm>
            <a:off x="331950" y="2104498"/>
            <a:ext cx="4522769" cy="23983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571F5BF-2396-6273-1649-0B6817255947}"/>
              </a:ext>
            </a:extLst>
          </p:cNvPr>
          <p:cNvSpPr/>
          <p:nvPr/>
        </p:nvSpPr>
        <p:spPr>
          <a:xfrm>
            <a:off x="6539621" y="2063071"/>
            <a:ext cx="4522769" cy="23983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8313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B3E0A1-BC2F-CCDA-65EA-D0C6F22E9187}"/>
              </a:ext>
            </a:extLst>
          </p:cNvPr>
          <p:cNvSpPr/>
          <p:nvPr/>
        </p:nvSpPr>
        <p:spPr>
          <a:xfrm>
            <a:off x="5221175" y="2748378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Motion Sensor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AD4DAD-AD57-7C79-EE39-E2576FFEB6D3}"/>
              </a:ext>
            </a:extLst>
          </p:cNvPr>
          <p:cNvSpPr/>
          <p:nvPr/>
        </p:nvSpPr>
        <p:spPr>
          <a:xfrm>
            <a:off x="9195819" y="135221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Security Lights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7887EB-72A3-A55B-FE9B-0FBCC833A379}"/>
              </a:ext>
            </a:extLst>
          </p:cNvPr>
          <p:cNvSpPr/>
          <p:nvPr/>
        </p:nvSpPr>
        <p:spPr>
          <a:xfrm>
            <a:off x="9187444" y="268727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Camera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7CB199-0FB2-F2C7-F016-A6457592ABFD}"/>
              </a:ext>
            </a:extLst>
          </p:cNvPr>
          <p:cNvSpPr/>
          <p:nvPr/>
        </p:nvSpPr>
        <p:spPr>
          <a:xfrm>
            <a:off x="9195819" y="3887305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Push Notification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FF10DB36-D2B5-D0DB-2286-3D3AEA2124EA}"/>
              </a:ext>
            </a:extLst>
          </p:cNvPr>
          <p:cNvSpPr/>
          <p:nvPr/>
        </p:nvSpPr>
        <p:spPr>
          <a:xfrm rot="20100503">
            <a:off x="7008770" y="1931124"/>
            <a:ext cx="2216342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AF95AC-1F0D-26D5-12E7-FDBFDAE5D8A0}"/>
              </a:ext>
            </a:extLst>
          </p:cNvPr>
          <p:cNvSpPr/>
          <p:nvPr/>
        </p:nvSpPr>
        <p:spPr>
          <a:xfrm>
            <a:off x="9235297" y="5057551"/>
            <a:ext cx="1685364" cy="896471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Future Process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534B35A6-2C81-326B-CEE3-CE1321D698EC}"/>
              </a:ext>
            </a:extLst>
          </p:cNvPr>
          <p:cNvSpPr/>
          <p:nvPr/>
        </p:nvSpPr>
        <p:spPr>
          <a:xfrm>
            <a:off x="6998587" y="2889608"/>
            <a:ext cx="2096809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DD9FED42-2B4B-6227-D51D-9AFA1F0E18AD}"/>
              </a:ext>
            </a:extLst>
          </p:cNvPr>
          <p:cNvSpPr/>
          <p:nvPr/>
        </p:nvSpPr>
        <p:spPr>
          <a:xfrm rot="1346277">
            <a:off x="6881922" y="3752637"/>
            <a:ext cx="2330139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11699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BEDAD-8DC1-1C8E-D363-5DE8DEF3D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0C767B-74DE-ECF1-55F6-E81FF19CC7CA}"/>
              </a:ext>
            </a:extLst>
          </p:cNvPr>
          <p:cNvSpPr/>
          <p:nvPr/>
        </p:nvSpPr>
        <p:spPr>
          <a:xfrm>
            <a:off x="5221175" y="2748378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Motion Sensor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65010C-E214-BC57-E26E-4C916ACD5064}"/>
              </a:ext>
            </a:extLst>
          </p:cNvPr>
          <p:cNvSpPr/>
          <p:nvPr/>
        </p:nvSpPr>
        <p:spPr>
          <a:xfrm>
            <a:off x="9195819" y="135221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Security Lights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197A64-855D-09F1-ECBD-A21F3C8E8833}"/>
              </a:ext>
            </a:extLst>
          </p:cNvPr>
          <p:cNvSpPr/>
          <p:nvPr/>
        </p:nvSpPr>
        <p:spPr>
          <a:xfrm>
            <a:off x="9187444" y="268727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Camera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40B81F-F9AB-48C5-D3EE-E4371AE05569}"/>
              </a:ext>
            </a:extLst>
          </p:cNvPr>
          <p:cNvSpPr/>
          <p:nvPr/>
        </p:nvSpPr>
        <p:spPr>
          <a:xfrm>
            <a:off x="9195819" y="3887305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Push Notification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E454A4F4-E659-D319-D2FD-31677DFDEAE0}"/>
              </a:ext>
            </a:extLst>
          </p:cNvPr>
          <p:cNvSpPr/>
          <p:nvPr/>
        </p:nvSpPr>
        <p:spPr>
          <a:xfrm rot="20100503">
            <a:off x="7008770" y="1931124"/>
            <a:ext cx="2216342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6F50CC-F6F0-5F21-8E2A-D073981A876E}"/>
              </a:ext>
            </a:extLst>
          </p:cNvPr>
          <p:cNvSpPr/>
          <p:nvPr/>
        </p:nvSpPr>
        <p:spPr>
          <a:xfrm>
            <a:off x="9235297" y="5057551"/>
            <a:ext cx="1685364" cy="896471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Future Process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9C615EBA-1C31-CE93-B0C4-B8FDD7E7C015}"/>
              </a:ext>
            </a:extLst>
          </p:cNvPr>
          <p:cNvSpPr/>
          <p:nvPr/>
        </p:nvSpPr>
        <p:spPr>
          <a:xfrm>
            <a:off x="6998587" y="2889608"/>
            <a:ext cx="2096809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0D242211-A080-4DE4-A8E2-B173BC8A2FB1}"/>
              </a:ext>
            </a:extLst>
          </p:cNvPr>
          <p:cNvSpPr/>
          <p:nvPr/>
        </p:nvSpPr>
        <p:spPr>
          <a:xfrm rot="1346277">
            <a:off x="6881922" y="3752637"/>
            <a:ext cx="2330139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8874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rmometer with solid fill">
            <a:extLst>
              <a:ext uri="{FF2B5EF4-FFF2-40B4-BE49-F238E27FC236}">
                <a16:creationId xmlns:a16="http://schemas.microsoft.com/office/drawing/2014/main" id="{3D5C1A06-D0BD-6DF7-B849-36ECC98FD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4787" y="1132594"/>
            <a:ext cx="914400" cy="914400"/>
          </a:xfrm>
        </p:spPr>
      </p:pic>
      <p:pic>
        <p:nvPicPr>
          <p:cNvPr id="7" name="Graphic 6" descr="Do Not Washing Machine with solid fill">
            <a:extLst>
              <a:ext uri="{FF2B5EF4-FFF2-40B4-BE49-F238E27FC236}">
                <a16:creationId xmlns:a16="http://schemas.microsoft.com/office/drawing/2014/main" id="{F21B12F0-28EE-44EF-39BB-8A4FC47800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0427" y="2255649"/>
            <a:ext cx="914400" cy="9144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B55E32E-2D02-02A3-1E55-0A1281B0B319}"/>
              </a:ext>
            </a:extLst>
          </p:cNvPr>
          <p:cNvSpPr/>
          <p:nvPr/>
        </p:nvSpPr>
        <p:spPr>
          <a:xfrm>
            <a:off x="1178287" y="833086"/>
            <a:ext cx="1687651" cy="2595914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1761F7-33BA-0D78-1094-E817832FF616}"/>
              </a:ext>
            </a:extLst>
          </p:cNvPr>
          <p:cNvSpPr/>
          <p:nvPr/>
        </p:nvSpPr>
        <p:spPr>
          <a:xfrm>
            <a:off x="3603977" y="833086"/>
            <a:ext cx="4212236" cy="2595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45294A-F543-2460-D7C7-64DAD6AA570B}"/>
              </a:ext>
            </a:extLst>
          </p:cNvPr>
          <p:cNvSpPr txBox="1"/>
          <p:nvPr/>
        </p:nvSpPr>
        <p:spPr>
          <a:xfrm>
            <a:off x="1219736" y="354114"/>
            <a:ext cx="1805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Event Producers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D491D1-34D9-8AF0-BC37-73933BF70E21}"/>
              </a:ext>
            </a:extLst>
          </p:cNvPr>
          <p:cNvSpPr/>
          <p:nvPr/>
        </p:nvSpPr>
        <p:spPr>
          <a:xfrm>
            <a:off x="3926266" y="1064754"/>
            <a:ext cx="3387777" cy="85818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Event Channel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F89337-D213-57B1-73A2-A18285DB72B7}"/>
              </a:ext>
            </a:extLst>
          </p:cNvPr>
          <p:cNvSpPr/>
          <p:nvPr/>
        </p:nvSpPr>
        <p:spPr>
          <a:xfrm>
            <a:off x="5690109" y="2154609"/>
            <a:ext cx="1623934" cy="103849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Event Processor</a:t>
            </a:r>
          </a:p>
        </p:txBody>
      </p: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578CE8EA-E1DD-79F8-616F-525CD80BB1E3}"/>
              </a:ext>
            </a:extLst>
          </p:cNvPr>
          <p:cNvSpPr/>
          <p:nvPr/>
        </p:nvSpPr>
        <p:spPr>
          <a:xfrm>
            <a:off x="4038692" y="2255649"/>
            <a:ext cx="1469036" cy="776564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Event DB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2677B4-374B-A6C0-1602-0C1A193D073E}"/>
              </a:ext>
            </a:extLst>
          </p:cNvPr>
          <p:cNvSpPr/>
          <p:nvPr/>
        </p:nvSpPr>
        <p:spPr>
          <a:xfrm>
            <a:off x="8393333" y="800147"/>
            <a:ext cx="1687651" cy="2595914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AE86A-467F-D2EA-8680-FC6CB4908A9A}"/>
              </a:ext>
            </a:extLst>
          </p:cNvPr>
          <p:cNvSpPr txBox="1"/>
          <p:nvPr/>
        </p:nvSpPr>
        <p:spPr>
          <a:xfrm>
            <a:off x="8282857" y="401514"/>
            <a:ext cx="1945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Event Consumers</a:t>
            </a:r>
          </a:p>
        </p:txBody>
      </p:sp>
      <p:pic>
        <p:nvPicPr>
          <p:cNvPr id="13" name="Graphic 12" descr="Programmer female with solid fill">
            <a:extLst>
              <a:ext uri="{FF2B5EF4-FFF2-40B4-BE49-F238E27FC236}">
                <a16:creationId xmlns:a16="http://schemas.microsoft.com/office/drawing/2014/main" id="{4C468FB0-49F3-98A6-2A61-E92C692A01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87454" y="937338"/>
            <a:ext cx="914400" cy="914400"/>
          </a:xfrm>
          <a:prstGeom prst="rect">
            <a:avLst/>
          </a:prstGeom>
        </p:spPr>
      </p:pic>
      <p:pic>
        <p:nvPicPr>
          <p:cNvPr id="15" name="Graphic 14" descr="Robot Hand with solid fill">
            <a:extLst>
              <a:ext uri="{FF2B5EF4-FFF2-40B4-BE49-F238E27FC236}">
                <a16:creationId xmlns:a16="http://schemas.microsoft.com/office/drawing/2014/main" id="{3B3C7094-2CDB-A9CB-88E0-4319A04813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6746" y="1971605"/>
            <a:ext cx="737881" cy="737881"/>
          </a:xfrm>
          <a:prstGeom prst="rect">
            <a:avLst/>
          </a:prstGeom>
        </p:spPr>
      </p:pic>
      <p:pic>
        <p:nvPicPr>
          <p:cNvPr id="17" name="Graphic 16" descr="Syncing cloud with solid fill">
            <a:extLst>
              <a:ext uri="{FF2B5EF4-FFF2-40B4-BE49-F238E27FC236}">
                <a16:creationId xmlns:a16="http://schemas.microsoft.com/office/drawing/2014/main" id="{69F9B65E-9E16-8069-7C02-83C1C2A038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87454" y="2608721"/>
            <a:ext cx="914400" cy="914400"/>
          </a:xfrm>
          <a:prstGeom prst="rect">
            <a:avLst/>
          </a:prstGeom>
        </p:spPr>
      </p:pic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C5D136C5-B276-2788-0291-653842CA119D}"/>
              </a:ext>
            </a:extLst>
          </p:cNvPr>
          <p:cNvSpPr/>
          <p:nvPr/>
        </p:nvSpPr>
        <p:spPr>
          <a:xfrm>
            <a:off x="2896485" y="1765544"/>
            <a:ext cx="676944" cy="49010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DB0C0969-E953-DEC1-093A-BB69DB351CEB}"/>
              </a:ext>
            </a:extLst>
          </p:cNvPr>
          <p:cNvSpPr/>
          <p:nvPr/>
        </p:nvSpPr>
        <p:spPr>
          <a:xfrm>
            <a:off x="7807456" y="1895210"/>
            <a:ext cx="627032" cy="47166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2" name="AutoShape 2" descr="Generated image">
            <a:extLst>
              <a:ext uri="{FF2B5EF4-FFF2-40B4-BE49-F238E27FC236}">
                <a16:creationId xmlns:a16="http://schemas.microsoft.com/office/drawing/2014/main" id="{D45E2487-D30C-A10E-5502-71EBF15BC1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095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235AF44-15EB-E701-9201-6D2A597E7CF3}"/>
              </a:ext>
            </a:extLst>
          </p:cNvPr>
          <p:cNvSpPr/>
          <p:nvPr/>
        </p:nvSpPr>
        <p:spPr>
          <a:xfrm>
            <a:off x="820468" y="494537"/>
            <a:ext cx="1687651" cy="2595914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24AAA9-FAC3-60AD-1876-869FA004C3F9}"/>
              </a:ext>
            </a:extLst>
          </p:cNvPr>
          <p:cNvSpPr/>
          <p:nvPr/>
        </p:nvSpPr>
        <p:spPr>
          <a:xfrm>
            <a:off x="3247013" y="478972"/>
            <a:ext cx="4212236" cy="2595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36C6FD-4870-21E7-A1C6-AC36C7641541}"/>
              </a:ext>
            </a:extLst>
          </p:cNvPr>
          <p:cNvSpPr txBox="1"/>
          <p:nvPr/>
        </p:nvSpPr>
        <p:spPr>
          <a:xfrm>
            <a:off x="862772" y="0"/>
            <a:ext cx="1695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Event Producer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F2FCFA3-A4C4-3109-5F88-C7A403B4C8AD}"/>
              </a:ext>
            </a:extLst>
          </p:cNvPr>
          <p:cNvSpPr/>
          <p:nvPr/>
        </p:nvSpPr>
        <p:spPr>
          <a:xfrm>
            <a:off x="3569302" y="710640"/>
            <a:ext cx="3387777" cy="85818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Event Channel</a:t>
            </a:r>
          </a:p>
        </p:txBody>
      </p: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BE6A1E30-A5A9-3C51-D395-3DB989BD4D8C}"/>
              </a:ext>
            </a:extLst>
          </p:cNvPr>
          <p:cNvSpPr/>
          <p:nvPr/>
        </p:nvSpPr>
        <p:spPr>
          <a:xfrm>
            <a:off x="3681728" y="1901535"/>
            <a:ext cx="1469036" cy="776564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Event DB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74A5C8-3056-5A36-4EFF-1ADD2ABB1DD4}"/>
              </a:ext>
            </a:extLst>
          </p:cNvPr>
          <p:cNvSpPr/>
          <p:nvPr/>
        </p:nvSpPr>
        <p:spPr>
          <a:xfrm>
            <a:off x="8036369" y="446033"/>
            <a:ext cx="1687651" cy="2595914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A2CA49-B702-F96C-4450-F080B2CE99DE}"/>
              </a:ext>
            </a:extLst>
          </p:cNvPr>
          <p:cNvSpPr txBox="1"/>
          <p:nvPr/>
        </p:nvSpPr>
        <p:spPr>
          <a:xfrm>
            <a:off x="7925893" y="47400"/>
            <a:ext cx="1945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Event Consumers</a:t>
            </a:r>
          </a:p>
        </p:txBody>
      </p:sp>
      <p:pic>
        <p:nvPicPr>
          <p:cNvPr id="27" name="Graphic 26" descr="Programmer female with solid fill">
            <a:extLst>
              <a:ext uri="{FF2B5EF4-FFF2-40B4-BE49-F238E27FC236}">
                <a16:creationId xmlns:a16="http://schemas.microsoft.com/office/drawing/2014/main" id="{5AFD5F19-091A-9C00-45A0-D2AA97412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490" y="583224"/>
            <a:ext cx="914400" cy="914400"/>
          </a:xfrm>
          <a:prstGeom prst="rect">
            <a:avLst/>
          </a:prstGeom>
        </p:spPr>
      </p:pic>
      <p:pic>
        <p:nvPicPr>
          <p:cNvPr id="28" name="Graphic 27" descr="Robot Hand with solid fill">
            <a:extLst>
              <a:ext uri="{FF2B5EF4-FFF2-40B4-BE49-F238E27FC236}">
                <a16:creationId xmlns:a16="http://schemas.microsoft.com/office/drawing/2014/main" id="{27C3D723-5A55-DA97-C8BE-CAD3BE4588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9782" y="1617491"/>
            <a:ext cx="737881" cy="737881"/>
          </a:xfrm>
          <a:prstGeom prst="rect">
            <a:avLst/>
          </a:prstGeom>
        </p:spPr>
      </p:pic>
      <p:pic>
        <p:nvPicPr>
          <p:cNvPr id="29" name="Graphic 28" descr="Syncing cloud with solid fill">
            <a:extLst>
              <a:ext uri="{FF2B5EF4-FFF2-40B4-BE49-F238E27FC236}">
                <a16:creationId xmlns:a16="http://schemas.microsoft.com/office/drawing/2014/main" id="{ED7C4629-6EB5-1AA2-1B88-D8B5C49DCA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0490" y="2254607"/>
            <a:ext cx="914400" cy="914400"/>
          </a:xfrm>
          <a:prstGeom prst="rect">
            <a:avLst/>
          </a:prstGeom>
        </p:spPr>
      </p:pic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30353518-F994-6BD5-324D-0D2A8C21B4B3}"/>
              </a:ext>
            </a:extLst>
          </p:cNvPr>
          <p:cNvSpPr/>
          <p:nvPr/>
        </p:nvSpPr>
        <p:spPr>
          <a:xfrm>
            <a:off x="2539521" y="1411430"/>
            <a:ext cx="676944" cy="49010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A2108DB-27DA-EBCD-A712-0681957072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438" y="1062979"/>
            <a:ext cx="1504939" cy="124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8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Widescreen</PresentationFormat>
  <Paragraphs>49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Walsh</dc:creator>
  <cp:lastModifiedBy>Frank X Walsh</cp:lastModifiedBy>
  <cp:revision>6</cp:revision>
  <dcterms:created xsi:type="dcterms:W3CDTF">2024-11-29T13:06:47Z</dcterms:created>
  <dcterms:modified xsi:type="dcterms:W3CDTF">2025-11-24T13:45:26Z</dcterms:modified>
</cp:coreProperties>
</file>