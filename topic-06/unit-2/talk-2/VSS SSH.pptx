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8" y="7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08T10:42:19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946 250 1376 0 0,'0'0'3740'0'0,"-5"-9"-3705"0"0,1 7 13 0 0,1 0-1 0 0,0-1 1 0 0,1 1 0 0 0,-1-1 0 0 0,0 0 0 0 0,1 0 0 0 0,-1 0 0 0 0,1 0 0 0 0,0 0 0 0 0,-2-5 0 0 0,2 5 287 0 0,0-1 0 0 0,-1 1 0 0 0,1-1 0 0 0,-1 1 0 0 0,0 0-1 0 0,0-1 1 0 0,-4-2 0 0 0,1 2-8 0 0,2 0 0 0 0,-1 0 0 0 0,0 0 0 0 0,1-1 0 0 0,-5-5 0 0 0,3 3-222 0 0,2 4-87 0 0,1 0 0 0 0,-1 0 0 0 0,0 0 0 0 0,-1 0 1 0 0,1 1-1 0 0,0 0 0 0 0,-1 0 0 0 0,0 0 0 0 0,1 0 1 0 0,-1 1-1 0 0,-6-2 0 0 0,-22-7 36 0 0,24 6 7 0 0,-1 0 0 0 0,0 2 0 0 0,0-1 0 0 0,-1 1 1 0 0,1 0-1 0 0,0 1 0 0 0,-1 0 0 0 0,1 1 0 0 0,0 0 0 0 0,-1 1 1 0 0,1 0-1 0 0,0 1 0 0 0,-1 0 0 0 0,1 0 0 0 0,0 1 0 0 0,-18 8 1 0 0,9-3 53 0 0,2 1 1 0 0,-1 1-1 0 0,1 0 1 0 0,1 2-1 0 0,0 0 1 0 0,1 0 0 0 0,0 2-1 0 0,-13 14 1 0 0,-35 38-100 0 0,38-36 54 0 0,10-12 39 0 0,-24 35 1 0 0,3 8 143 0 0,-72 127 445 0 0,76-136-438 0 0,23-41-187 0 0,2 1 0 0 0,-1 0 0 0 0,-5 15 0 0 0,-7 10 92 0 0,17-31-135 0 0,-1 0-1 0 0,1 0 0 0 0,0 0 0 0 0,0 0 0 0 0,1 0 0 0 0,-1 1 0 0 0,1-1 0 0 0,1 1 0 0 0,-1-1 0 0 0,0 10 0 0 0,3-7-16 0 0,-1 1 0 0 0,1-1 0 0 0,1 1 0 0 0,0-1 1 0 0,0 0-1 0 0,1 0 0 0 0,0 0 0 0 0,1 0 0 0 0,-1 0 0 0 0,2-1 1 0 0,-1 0-1 0 0,1 1 0 0 0,1-2 0 0 0,-1 1 0 0 0,1-1 0 0 0,1 1 1 0 0,-1-2-1 0 0,1 1 0 0 0,0-1 0 0 0,1 0 0 0 0,-1 0 0 0 0,1-1 0 0 0,0 0 1 0 0,1-1-1 0 0,-1 0 0 0 0,1 0 0 0 0,0 0 0 0 0,0-1 0 0 0,12 2 1 0 0,13 4 161 0 0,-24-6-103 0 0,0 0 1 0 0,20 2 0 0 0,-14-2 16 0 0,0 0 0 0 0,0 0 0 0 0,18 8-1 0 0,28 6 29 0 0,-45-14-117 0 0,0-1 0 0 0,0 0 0 0 0,1-1-1 0 0,-1-1 1 0 0,0 0 0 0 0,0-2 0 0 0,0 0 0 0 0,0-1 0 0 0,0 0 0 0 0,0-1 0 0 0,0-1 0 0 0,29-14 0 0 0,-16 5-55 0 0,51-27 16 0 0,-73 36 30 0 0,112-73-61 0 0,-98 61 93 0 0,0 0 0 0 0,-1-2 0 0 0,20-23 1 0 0,-15 12 78 0 0,-1-2 1 0 0,-1-1-1 0 0,-2 0 1 0 0,-2-2 0 0 0,18-39-1 0 0,-33 62-47 0 0,12-24 214 0 0,-3 0 0 0 0,13-48-1 0 0,-24 73-225 0 0,-1 1-1 0 0,0-1 0 0 0,-1 1 0 0 0,0-1 0 0 0,-1 1 0 0 0,0-1 0 0 0,0 0 0 0 0,-1 1 0 0 0,-1-1 1 0 0,0 1-1 0 0,0-1 0 0 0,-1 1 0 0 0,-5-13 0 0 0,0 8 39 0 0,0 1 1 0 0,-1 0-1 0 0,0 1 0 0 0,-1 0 0 0 0,0 1 1 0 0,-1 0-1 0 0,-1 0 0 0 0,0 1 0 0 0,-1 0 1 0 0,0 1-1 0 0,0 1 0 0 0,-1 0 0 0 0,-18-8 0 0 0,-19-7 42 0 0,-2 2 0 0 0,-79-21-1 0 0,116 38-107 0 0,-21-4-29 0 0,0 2-1 0 0,-39-3 0 0 0,20 3-152 0 0,42 5-209 0 0,1 1 0 0 0,-1 1 0 0 0,1 0 0 0 0,-1 0 0 0 0,0 1 0 0 0,1 1 0 0 0,-1 0-1 0 0,1 1 1 0 0,-20 7 0 0 0,12-1-5478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08T10:42:24.38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905 152 2760 0 0,'0'0'838'0'0,"-5"-1"-112"0"0,-30-7 4662 0 0,23 6-4963 0 0,-1 0 0 0 0,1-1 0 0 0,0-1-1 0 0,0 0 1 0 0,-17-9 0 0 0,24 11-264 0 0,0 0 1 0 0,0 0-1 0 0,-1 0 1 0 0,1 1-1 0 0,0 0 0 0 0,-1 0 1 0 0,1 0-1 0 0,-1 1 1 0 0,1-1-1 0 0,-1 1 0 0 0,1 1 1 0 0,0-1-1 0 0,-1 1 1 0 0,1 0-1 0 0,-1 0 0 0 0,-5 2 1 0 0,-12 16 207 0 0,-52 20-226 0 0,23-6-132 0 0,27-19 95 0 0,0 0 1 0 0,-25 20 0 0 0,11-9-163 0 0,20-12 10 0 0,-36 29 0 0 0,35-21 117 0 0,0 1 1 0 0,-31 47-1 0 0,36-43-32 0 0,1 0 0 0 0,-12 29-1 0 0,-15 29 118 0 0,4 1-142 0 0,21-57-11 0 0,1 1 1 0 0,2 1 0 0 0,-12 38-1 0 0,11-14 246 0 0,9-24-104 0 0,3-9-42 0 0,1-13-81 0 0,1 0-1 0 0,0 0 0 0 0,0 0 0 0 0,1 0 1 0 0,0 0-1 0 0,0 0 0 0 0,1 0 0 0 0,0 0 1 0 0,1-1-1 0 0,-1 1 0 0 0,1-1 0 0 0,7 12 1 0 0,-3-6 35 0 0,1 1 0 0 0,1-1 0 0 0,0-1 0 0 0,1 0 0 0 0,19 19 0 0 0,-8-13 97 0 0,1-1 0 0 0,1-2 0 0 0,0 0 0 0 0,1-1 0 0 0,38 15 0 0 0,39 4-1 0 0,-80-26-134 0 0,0-1 0 0 0,0-2-1 0 0,0 0 1 0 0,1-1-1 0 0,-1-1 1 0 0,1-1-1 0 0,-1-1 1 0 0,23-3 0 0 0,-6-2 28 0 0,0-1 0 0 0,0-2 0 0 0,59-20 0 0 0,-61 15 14 0 0,0-2 0 0 0,-1-1 0 0 0,34-22 0 0 0,-47 24 66 0 0,-1-1-1 0 0,-1-1 1 0 0,0 0 0 0 0,-1-2 0 0 0,25-29-1 0 0,-27 26-48 0 0,0-1-1 0 0,-2-1 0 0 0,-1 0 1 0 0,0-1-1 0 0,-2 0 0 0 0,-1-1 1 0 0,0 0-1 0 0,-2-1 0 0 0,-1 0 1 0 0,-2 0-1 0 0,8-54 0 0 0,-12 43 93 0 0,-1 1-1 0 0,-2 0 1 0 0,-2 0-1 0 0,-1-1 1 0 0,-2 2-1 0 0,-1-1 1 0 0,-2 1-1 0 0,-1 0 0 0 0,-2 1 1 0 0,-25-52-1 0 0,25 66-90 0 0,-1 1 0 0 0,0 0 0 0 0,-1 0 0 0 0,-17-16-1 0 0,2 2 4 0 0,12 16-56 0 0,0 0-1 0 0,-2 1 1 0 0,0 1-1 0 0,0 0 1 0 0,-2 2-1 0 0,0 0 1 0 0,-38-16-1 0 0,41 21-182 0 0,0 1 1 0 0,-1 0-1 0 0,-35-7 0 0 0,44 13 56 0 0,-1-1-1 0 0,1 1 1 0 0,-1 1 0 0 0,1 0 0 0 0,-1 1-1 0 0,1 0 1 0 0,-1 0 0 0 0,-19 6 0 0 0,27-6 87 0 0,-62 22-6429 0 0,33-4-129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08T10:42:29.2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3966 141 4608 0 0,'0'0'208'0'0,"-16"-4"32"0"0,-53-23 2190 0 0,58 22-2457 0 0,0 0-1 0 0,0 1 1 0 0,-1 0-1 0 0,0 1 1 0 0,-18-2-1 0 0,2-1-78 0 0,19 4 135 0 0,-1 0 0 0 0,1 0 1 0 0,-13 1-1 0 0,7 1 124 0 0,-1 1 0 0 0,1 1 0 0 0,-20 4 0 0 0,-23 4-31 0 0,-20 4-279 0 0,62-10 167 0 0,0-2 1 0 0,0 0-1 0 0,-19 0 0 0 0,-17 1 458 0 0,-49 3 544 0 0,-40 26-872 0 0,59-12-37 0 0,-20-2 400 0 0,21-11 145 0 0,53-6-248 0 0,-38 6 0 0 0,1 5-402 0 0,-66 14-172 0 0,71-8 174 0 0,-29 7 0 0 0,-20 1 0 0 0,42-19 20 0 0,44-6 21 0 0,-39 8 0 0 0,46-7 19 0 0,0 0 0 0 0,-1-1 0 0 0,1 0 0 0 0,-29-4 1 0 0,-11 0-216 0 0,50 3 162 0 0,0-1 1 0 0,1 0 0 0 0,-1 0 0 0 0,-8-3 0 0 0,11 3 11 0 0,-1 0 0 0 0,1 0 1 0 0,-1 0-1 0 0,0 0 0 0 0,0 1 1 0 0,1 0-1 0 0,-1-1 1 0 0,0 1-1 0 0,0 0 0 0 0,1 1 1 0 0,-1-1-1 0 0,-5 2 0 0 0,5-1-8 0 0,0 0-1 0 0,1-1 0 0 0,-1 1 0 0 0,0-1 1 0 0,0 0-1 0 0,-4-1 0 0 0,-25 4 46 0 0,11 1-14 0 0,13-2-26 0 0,0 0-1 0 0,0 1 0 0 0,-16 6 0 0 0,17-6-45 0 0,-1 0 0 0 0,0 0 1 0 0,1-1-1 0 0,-15 2 0 0 0,-11 3-22 0 0,-13 4 120 0 0,-71 5 0 0 0,97-15-78 0 0,-36-3 0 0 0,9 0 14 0 0,13 3 20 0 0,1 1 0 0 0,0 2 0 0 0,-51 12 0 0 0,-43 8-24 0 0,102-18 0 0 0,7-3 0 0 0,0 2 0 0 0,0 0 0 0 0,-20 10 0 0 0,24-10 0 0 0,0 0 0 0 0,0 0 0 0 0,-29 4 0 0 0,-2 0 0 0 0,23-5-10 0 0,-1-1 1 0 0,1-1 0 0 0,-27-2 0 0 0,-35 4-26 0 0,-102 25 107 0 0,161-24-87 0 0,0 0 0 0 0,1 2 0 0 0,0 0 0 0 0,0 2 1 0 0,0 1-1 0 0,1 1 0 0 0,1 0 0 0 0,0 2 1 0 0,1 1-1 0 0,-22 17 0 0 0,-28 35-177 0 0,67-62 165 0 0,0 1 1 0 0,0 0-1 0 0,0 0 0 0 0,1 0 1 0 0,0 0-1 0 0,0 1 0 0 0,-3 6 1 0 0,3-2-50 0 0,3-8 73 0 0,1 0 0 0 0,-1 0 1 0 0,1 0-1 0 0,-1 0 0 0 0,0-1 0 0 0,0 1 0 0 0,0 0 0 0 0,0 0 1 0 0,0-1-1 0 0,-2 3 0 0 0,2-2-4 0 0,1 1 1 0 0,0 0 0 0 0,-1 0-1 0 0,1 0 1 0 0,0 0-1 0 0,0-1 1 0 0,0 1-1 0 0,1 0 1 0 0,-1 0-1 0 0,1 0 1 0 0,0-1-1 0 0,-1 1 1 0 0,1 0-1 0 0,0 0 1 0 0,2 2-1 0 0,1 7-6 0 0,-1-3-2 0 0,0 0 0 0 0,1 0 0 0 0,5 8 1 0 0,9 23-71 0 0,-14-31 36 0 0,0 1 0 0 0,2-1 0 0 0,-1 0 0 0 0,1-1 0 0 0,0 1 0 0 0,1-1 0 0 0,-1 0 0 0 0,2-1 0 0 0,-1 1 0 0 0,1-2 0 0 0,0 1 0 0 0,1-1 0 0 0,-1 0 0 0 0,1-1 0 0 0,15 7 0 0 0,-17-9 49 0 0,1-1 0 0 0,0-1 0 0 0,0 1 0 0 0,14 0 0 0 0,17 4 0 0 0,-29-4 4 0 0,1 0 0 0 0,0-1 1 0 0,-1-1-1 0 0,13 0 0 0 0,30 3 28 0 0,-36-1-28 0 0,1 0 1 0 0,-1-1-1 0 0,0-2 0 0 0,25-2 0 0 0,-31 2 7 0 0,0 1 0 0 0,-1 1 1 0 0,13 1-1 0 0,14 1-56 0 0,190 6-61 0 0,-196-7 106 0 0,35-3 0 0 0,-29 1 0 0 0,142-10 0 0 0,-171 9 0 0 0,215-4 1 0 0,-164 5 8 0 0,-35 1 11 0 0,35 7 0 0 0,1-1-6 0 0,11-1-14 0 0,-17 0 0 0 0,99-4 0 0 0,-147-2 0 0 0,30-3 0 0 0,1 1 0 0 0,60 5 0 0 0,-89-2 0 0 0,-1-1 0 0 0,1 0 0 0 0,15-2 0 0 0,21 0 0 0 0,147 26-54 0 0,-145-20 72 0 0,-1-2 0 0 0,77-7 0 0 0,-16-11-18 0 0,0 1 0 0 0,-51 9 0 0 0,-31 2 0 0 0,31 1 0 0 0,-5 6 0 0 0,0 1 0 0 0,0 4 0 0 0,0 1 0 0 0,75 25 0 0 0,-90-26 45 0 0,40 5 1 0 0,-11-2 15 0 0,-31-7 123 0 0,0-1-1 0 0,0-1 1 0 0,1-2 0 0 0,33-4 0 0 0,33-1-74 0 0,101 13-35 0 0,-122-2-70 0 0,-57-3-14 0 0,0-1 0 0 0,43-2 0 0 0,32-3-166 0 0,7 0 20 0 0,41-8 286 0 0,41-6 76 0 0,-28-2-145 0 0,114-20-332 0 0,-189 22 310 0 0,8-1 16 0 0,135-45 0 0 0,109-83-229 0 0,-249 108-170 0 0,20-10 195 0 0,-35 15 134 0 0,-49 24 90 0 0,0-1 0 0 0,-1 0 1 0 0,0-2-1 0 0,-1 0 0 0 0,24-20 0 0 0,-44 31-70 0 0,1-1 1 0 0,0 0-1 0 0,0 0 1 0 0,-1 1-1 0 0,1-1 1 0 0,-1 0-1 0 0,1 0 0 0 0,-1 0 1 0 0,0 0-1 0 0,0 1 1 0 0,1-1-1 0 0,-2 0 1 0 0,1-2-1 0 0,1-11 52 0 0,5-24 21 0 0,-5 36-71 0 0,-1 1 0 0 0,0-1 1 0 0,1 0-1 0 0,-1 0 0 0 0,0 1 0 0 0,0-1 1 0 0,-1 0-1 0 0,1 1 0 0 0,-1-1 1 0 0,1 0-1 0 0,-1 1 0 0 0,0-1 1 0 0,0 0-1 0 0,0 1 0 0 0,0-1 1 0 0,0 1-1 0 0,-1 0 0 0 0,1-1 0 0 0,-1 1 1 0 0,1 0-1 0 0,-1 0 0 0 0,0 0 1 0 0,0 0-1 0 0,-2-2 0 0 0,-7-4 74 0 0,0 0 0 0 0,0 1-1 0 0,-22-12 1 0 0,3 3-14 0 0,-2-2-25 0 0,-52-21-1 0 0,10 6-9 0 0,-3-1 298 0 0,-111-33 1 0 0,93 35-51 0 0,-166-40 1699 0 0,114 35-1328 0 0,3 0-37 0 0,-1 5 0 0 0,-171-13 0 0 0,180 32-610 0 0,3-1-106 0 0,-146 5-1 0 0,-131 35-8 0 0,319-14 43 0 0,1 3 1 0 0,-130 41-1 0 0,67-8-1394 0 0,78-21-4255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00B5-04CD-4A9B-B88C-D6B8D6D1F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1D8A0F-1CAA-4DCF-AAAA-B83040DAA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EF387-1803-46C5-AE0F-1BAA7551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21A53-A864-4CE7-AC01-46F3F31B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FB914-2B99-49A7-BEB4-6AC572E8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101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C44E-BAA1-485D-B13E-A8308C56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54AE8-C67D-4DF1-875F-C71A973A2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99C48-66B5-4594-9757-74444D2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BE714-CBA9-48CF-85E2-01506A05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11FE8-F18D-4F4A-844A-DF6379C7A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822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D139-52BC-458A-B512-1ED2C2B5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A2309-9CC8-48F5-9BA3-97DCC8AD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EA7DC-4AF1-47FF-A925-A47DDFC3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8BDD6-D739-40CD-9D0F-C7B9CB32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4BF01-3528-43E5-B3D2-D1204B20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13303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BFA2-A7E9-4224-BFA1-F009F137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61E9-B4D7-4D50-B095-9249C91F6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D990E-C49F-4924-833D-FF2FB01C7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E3F20-EB53-49BB-88DA-EB7D4D38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93768-1326-467F-9FF3-D04432EF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AF5F3-5576-4F00-88BF-F88DD53F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42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3E80-27BA-4427-8721-9D484D71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9650B-7E6E-4A07-A145-C6C84548A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9C201-7F99-4646-9622-722F4941E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9EB97-485D-41B3-A7CF-DCBD06678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9CA5C-2D9A-4B2E-9ABB-FB60340B8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0F572-0F3A-4E82-B12E-6550B18F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75365-3BC2-4777-B5E1-602D920B1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25C00D-0EF6-4F1F-979D-19E52B4D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817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E441-2EF6-4E64-A838-71CBA7C2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53D9E-0078-4EE9-A6CF-618F6859F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68BFD-72D3-48F1-9719-F678A6EA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44A6A-B7A4-4B97-9E7D-E193A991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889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F24E0-AC7C-44E7-BC0F-6153C8ED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FFF5F-1FA7-4BEE-881E-E61934C7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3F54B-B702-4539-B97D-582CB05D0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489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F2B9-DD61-467F-A05F-81577D22A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DEF6-E5A0-4F92-944E-38C7F6BD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48E2E-79BE-48C5-8E88-175C8BDA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5FA13-E427-4215-9861-3D322F607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4922F-E8D0-4A49-B995-49C3D844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24703-D69A-462E-A7CC-92E3514F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715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8BD82-E0A2-4211-957C-1F9336D0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53110-3664-4BBD-9F08-B69F3082B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9EB62-A4E6-4974-A04C-B3E8F89A2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7CC78-1AE6-45B9-B703-6DBCA075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DFB6D-19BA-439F-901B-76A2E481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EA9F4-ED2F-4DDF-A7FC-F2CBD765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868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7E46-F46E-45B9-9D06-F252A091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35B8E-FA8E-4CF2-AEA5-B39118EDA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EEA0F-D4D7-4A2C-AFE5-98FA7B02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BB4EB-8C0F-49E5-8B90-70794D8A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9F60C-FDDA-4DF2-B668-43041BEB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885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3A6F6A-AC7E-4375-A242-EB644C099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1F860-B35E-4E8F-9447-5A2EAA311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5E06F-A2E0-4A47-87CE-69746F72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8AA7E-F219-42AB-9A51-AEF1859A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2D397-0BAC-481C-9A15-C1019957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2246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58F09-B8D2-49EC-A57D-E6F2D7CA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53A74-9B2A-453A-BA41-82D90CA31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FA0A0-150D-410A-9FAF-DBB3E05A6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2E24D-8F35-48FB-9591-4E582A252096}" type="datetimeFigureOut">
              <a:rPr lang="en-IE" smtClean="0"/>
              <a:t>08/11/2021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0E8C5-5E57-4DC9-B30F-08CC27A73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43652-8CA0-45E2-A364-0D33B3454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7F08C-9452-4DF5-9B7E-BA7036F8F8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492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hyperlink" Target="https://code.makery.ch/library/html-css/part1/" TargetMode="External"/><Relationship Id="rId7" Type="http://schemas.openxmlformats.org/officeDocument/2006/relationships/hyperlink" Target="https://opensource.com/resources/raspberry-p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hyperlink" Target="https://charlieharvey.org.uk/page/ssh_port_pros_and_cons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remote/ssh-tutoria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pi@192.168.1.23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83B5F-439E-478D-A857-93772E6DE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98" y="655128"/>
            <a:ext cx="4613919" cy="1499616"/>
          </a:xfrm>
        </p:spPr>
        <p:txBody>
          <a:bodyPr anchor="b">
            <a:normAutofit/>
          </a:bodyPr>
          <a:lstStyle/>
          <a:p>
            <a:pPr algn="l"/>
            <a:r>
              <a:rPr lang="en-IE" sz="4200"/>
              <a:t>VS Code &amp; Remote SSH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1E8F3-4822-4B79-A413-42581B8A4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6498" y="2267170"/>
            <a:ext cx="4613919" cy="813816"/>
          </a:xfrm>
        </p:spPr>
        <p:txBody>
          <a:bodyPr anchor="t">
            <a:normAutofit/>
          </a:bodyPr>
          <a:lstStyle/>
          <a:p>
            <a:pPr algn="l"/>
            <a:r>
              <a:rPr lang="en-IE" sz="2000" dirty="0"/>
              <a:t>For developing on the Raspberry 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"/>
            <a:ext cx="606972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8720" y="73152"/>
            <a:ext cx="1178966" cy="232963"/>
            <a:chOff x="7763256" y="73152"/>
            <a:chExt cx="1178966" cy="232963"/>
          </a:xfrm>
        </p:grpSpPr>
        <p:sp>
          <p:nvSpPr>
            <p:cNvPr id="22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ACEEEAC3-92FB-41C8-A2CC-51AA2ED37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10637" y="3424156"/>
            <a:ext cx="2790589" cy="139529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233984"/>
            <a:ext cx="606972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text, mollusk, invertebrate, snail&#10;&#10;Description automatically generated">
            <a:extLst>
              <a:ext uri="{FF2B5EF4-FFF2-40B4-BE49-F238E27FC236}">
                <a16:creationId xmlns:a16="http://schemas.microsoft.com/office/drawing/2014/main" id="{89696252-48A0-4C9A-88B0-D0CCE8663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65636" y="3256291"/>
            <a:ext cx="2698892" cy="1895972"/>
          </a:xfrm>
          <a:prstGeom prst="rect">
            <a:avLst/>
          </a:prstGeom>
        </p:spPr>
      </p:pic>
      <p:pic>
        <p:nvPicPr>
          <p:cNvPr id="11" name="Picture 10" descr="A picture containing text, electronics, circuit&#10;&#10;Description automatically generated">
            <a:extLst>
              <a:ext uri="{FF2B5EF4-FFF2-40B4-BE49-F238E27FC236}">
                <a16:creationId xmlns:a16="http://schemas.microsoft.com/office/drawing/2014/main" id="{D85F68E8-2644-4FD5-94F0-1B91A828AF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952869" y="3301961"/>
            <a:ext cx="2929257" cy="2006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82079B-0B01-4178-9783-E4B0A3D4447D}"/>
              </a:ext>
            </a:extLst>
          </p:cNvPr>
          <p:cNvSpPr txBox="1"/>
          <p:nvPr/>
        </p:nvSpPr>
        <p:spPr>
          <a:xfrm>
            <a:off x="3546643" y="6557918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5" tooltip="https://charlieharvey.org.uk/page/ssh_port_pros_and_c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8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05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7535-F614-411D-AF63-55DDC174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AC0B-4A38-488B-B5C2-0B5A462DE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Editor that’s Extension 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06653-10DB-45EA-966A-67A9BCC74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080" y="2249477"/>
            <a:ext cx="7771840" cy="424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6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00E9-206B-4179-B33D-D5A08889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Studio Code: Remote - SSH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0C0C8-7D34-40CA-9522-6447214D2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Remote - SSH extension lets you use any remote machine with a SSH server as your development environment.</a:t>
            </a:r>
          </a:p>
          <a:p>
            <a:r>
              <a:rPr lang="en-GB" dirty="0"/>
              <a:t>This can greatly simplify development and troubleshooting in a wide variety of situations. You can:</a:t>
            </a:r>
          </a:p>
          <a:p>
            <a:pPr lvl="1"/>
            <a:r>
              <a:rPr lang="en-GB" dirty="0"/>
              <a:t>Develop on the same operating system you deploy to or use larger, faster, or more specialized hardware than your local machine.</a:t>
            </a:r>
          </a:p>
          <a:p>
            <a:pPr lvl="1"/>
            <a:r>
              <a:rPr lang="en-GB" dirty="0"/>
              <a:t>Quickly swap between different, remote development environments and safely make updates without worrying about impacting your local machine.</a:t>
            </a:r>
          </a:p>
          <a:p>
            <a:pPr lvl="1"/>
            <a:r>
              <a:rPr lang="en-GB" dirty="0"/>
              <a:t>Access an existing development environment from multiple machines or locations.</a:t>
            </a:r>
          </a:p>
          <a:p>
            <a:pPr lvl="1"/>
            <a:r>
              <a:rPr lang="en-GB" dirty="0"/>
              <a:t>Debug an application running somewhere else such as a customer site or in the cloud.</a:t>
            </a:r>
          </a:p>
          <a:p>
            <a:r>
              <a:rPr lang="en-GB" dirty="0"/>
              <a:t>Official Tutorial Here: </a:t>
            </a:r>
            <a:r>
              <a:rPr lang="en-GB" dirty="0">
                <a:hlinkClick r:id="rId2"/>
              </a:rPr>
              <a:t>https://code.visualstudio.com/docs/remote/ssh-tutorial</a:t>
            </a:r>
            <a:endParaRPr lang="en-GB" dirty="0"/>
          </a:p>
          <a:p>
            <a:r>
              <a:rPr lang="en-GB" b="1" dirty="0"/>
              <a:t>INSTALL IT IF YOU WANT TO USE IT!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44318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1EFC-9C70-4889-9B31-D3358BAD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29266"/>
            <a:ext cx="5102351" cy="1676603"/>
          </a:xfrm>
        </p:spPr>
        <p:txBody>
          <a:bodyPr>
            <a:normAutofit/>
          </a:bodyPr>
          <a:lstStyle/>
          <a:p>
            <a:r>
              <a:rPr lang="en-IE" dirty="0"/>
              <a:t>Connect using SSH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86A73-5DA8-42B7-A388-6D12115B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438400"/>
            <a:ext cx="5102351" cy="3785419"/>
          </a:xfrm>
        </p:spPr>
        <p:txBody>
          <a:bodyPr>
            <a:normAutofit lnSpcReduction="10000"/>
          </a:bodyPr>
          <a:lstStyle/>
          <a:p>
            <a:r>
              <a:rPr lang="en-GB" sz="2000" b="0" i="0" dirty="0">
                <a:effectLst/>
                <a:latin typeface="Segoe UI" panose="020B0502040204020203" pitchFamily="34" charset="0"/>
              </a:rPr>
              <a:t>When installed, an indicator will appear on the bottom-left corner of the Status bar. This indicator tells you in which context VS Code is running (local or remote). Click on the indicator to bring up a list of Remote extension commands.</a:t>
            </a:r>
          </a:p>
          <a:p>
            <a:r>
              <a:rPr lang="en-GB" sz="2000" dirty="0"/>
              <a:t>Choose the </a:t>
            </a:r>
            <a:r>
              <a:rPr lang="en-GB" sz="2000" b="1" dirty="0"/>
              <a:t>Remote-SSH: Connect to Host</a:t>
            </a:r>
            <a:r>
              <a:rPr lang="en-GB" sz="2000" dirty="0"/>
              <a:t> command and connect to the host by entering connection information for your Raspberry Pi in the following format: </a:t>
            </a:r>
            <a:r>
              <a:rPr lang="en-GB" sz="2000" dirty="0">
                <a:hlinkClick r:id="rId2"/>
              </a:rPr>
              <a:t>pi@192.168.1.234</a:t>
            </a:r>
            <a:r>
              <a:rPr lang="en-GB" sz="2000" dirty="0"/>
              <a:t> (use your pi’s IP address.</a:t>
            </a:r>
          </a:p>
          <a:p>
            <a:r>
              <a:rPr lang="en-GB" sz="2000" dirty="0"/>
              <a:t>You’ll be prompted for the password (and asked if you trust the cert)</a:t>
            </a:r>
            <a:br>
              <a:rPr lang="en-GB" sz="2000" dirty="0"/>
            </a:br>
            <a:endParaRPr lang="en-IE" sz="20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95B82D5-A8BB-45BF-BED8-C7B20689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30112" y="0"/>
            <a:ext cx="596188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ounded Rectangle 9">
            <a:extLst>
              <a:ext uri="{FF2B5EF4-FFF2-40B4-BE49-F238E27FC236}">
                <a16:creationId xmlns:a16="http://schemas.microsoft.com/office/drawing/2014/main" id="{296C61EC-FBF4-4216-BE67-6C864D30A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9984" y="484633"/>
            <a:ext cx="484632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emote extension commands">
            <a:extLst>
              <a:ext uri="{FF2B5EF4-FFF2-40B4-BE49-F238E27FC236}">
                <a16:creationId xmlns:a16="http://schemas.microsoft.com/office/drawing/2014/main" id="{5849EB74-6E1B-4370-86E1-B64DB7BD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45593" y="694945"/>
            <a:ext cx="3233390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9" name="Rounded Rectangle 9">
            <a:extLst>
              <a:ext uri="{FF2B5EF4-FFF2-40B4-BE49-F238E27FC236}">
                <a16:creationId xmlns:a16="http://schemas.microsoft.com/office/drawing/2014/main" id="{39D6C490-0229-4573-9696-B73E5B3A9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9984" y="3511296"/>
            <a:ext cx="4846320" cy="2743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3C927-302F-4F11-8924-A974203D5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4330827"/>
            <a:ext cx="4206240" cy="110413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2565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053CB-1A3B-453E-97EE-5477F33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1D1D-DB43-45CE-9B61-AC02F764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VS Code will open a new window (instance). </a:t>
            </a:r>
          </a:p>
          <a:p>
            <a:r>
              <a:rPr lang="en-GB" dirty="0"/>
              <a:t>You'll then see a notification that the "VS Code Server" is initializing on the SSH Host. This might take a few minutes</a:t>
            </a:r>
          </a:p>
          <a:p>
            <a:r>
              <a:rPr lang="en-GB" dirty="0"/>
              <a:t>You'll know you're connected to the </a:t>
            </a:r>
            <a:r>
              <a:rPr lang="en-GB" dirty="0" err="1"/>
              <a:t>Rpi</a:t>
            </a:r>
            <a:r>
              <a:rPr lang="en-GB" dirty="0"/>
              <a:t> by looking at the indicator in the Status bar. It’ll shows the hostname/IP address of your </a:t>
            </a:r>
            <a:r>
              <a:rPr lang="en-GB" dirty="0" err="1"/>
              <a:t>Rpi</a:t>
            </a:r>
            <a:r>
              <a:rPr lang="en-GB" dirty="0"/>
              <a:t> when connected.</a:t>
            </a: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8C56D-BB09-4492-A076-70E5A4720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356" y="4352862"/>
            <a:ext cx="53340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40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005D8-86ED-4A89-ABF3-5D63E0242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Remote File Explorer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F43B-057A-4B9A-914A-EF844F2DE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IE" sz="2000" dirty="0"/>
              <a:t>Click on the Explorer icon and select “Open Folder” to connect the explorer to the </a:t>
            </a:r>
            <a:r>
              <a:rPr lang="en-IE" sz="2000" dirty="0" err="1"/>
              <a:t>Rpi</a:t>
            </a:r>
            <a:endParaRPr lang="en-IE" sz="2000" dirty="0"/>
          </a:p>
          <a:p>
            <a:r>
              <a:rPr lang="en-IE" sz="2000" dirty="0"/>
              <a:t>You should then be able to see/interact with your file system on the RPi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FECB1-E815-4892-9760-1B4E567C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801687"/>
            <a:ext cx="6019331" cy="2693650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7A3EF83-CC06-461C-8F33-9DCC58721992}"/>
                  </a:ext>
                </a:extLst>
              </p14:cNvPr>
              <p14:cNvContentPartPr/>
              <p14:nvPr/>
            </p14:nvContentPartPr>
            <p14:xfrm>
              <a:off x="5321668" y="2148512"/>
              <a:ext cx="441720" cy="410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7A3EF83-CC06-461C-8F33-9DCC58721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7348" y="2144192"/>
                <a:ext cx="45036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6D6D9F1-3355-4F47-AED4-A0FDDC73C3E8}"/>
                  </a:ext>
                </a:extLst>
              </p14:cNvPr>
              <p14:cNvContentPartPr/>
              <p14:nvPr/>
            </p14:nvContentPartPr>
            <p14:xfrm>
              <a:off x="5293011" y="861028"/>
              <a:ext cx="457920" cy="492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6D6D9F1-3355-4F47-AED4-A0FDDC73C3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7011" y="825028"/>
                <a:ext cx="52956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11F0D62-88BB-4FB3-910F-AD4DBD79D53C}"/>
                  </a:ext>
                </a:extLst>
              </p14:cNvPr>
              <p14:cNvContentPartPr/>
              <p14:nvPr/>
            </p14:nvContentPartPr>
            <p14:xfrm>
              <a:off x="6096000" y="1277153"/>
              <a:ext cx="2220120" cy="441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11F0D62-88BB-4FB3-910F-AD4DBD79D5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60000" y="1241513"/>
                <a:ext cx="2291760" cy="513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04AB1FF-510A-42A2-95F5-BCB97B3EC4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3952" y="3945616"/>
            <a:ext cx="3875511" cy="4965147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F0D49784-846E-46CC-B0A5-14741F8EA8A8}"/>
              </a:ext>
            </a:extLst>
          </p:cNvPr>
          <p:cNvSpPr/>
          <p:nvPr/>
        </p:nvSpPr>
        <p:spPr>
          <a:xfrm>
            <a:off x="7516906" y="3227294"/>
            <a:ext cx="974912" cy="8258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383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3C86F-9EB2-43D1-A297-3B600373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Finally!!!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DACD6-F0E3-4EB6-BA7C-6C72EA23B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16D63-11A0-47CA-8315-BB59BBD8E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924" y="365125"/>
            <a:ext cx="6939741" cy="6322108"/>
          </a:xfrm>
          <a:prstGeom prst="rect">
            <a:avLst/>
          </a:prstGeom>
        </p:spPr>
      </p:pic>
      <p:sp>
        <p:nvSpPr>
          <p:cNvPr id="6" name="Callout: Line 5">
            <a:extLst>
              <a:ext uri="{FF2B5EF4-FFF2-40B4-BE49-F238E27FC236}">
                <a16:creationId xmlns:a16="http://schemas.microsoft.com/office/drawing/2014/main" id="{1ACA16C1-D0C1-4C1B-954B-487C4457F08D}"/>
              </a:ext>
            </a:extLst>
          </p:cNvPr>
          <p:cNvSpPr/>
          <p:nvPr/>
        </p:nvSpPr>
        <p:spPr>
          <a:xfrm>
            <a:off x="911495" y="1825625"/>
            <a:ext cx="2012327" cy="1664032"/>
          </a:xfrm>
          <a:prstGeom prst="borderCallout1">
            <a:avLst>
              <a:gd name="adj1" fmla="val 54212"/>
              <a:gd name="adj2" fmla="val 113817"/>
              <a:gd name="adj3" fmla="val -14225"/>
              <a:gd name="adj4" fmla="val 23657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File System on </a:t>
            </a:r>
            <a:r>
              <a:rPr lang="en-IE" dirty="0" err="1"/>
              <a:t>Rpi</a:t>
            </a:r>
            <a:r>
              <a:rPr lang="en-IE" dirty="0"/>
              <a:t>.</a:t>
            </a:r>
            <a:br>
              <a:rPr lang="en-IE" dirty="0"/>
            </a:br>
            <a:r>
              <a:rPr lang="en-IE" dirty="0"/>
              <a:t>Navigate folders Create/Delete files Select Files to edit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9593162C-177A-4CAB-A7B8-CD42353D24B2}"/>
              </a:ext>
            </a:extLst>
          </p:cNvPr>
          <p:cNvSpPr/>
          <p:nvPr/>
        </p:nvSpPr>
        <p:spPr>
          <a:xfrm>
            <a:off x="911495" y="3561037"/>
            <a:ext cx="2012327" cy="1664032"/>
          </a:xfrm>
          <a:prstGeom prst="borderCallout1">
            <a:avLst>
              <a:gd name="adj1" fmla="val 54212"/>
              <a:gd name="adj2" fmla="val 113817"/>
              <a:gd name="adj3" fmla="val -72568"/>
              <a:gd name="adj4" fmla="val 3493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Edit Remote Files like it’s on your local host</a:t>
            </a:r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8D9834BE-8180-4DDA-8EE7-836AFD80AB27}"/>
              </a:ext>
            </a:extLst>
          </p:cNvPr>
          <p:cNvSpPr/>
          <p:nvPr/>
        </p:nvSpPr>
        <p:spPr>
          <a:xfrm>
            <a:off x="911495" y="5296449"/>
            <a:ext cx="2012327" cy="1664032"/>
          </a:xfrm>
          <a:prstGeom prst="borderCallout1">
            <a:avLst>
              <a:gd name="adj1" fmla="val 54212"/>
              <a:gd name="adj2" fmla="val 113817"/>
              <a:gd name="adj3" fmla="val -41361"/>
              <a:gd name="adj4" fmla="val 3165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Remote Terminal on the RPi</a:t>
            </a:r>
          </a:p>
        </p:txBody>
      </p:sp>
    </p:spTree>
    <p:extLst>
      <p:ext uri="{BB962C8B-B14F-4D97-AF65-F5344CB8AC3E}">
        <p14:creationId xmlns:p14="http://schemas.microsoft.com/office/powerpoint/2010/main" val="292608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403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Office Theme</vt:lpstr>
      <vt:lpstr>VS Code &amp; Remote SSH</vt:lpstr>
      <vt:lpstr>VS Code</vt:lpstr>
      <vt:lpstr>Visual Studio Code: Remote - SSH</vt:lpstr>
      <vt:lpstr>Connect using SSH</vt:lpstr>
      <vt:lpstr>PowerPoint Presentation</vt:lpstr>
      <vt:lpstr>Remote File Explorer</vt:lpstr>
      <vt:lpstr>Finally!!!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&amp; Remote SSH</dc:title>
  <dc:creator>Frank X Walsh</dc:creator>
  <cp:lastModifiedBy>Frank X Walsh</cp:lastModifiedBy>
  <cp:revision>3</cp:revision>
  <dcterms:created xsi:type="dcterms:W3CDTF">2021-11-08T10:17:07Z</dcterms:created>
  <dcterms:modified xsi:type="dcterms:W3CDTF">2021-11-08T12:06:19Z</dcterms:modified>
</cp:coreProperties>
</file>