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0" r:id="rId4"/>
    <p:sldId id="267" r:id="rId5"/>
    <p:sldId id="258" r:id="rId6"/>
    <p:sldId id="259" r:id="rId7"/>
    <p:sldId id="262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99" d="100"/>
          <a:sy n="99" d="100"/>
        </p:scale>
        <p:origin x="7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SchemeForSuggestions">
  <dgm:title val="Color Scheme for Suggestions"/>
  <dgm:desc val="Color Scheme for Suggestions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bg1">
        <a:lumMod val="95000"/>
      </a:schemeClr>
    </dgm:fillClrLst>
    <dgm:linClrLst>
      <a:schemeClr val="bg1">
        <a:lumMod val="95000"/>
      </a:schemeClr>
    </dgm:linClrLst>
    <dgm:effectClrLst/>
    <dgm:txLinClrLst/>
    <dgm:txFillClrLst meth="repeat">
      <a:schemeClr val="tx1">
        <a:lumMod val="75000"/>
        <a:lumOff val="25000"/>
      </a:schemeClr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94BE11-AD9A-4D3F-8327-00410A017BDB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SchemeForSuggestions" csCatId="other" phldr="1"/>
      <dgm:spPr/>
      <dgm:t>
        <a:bodyPr/>
        <a:lstStyle/>
        <a:p>
          <a:endParaRPr lang="en-US"/>
        </a:p>
      </dgm:t>
    </dgm:pt>
    <dgm:pt modelId="{97FA72D0-2B3D-4267-9ABC-F7C8BFDBA582}">
      <dgm:prSet/>
      <dgm:spPr/>
      <dgm:t>
        <a:bodyPr/>
        <a:lstStyle/>
        <a:p>
          <a:r>
            <a:rPr lang="en-US" dirty="0"/>
            <a:t>Design</a:t>
          </a:r>
        </a:p>
      </dgm:t>
    </dgm:pt>
    <dgm:pt modelId="{0EF37CAB-026D-4093-A69B-C7517B48B77F}" type="parTrans" cxnId="{CBF0D990-2EE6-46F6-BEED-A83245B03CB9}">
      <dgm:prSet/>
      <dgm:spPr/>
      <dgm:t>
        <a:bodyPr/>
        <a:lstStyle/>
        <a:p>
          <a:endParaRPr lang="en-US"/>
        </a:p>
      </dgm:t>
    </dgm:pt>
    <dgm:pt modelId="{CFA7FA4D-0D27-420B-B1D8-87E889EECF3C}" type="sibTrans" cxnId="{CBF0D990-2EE6-46F6-BEED-A83245B03CB9}">
      <dgm:prSet/>
      <dgm:spPr/>
      <dgm:t>
        <a:bodyPr/>
        <a:lstStyle/>
        <a:p>
          <a:endParaRPr lang="en-US"/>
        </a:p>
      </dgm:t>
    </dgm:pt>
    <dgm:pt modelId="{47FDF619-B1B3-4CB9-BEB7-B8F503513635}">
      <dgm:prSet/>
      <dgm:spPr/>
      <dgm:t>
        <a:bodyPr/>
        <a:lstStyle/>
        <a:p>
          <a:r>
            <a:rPr lang="en-US" dirty="0">
              <a:cs typeface="Calibri Light"/>
            </a:rPr>
            <a:t>Propose and design </a:t>
          </a:r>
          <a:r>
            <a:rPr lang="en-US" dirty="0"/>
            <a:t>solutions (e.g.  See attached work packages) </a:t>
          </a:r>
        </a:p>
      </dgm:t>
    </dgm:pt>
    <dgm:pt modelId="{C47B255D-401D-45C0-8370-D260EC64BCD2}" type="parTrans" cxnId="{12D58117-E010-4A19-A6CD-A3225D2E83BB}">
      <dgm:prSet/>
      <dgm:spPr/>
      <dgm:t>
        <a:bodyPr/>
        <a:lstStyle/>
        <a:p>
          <a:endParaRPr lang="en-US"/>
        </a:p>
      </dgm:t>
    </dgm:pt>
    <dgm:pt modelId="{60ED9F88-243F-4312-92DB-56AA83102C96}" type="sibTrans" cxnId="{12D58117-E010-4A19-A6CD-A3225D2E83BB}">
      <dgm:prSet/>
      <dgm:spPr/>
      <dgm:t>
        <a:bodyPr/>
        <a:lstStyle/>
        <a:p>
          <a:endParaRPr lang="en-US"/>
        </a:p>
      </dgm:t>
    </dgm:pt>
    <dgm:pt modelId="{698CFB2E-C33E-4132-B20B-21B35C287A65}">
      <dgm:prSet/>
      <dgm:spPr/>
      <dgm:t>
        <a:bodyPr/>
        <a:lstStyle/>
        <a:p>
          <a:r>
            <a:rPr lang="en-US"/>
            <a:t>Apply</a:t>
          </a:r>
        </a:p>
      </dgm:t>
    </dgm:pt>
    <dgm:pt modelId="{11AA9DBC-EF98-42DA-82FB-383CC9A896AD}" type="parTrans" cxnId="{876A7B67-C934-4421-B171-1152F1E16B1B}">
      <dgm:prSet/>
      <dgm:spPr/>
      <dgm:t>
        <a:bodyPr/>
        <a:lstStyle/>
        <a:p>
          <a:endParaRPr lang="en-US"/>
        </a:p>
      </dgm:t>
    </dgm:pt>
    <dgm:pt modelId="{29F1B91B-9435-4F72-B60B-7544576C1BB1}" type="sibTrans" cxnId="{876A7B67-C934-4421-B171-1152F1E16B1B}">
      <dgm:prSet/>
      <dgm:spPr/>
      <dgm:t>
        <a:bodyPr/>
        <a:lstStyle/>
        <a:p>
          <a:endParaRPr lang="en-US"/>
        </a:p>
      </dgm:t>
    </dgm:pt>
    <dgm:pt modelId="{C4E435FA-04AE-4B2B-BD39-CF390625F5F3}">
      <dgm:prSet/>
      <dgm:spPr/>
      <dgm:t>
        <a:bodyPr/>
        <a:lstStyle/>
        <a:p>
          <a:r>
            <a:rPr lang="en-US" dirty="0"/>
            <a:t>Apply suitable IoT protocols and standards.</a:t>
          </a:r>
        </a:p>
      </dgm:t>
    </dgm:pt>
    <dgm:pt modelId="{6D24BD96-D262-402D-9C8A-5E0EE3E1C413}" type="parTrans" cxnId="{1E59D72B-D0B3-468C-93F1-D688FDFB4CAF}">
      <dgm:prSet/>
      <dgm:spPr/>
      <dgm:t>
        <a:bodyPr/>
        <a:lstStyle/>
        <a:p>
          <a:endParaRPr lang="en-US"/>
        </a:p>
      </dgm:t>
    </dgm:pt>
    <dgm:pt modelId="{937F2296-C37A-4759-8D77-03B62BF79303}" type="sibTrans" cxnId="{1E59D72B-D0B3-468C-93F1-D688FDFB4CAF}">
      <dgm:prSet/>
      <dgm:spPr/>
      <dgm:t>
        <a:bodyPr/>
        <a:lstStyle/>
        <a:p>
          <a:endParaRPr lang="en-US"/>
        </a:p>
      </dgm:t>
    </dgm:pt>
    <dgm:pt modelId="{1CA9D206-DC93-4DD1-AB65-869C474D465B}">
      <dgm:prSet/>
      <dgm:spPr/>
      <dgm:t>
        <a:bodyPr/>
        <a:lstStyle/>
        <a:p>
          <a:r>
            <a:rPr lang="en-US"/>
            <a:t>Model/ implement</a:t>
          </a:r>
        </a:p>
      </dgm:t>
    </dgm:pt>
    <dgm:pt modelId="{9E144347-D40F-4D02-ADF9-6C7CC9A304BB}" type="parTrans" cxnId="{5B310B3C-BAF8-468C-B18D-BD074D527AEF}">
      <dgm:prSet/>
      <dgm:spPr/>
      <dgm:t>
        <a:bodyPr/>
        <a:lstStyle/>
        <a:p>
          <a:endParaRPr lang="en-US"/>
        </a:p>
      </dgm:t>
    </dgm:pt>
    <dgm:pt modelId="{B587BD99-C6A1-43F7-856C-3B30A3C88E74}" type="sibTrans" cxnId="{5B310B3C-BAF8-468C-B18D-BD074D527AEF}">
      <dgm:prSet/>
      <dgm:spPr/>
      <dgm:t>
        <a:bodyPr/>
        <a:lstStyle/>
        <a:p>
          <a:endParaRPr lang="en-US"/>
        </a:p>
      </dgm:t>
    </dgm:pt>
    <dgm:pt modelId="{2E15DC1F-55D5-4AD1-93E9-7E6DA3E64208}">
      <dgm:prSet/>
      <dgm:spPr/>
      <dgm:t>
        <a:bodyPr/>
        <a:lstStyle/>
        <a:p>
          <a:r>
            <a:rPr lang="en-US"/>
            <a:t>Model/implement a solution to your proposal</a:t>
          </a:r>
        </a:p>
      </dgm:t>
    </dgm:pt>
    <dgm:pt modelId="{CE273FBD-5363-4CFC-9C2F-3B7D9BBADA7B}" type="parTrans" cxnId="{C60CF315-8640-49DC-ABB7-ADFE97058854}">
      <dgm:prSet/>
      <dgm:spPr/>
      <dgm:t>
        <a:bodyPr/>
        <a:lstStyle/>
        <a:p>
          <a:endParaRPr lang="en-US"/>
        </a:p>
      </dgm:t>
    </dgm:pt>
    <dgm:pt modelId="{9E37183D-B4A4-41C4-8B28-FF409E9A9F8A}" type="sibTrans" cxnId="{C60CF315-8640-49DC-ABB7-ADFE97058854}">
      <dgm:prSet/>
      <dgm:spPr/>
      <dgm:t>
        <a:bodyPr/>
        <a:lstStyle/>
        <a:p>
          <a:endParaRPr lang="en-US"/>
        </a:p>
      </dgm:t>
    </dgm:pt>
    <dgm:pt modelId="{426F4825-E1A4-48B4-95E1-4EAA78B1755E}">
      <dgm:prSet/>
      <dgm:spPr/>
      <dgm:t>
        <a:bodyPr/>
        <a:lstStyle/>
        <a:p>
          <a:r>
            <a:rPr lang="en-US" dirty="0"/>
            <a:t>Use the knowledge, skills and practices from  other modules</a:t>
          </a:r>
        </a:p>
      </dgm:t>
    </dgm:pt>
    <dgm:pt modelId="{587E2F53-3112-4B7A-B257-2AE9D37D72DE}" type="parTrans" cxnId="{F374E87B-982D-43FC-93E1-DD47645D76D2}">
      <dgm:prSet/>
      <dgm:spPr/>
      <dgm:t>
        <a:bodyPr/>
        <a:lstStyle/>
        <a:p>
          <a:endParaRPr lang="en-US"/>
        </a:p>
      </dgm:t>
    </dgm:pt>
    <dgm:pt modelId="{15ED4C8B-7F0E-40E7-BE86-E2CC230692FC}" type="sibTrans" cxnId="{F374E87B-982D-43FC-93E1-DD47645D76D2}">
      <dgm:prSet/>
      <dgm:spPr/>
      <dgm:t>
        <a:bodyPr/>
        <a:lstStyle/>
        <a:p>
          <a:endParaRPr lang="en-US"/>
        </a:p>
      </dgm:t>
    </dgm:pt>
    <dgm:pt modelId="{471FE0E7-5635-4CFC-BD5F-407A60A8E796}">
      <dgm:prSet/>
      <dgm:spPr/>
      <dgm:t>
        <a:bodyPr/>
        <a:lstStyle/>
        <a:p>
          <a:r>
            <a:rPr lang="en-US" dirty="0"/>
            <a:t>Should be scoped correctly – can’t build a production standard solution in a few weeks!</a:t>
          </a:r>
        </a:p>
      </dgm:t>
    </dgm:pt>
    <dgm:pt modelId="{232FC3BD-3F2F-4691-9663-13BC297B3776}" type="parTrans" cxnId="{7F6EE4D3-8406-4118-9590-6E9B5C196C16}">
      <dgm:prSet/>
      <dgm:spPr/>
      <dgm:t>
        <a:bodyPr/>
        <a:lstStyle/>
        <a:p>
          <a:endParaRPr lang="en-US"/>
        </a:p>
      </dgm:t>
    </dgm:pt>
    <dgm:pt modelId="{76FD3633-96BF-470F-8470-CA086556FCAD}" type="sibTrans" cxnId="{7F6EE4D3-8406-4118-9590-6E9B5C196C16}">
      <dgm:prSet/>
      <dgm:spPr/>
      <dgm:t>
        <a:bodyPr/>
        <a:lstStyle/>
        <a:p>
          <a:endParaRPr lang="en-US"/>
        </a:p>
      </dgm:t>
    </dgm:pt>
    <dgm:pt modelId="{29E228D6-99BE-4E63-9B05-8E02187992D1}">
      <dgm:prSet/>
      <dgm:spPr/>
      <dgm:t>
        <a:bodyPr/>
        <a:lstStyle/>
        <a:p>
          <a:r>
            <a:rPr lang="en-US"/>
            <a:t>Present/ curate</a:t>
          </a:r>
        </a:p>
      </dgm:t>
    </dgm:pt>
    <dgm:pt modelId="{90498AB8-F99B-49AE-A57E-A9C6BFC41448}" type="parTrans" cxnId="{27D2C202-9F28-4D6F-AD34-24F38ABDB93F}">
      <dgm:prSet/>
      <dgm:spPr/>
      <dgm:t>
        <a:bodyPr/>
        <a:lstStyle/>
        <a:p>
          <a:endParaRPr lang="en-US"/>
        </a:p>
      </dgm:t>
    </dgm:pt>
    <dgm:pt modelId="{79C17891-D51F-4BE6-8D67-CE3BF7014B90}" type="sibTrans" cxnId="{27D2C202-9F28-4D6F-AD34-24F38ABDB93F}">
      <dgm:prSet/>
      <dgm:spPr/>
      <dgm:t>
        <a:bodyPr/>
        <a:lstStyle/>
        <a:p>
          <a:endParaRPr lang="en-US"/>
        </a:p>
      </dgm:t>
    </dgm:pt>
    <dgm:pt modelId="{AAC1596B-78E9-4C71-88F4-A1B1E03E9B25}">
      <dgm:prSet/>
      <dgm:spPr/>
      <dgm:t>
        <a:bodyPr/>
        <a:lstStyle/>
        <a:p>
          <a:r>
            <a:rPr lang="en-US"/>
            <a:t>Present/curate your project</a:t>
          </a:r>
          <a:endParaRPr lang="en-US" sz="2600"/>
        </a:p>
      </dgm:t>
    </dgm:pt>
    <dgm:pt modelId="{A69EA9A3-BB0D-48E4-964F-DDA18D1EF310}" type="parTrans" cxnId="{EB3A2450-BA84-4B9D-83DB-EEAA0A60BBC3}">
      <dgm:prSet/>
      <dgm:spPr/>
      <dgm:t>
        <a:bodyPr/>
        <a:lstStyle/>
        <a:p>
          <a:endParaRPr lang="en-US"/>
        </a:p>
      </dgm:t>
    </dgm:pt>
    <dgm:pt modelId="{44AF667C-851C-4AEF-8331-488DFFFF5744}" type="sibTrans" cxnId="{EB3A2450-BA84-4B9D-83DB-EEAA0A60BBC3}">
      <dgm:prSet/>
      <dgm:spPr/>
      <dgm:t>
        <a:bodyPr/>
        <a:lstStyle/>
        <a:p>
          <a:endParaRPr lang="en-US"/>
        </a:p>
      </dgm:t>
    </dgm:pt>
    <dgm:pt modelId="{137E75EA-3B47-47AD-B39D-435C4893974D}">
      <dgm:prSet/>
      <dgm:spPr/>
      <dgm:t>
        <a:bodyPr/>
        <a:lstStyle/>
        <a:p>
          <a:r>
            <a:rPr lang="en-US" sz="2600"/>
            <a:t>Create </a:t>
          </a:r>
          <a:r>
            <a:rPr lang="en-US" sz="2600">
              <a:cs typeface="Calibri Light"/>
            </a:rPr>
            <a:t>a short video that demonstrates the project</a:t>
          </a:r>
          <a:r>
            <a:rPr lang="en-US" sz="2600"/>
            <a:t>.</a:t>
          </a:r>
        </a:p>
      </dgm:t>
    </dgm:pt>
    <dgm:pt modelId="{1DC99451-CFCD-4E28-96AB-593BB4652A46}" type="parTrans" cxnId="{17A46573-4698-4683-9FCD-FA5FFD7A5203}">
      <dgm:prSet/>
      <dgm:spPr/>
    </dgm:pt>
    <dgm:pt modelId="{4BF8113D-4D38-4EE1-82CB-276A95157973}" type="sibTrans" cxnId="{17A46573-4698-4683-9FCD-FA5FFD7A5203}">
      <dgm:prSet/>
      <dgm:spPr/>
    </dgm:pt>
    <dgm:pt modelId="{DFB517F2-3275-4315-8356-9F2496CFE434}" type="pres">
      <dgm:prSet presAssocID="{4A94BE11-AD9A-4D3F-8327-00410A017BDB}" presName="Name0" presStyleCnt="0">
        <dgm:presLayoutVars>
          <dgm:dir/>
          <dgm:animLvl val="lvl"/>
          <dgm:resizeHandles val="exact"/>
        </dgm:presLayoutVars>
      </dgm:prSet>
      <dgm:spPr/>
    </dgm:pt>
    <dgm:pt modelId="{B02E3563-5DDA-4CEB-87B5-3C5B01FF8B91}" type="pres">
      <dgm:prSet presAssocID="{97FA72D0-2B3D-4267-9ABC-F7C8BFDBA582}" presName="linNode" presStyleCnt="0"/>
      <dgm:spPr/>
    </dgm:pt>
    <dgm:pt modelId="{A1E0D605-B08A-46EE-AC0C-7C940C526195}" type="pres">
      <dgm:prSet presAssocID="{97FA72D0-2B3D-4267-9ABC-F7C8BFDBA582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05CB92D6-5EA1-4E62-B397-ECB7BF6CEB55}" type="pres">
      <dgm:prSet presAssocID="{97FA72D0-2B3D-4267-9ABC-F7C8BFDBA582}" presName="descendantText" presStyleLbl="alignNode1" presStyleIdx="0" presStyleCnt="4">
        <dgm:presLayoutVars>
          <dgm:bulletEnabled/>
        </dgm:presLayoutVars>
      </dgm:prSet>
      <dgm:spPr/>
    </dgm:pt>
    <dgm:pt modelId="{76F8D133-DB4E-46FA-9563-5FDB19B2D352}" type="pres">
      <dgm:prSet presAssocID="{CFA7FA4D-0D27-420B-B1D8-87E889EECF3C}" presName="sp" presStyleCnt="0"/>
      <dgm:spPr/>
    </dgm:pt>
    <dgm:pt modelId="{E96A3358-44DF-4C3A-8115-CB6B734BC411}" type="pres">
      <dgm:prSet presAssocID="{698CFB2E-C33E-4132-B20B-21B35C287A65}" presName="linNode" presStyleCnt="0"/>
      <dgm:spPr/>
    </dgm:pt>
    <dgm:pt modelId="{4DEC3EF0-0D2A-4584-A504-65D76136E69D}" type="pres">
      <dgm:prSet presAssocID="{698CFB2E-C33E-4132-B20B-21B35C287A65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38C01BFD-EDAF-4AF3-81E2-F54A54D62215}" type="pres">
      <dgm:prSet presAssocID="{698CFB2E-C33E-4132-B20B-21B35C287A65}" presName="descendantText" presStyleLbl="alignNode1" presStyleIdx="1" presStyleCnt="4">
        <dgm:presLayoutVars>
          <dgm:bulletEnabled/>
        </dgm:presLayoutVars>
      </dgm:prSet>
      <dgm:spPr/>
    </dgm:pt>
    <dgm:pt modelId="{077F09AC-0D67-43A4-80D3-E048FE0B3EAD}" type="pres">
      <dgm:prSet presAssocID="{29F1B91B-9435-4F72-B60B-7544576C1BB1}" presName="sp" presStyleCnt="0"/>
      <dgm:spPr/>
    </dgm:pt>
    <dgm:pt modelId="{4C7A997D-C07F-49E3-A0EC-3A81AC4CEF88}" type="pres">
      <dgm:prSet presAssocID="{1CA9D206-DC93-4DD1-AB65-869C474D465B}" presName="linNode" presStyleCnt="0"/>
      <dgm:spPr/>
    </dgm:pt>
    <dgm:pt modelId="{BFD5F0BB-EF26-49D1-89FB-636686161EA0}" type="pres">
      <dgm:prSet presAssocID="{1CA9D206-DC93-4DD1-AB65-869C474D465B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014E0E48-CB95-4752-8D62-4E1671E98783}" type="pres">
      <dgm:prSet presAssocID="{1CA9D206-DC93-4DD1-AB65-869C474D465B}" presName="descendantText" presStyleLbl="alignNode1" presStyleIdx="2" presStyleCnt="4">
        <dgm:presLayoutVars>
          <dgm:bulletEnabled/>
        </dgm:presLayoutVars>
      </dgm:prSet>
      <dgm:spPr/>
    </dgm:pt>
    <dgm:pt modelId="{8727C10E-8D55-4D85-8995-DC98A1938AC3}" type="pres">
      <dgm:prSet presAssocID="{B587BD99-C6A1-43F7-856C-3B30A3C88E74}" presName="sp" presStyleCnt="0"/>
      <dgm:spPr/>
    </dgm:pt>
    <dgm:pt modelId="{5EDF27C8-F29C-4AED-91E1-B7607D349CF3}" type="pres">
      <dgm:prSet presAssocID="{29E228D6-99BE-4E63-9B05-8E02187992D1}" presName="linNode" presStyleCnt="0"/>
      <dgm:spPr/>
    </dgm:pt>
    <dgm:pt modelId="{F3C19D3B-A907-4AFE-A05A-C4950081CC1E}" type="pres">
      <dgm:prSet presAssocID="{29E228D6-99BE-4E63-9B05-8E02187992D1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1D43FF94-4531-4839-A1F3-7D1BF7E41127}" type="pres">
      <dgm:prSet presAssocID="{29E228D6-99BE-4E63-9B05-8E02187992D1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27D2C202-9F28-4D6F-AD34-24F38ABDB93F}" srcId="{4A94BE11-AD9A-4D3F-8327-00410A017BDB}" destId="{29E228D6-99BE-4E63-9B05-8E02187992D1}" srcOrd="3" destOrd="0" parTransId="{90498AB8-F99B-49AE-A57E-A9C6BFC41448}" sibTransId="{79C17891-D51F-4BE6-8D67-CE3BF7014B90}"/>
    <dgm:cxn modelId="{C60CF315-8640-49DC-ABB7-ADFE97058854}" srcId="{1CA9D206-DC93-4DD1-AB65-869C474D465B}" destId="{2E15DC1F-55D5-4AD1-93E9-7E6DA3E64208}" srcOrd="0" destOrd="0" parTransId="{CE273FBD-5363-4CFC-9C2F-3B7D9BBADA7B}" sibTransId="{9E37183D-B4A4-41C4-8B28-FF409E9A9F8A}"/>
    <dgm:cxn modelId="{12D58117-E010-4A19-A6CD-A3225D2E83BB}" srcId="{97FA72D0-2B3D-4267-9ABC-F7C8BFDBA582}" destId="{47FDF619-B1B3-4CB9-BEB7-B8F503513635}" srcOrd="0" destOrd="0" parTransId="{C47B255D-401D-45C0-8370-D260EC64BCD2}" sibTransId="{60ED9F88-243F-4312-92DB-56AA83102C96}"/>
    <dgm:cxn modelId="{B808D819-95DF-4DCE-8066-09C74C857DA8}" type="presOf" srcId="{47FDF619-B1B3-4CB9-BEB7-B8F503513635}" destId="{05CB92D6-5EA1-4E62-B397-ECB7BF6CEB55}" srcOrd="0" destOrd="0" presId="urn:microsoft.com/office/officeart/2016/7/layout/VerticalHollowActionList"/>
    <dgm:cxn modelId="{1E59D72B-D0B3-468C-93F1-D688FDFB4CAF}" srcId="{698CFB2E-C33E-4132-B20B-21B35C287A65}" destId="{C4E435FA-04AE-4B2B-BD39-CF390625F5F3}" srcOrd="0" destOrd="0" parTransId="{6D24BD96-D262-402D-9C8A-5E0EE3E1C413}" sibTransId="{937F2296-C37A-4759-8D77-03B62BF79303}"/>
    <dgm:cxn modelId="{5B310B3C-BAF8-468C-B18D-BD074D527AEF}" srcId="{4A94BE11-AD9A-4D3F-8327-00410A017BDB}" destId="{1CA9D206-DC93-4DD1-AB65-869C474D465B}" srcOrd="2" destOrd="0" parTransId="{9E144347-D40F-4D02-ADF9-6C7CC9A304BB}" sibTransId="{B587BD99-C6A1-43F7-856C-3B30A3C88E74}"/>
    <dgm:cxn modelId="{3EC31647-5EEF-4F55-BA52-10C9D138EC32}" type="presOf" srcId="{29E228D6-99BE-4E63-9B05-8E02187992D1}" destId="{F3C19D3B-A907-4AFE-A05A-C4950081CC1E}" srcOrd="0" destOrd="0" presId="urn:microsoft.com/office/officeart/2016/7/layout/VerticalHollowActionList"/>
    <dgm:cxn modelId="{876A7B67-C934-4421-B171-1152F1E16B1B}" srcId="{4A94BE11-AD9A-4D3F-8327-00410A017BDB}" destId="{698CFB2E-C33E-4132-B20B-21B35C287A65}" srcOrd="1" destOrd="0" parTransId="{11AA9DBC-EF98-42DA-82FB-383CC9A896AD}" sibTransId="{29F1B91B-9435-4F72-B60B-7544576C1BB1}"/>
    <dgm:cxn modelId="{EB3A2450-BA84-4B9D-83DB-EEAA0A60BBC3}" srcId="{29E228D6-99BE-4E63-9B05-8E02187992D1}" destId="{AAC1596B-78E9-4C71-88F4-A1B1E03E9B25}" srcOrd="0" destOrd="0" parTransId="{A69EA9A3-BB0D-48E4-964F-DDA18D1EF310}" sibTransId="{44AF667C-851C-4AEF-8331-488DFFFF5744}"/>
    <dgm:cxn modelId="{17A46573-4698-4683-9FCD-FA5FFD7A5203}" srcId="{29E228D6-99BE-4E63-9B05-8E02187992D1}" destId="{137E75EA-3B47-47AD-B39D-435C4893974D}" srcOrd="1" destOrd="0" parTransId="{1DC99451-CFCD-4E28-96AB-593BB4652A46}" sibTransId="{4BF8113D-4D38-4EE1-82CB-276A95157973}"/>
    <dgm:cxn modelId="{4D9A7C54-32D3-4539-BAC2-9D4B5690027D}" type="presOf" srcId="{AAC1596B-78E9-4C71-88F4-A1B1E03E9B25}" destId="{1D43FF94-4531-4839-A1F3-7D1BF7E41127}" srcOrd="0" destOrd="0" presId="urn:microsoft.com/office/officeart/2016/7/layout/VerticalHollowActionList"/>
    <dgm:cxn modelId="{F374E87B-982D-43FC-93E1-DD47645D76D2}" srcId="{1CA9D206-DC93-4DD1-AB65-869C474D465B}" destId="{426F4825-E1A4-48B4-95E1-4EAA78B1755E}" srcOrd="1" destOrd="0" parTransId="{587E2F53-3112-4B7A-B257-2AE9D37D72DE}" sibTransId="{15ED4C8B-7F0E-40E7-BE86-E2CC230692FC}"/>
    <dgm:cxn modelId="{919D137F-B94E-4E65-AF74-F1B784320578}" type="presOf" srcId="{C4E435FA-04AE-4B2B-BD39-CF390625F5F3}" destId="{38C01BFD-EDAF-4AF3-81E2-F54A54D62215}" srcOrd="0" destOrd="0" presId="urn:microsoft.com/office/officeart/2016/7/layout/VerticalHollowActionList"/>
    <dgm:cxn modelId="{814FF68B-A1C9-4850-B703-7AC458BCFEDE}" type="presOf" srcId="{426F4825-E1A4-48B4-95E1-4EAA78B1755E}" destId="{014E0E48-CB95-4752-8D62-4E1671E98783}" srcOrd="0" destOrd="1" presId="urn:microsoft.com/office/officeart/2016/7/layout/VerticalHollowActionList"/>
    <dgm:cxn modelId="{AC47488D-1A93-40BD-B5A7-E549F4077810}" type="presOf" srcId="{97FA72D0-2B3D-4267-9ABC-F7C8BFDBA582}" destId="{A1E0D605-B08A-46EE-AC0C-7C940C526195}" srcOrd="0" destOrd="0" presId="urn:microsoft.com/office/officeart/2016/7/layout/VerticalHollowActionList"/>
    <dgm:cxn modelId="{CBF0D990-2EE6-46F6-BEED-A83245B03CB9}" srcId="{4A94BE11-AD9A-4D3F-8327-00410A017BDB}" destId="{97FA72D0-2B3D-4267-9ABC-F7C8BFDBA582}" srcOrd="0" destOrd="0" parTransId="{0EF37CAB-026D-4093-A69B-C7517B48B77F}" sibTransId="{CFA7FA4D-0D27-420B-B1D8-87E889EECF3C}"/>
    <dgm:cxn modelId="{BF0D5EB4-E1A3-4A37-8F34-715649359F05}" type="presOf" srcId="{137E75EA-3B47-47AD-B39D-435C4893974D}" destId="{1D43FF94-4531-4839-A1F3-7D1BF7E41127}" srcOrd="0" destOrd="1" presId="urn:microsoft.com/office/officeart/2016/7/layout/VerticalHollowActionList"/>
    <dgm:cxn modelId="{774785B4-74BC-4777-B4C5-1A1E11BC84E3}" type="presOf" srcId="{4A94BE11-AD9A-4D3F-8327-00410A017BDB}" destId="{DFB517F2-3275-4315-8356-9F2496CFE434}" srcOrd="0" destOrd="0" presId="urn:microsoft.com/office/officeart/2016/7/layout/VerticalHollowActionList"/>
    <dgm:cxn modelId="{5ADDE8B6-78DE-459C-AB0E-8DDA53DC6DFA}" type="presOf" srcId="{1CA9D206-DC93-4DD1-AB65-869C474D465B}" destId="{BFD5F0BB-EF26-49D1-89FB-636686161EA0}" srcOrd="0" destOrd="0" presId="urn:microsoft.com/office/officeart/2016/7/layout/VerticalHollowActionList"/>
    <dgm:cxn modelId="{7F6EE4D3-8406-4118-9590-6E9B5C196C16}" srcId="{1CA9D206-DC93-4DD1-AB65-869C474D465B}" destId="{471FE0E7-5635-4CFC-BD5F-407A60A8E796}" srcOrd="2" destOrd="0" parTransId="{232FC3BD-3F2F-4691-9663-13BC297B3776}" sibTransId="{76FD3633-96BF-470F-8470-CA086556FCAD}"/>
    <dgm:cxn modelId="{6BDD96D8-ABCE-4442-A2B4-46EFC730C991}" type="presOf" srcId="{471FE0E7-5635-4CFC-BD5F-407A60A8E796}" destId="{014E0E48-CB95-4752-8D62-4E1671E98783}" srcOrd="0" destOrd="2" presId="urn:microsoft.com/office/officeart/2016/7/layout/VerticalHollowActionList"/>
    <dgm:cxn modelId="{3BF5FDDA-3A1E-46B4-914F-AEA6ED909102}" type="presOf" srcId="{2E15DC1F-55D5-4AD1-93E9-7E6DA3E64208}" destId="{014E0E48-CB95-4752-8D62-4E1671E98783}" srcOrd="0" destOrd="0" presId="urn:microsoft.com/office/officeart/2016/7/layout/VerticalHollowActionList"/>
    <dgm:cxn modelId="{E5AB91ED-4A48-4B15-80CA-077AE8577962}" type="presOf" srcId="{698CFB2E-C33E-4132-B20B-21B35C287A65}" destId="{4DEC3EF0-0D2A-4584-A504-65D76136E69D}" srcOrd="0" destOrd="0" presId="urn:microsoft.com/office/officeart/2016/7/layout/VerticalHollowActionList"/>
    <dgm:cxn modelId="{EC2A7423-F236-4E92-A8B1-A260B3BD49AD}" type="presParOf" srcId="{DFB517F2-3275-4315-8356-9F2496CFE434}" destId="{B02E3563-5DDA-4CEB-87B5-3C5B01FF8B91}" srcOrd="0" destOrd="0" presId="urn:microsoft.com/office/officeart/2016/7/layout/VerticalHollowActionList"/>
    <dgm:cxn modelId="{924552F5-FBE5-4305-AC37-F4542D71AC4B}" type="presParOf" srcId="{B02E3563-5DDA-4CEB-87B5-3C5B01FF8B91}" destId="{A1E0D605-B08A-46EE-AC0C-7C940C526195}" srcOrd="0" destOrd="0" presId="urn:microsoft.com/office/officeart/2016/7/layout/VerticalHollowActionList"/>
    <dgm:cxn modelId="{6608DEB0-0305-4CC2-BFA6-6A839EDF31D3}" type="presParOf" srcId="{B02E3563-5DDA-4CEB-87B5-3C5B01FF8B91}" destId="{05CB92D6-5EA1-4E62-B397-ECB7BF6CEB55}" srcOrd="1" destOrd="0" presId="urn:microsoft.com/office/officeart/2016/7/layout/VerticalHollowActionList"/>
    <dgm:cxn modelId="{BA10BAD3-E108-48D1-9FC0-07BD7DC14F20}" type="presParOf" srcId="{DFB517F2-3275-4315-8356-9F2496CFE434}" destId="{76F8D133-DB4E-46FA-9563-5FDB19B2D352}" srcOrd="1" destOrd="0" presId="urn:microsoft.com/office/officeart/2016/7/layout/VerticalHollowActionList"/>
    <dgm:cxn modelId="{75D9BEF8-56C8-4A9B-8756-2283F14091F8}" type="presParOf" srcId="{DFB517F2-3275-4315-8356-9F2496CFE434}" destId="{E96A3358-44DF-4C3A-8115-CB6B734BC411}" srcOrd="2" destOrd="0" presId="urn:microsoft.com/office/officeart/2016/7/layout/VerticalHollowActionList"/>
    <dgm:cxn modelId="{C1EBFC23-E7F4-41F9-A4ED-78BE2FF5470B}" type="presParOf" srcId="{E96A3358-44DF-4C3A-8115-CB6B734BC411}" destId="{4DEC3EF0-0D2A-4584-A504-65D76136E69D}" srcOrd="0" destOrd="0" presId="urn:microsoft.com/office/officeart/2016/7/layout/VerticalHollowActionList"/>
    <dgm:cxn modelId="{76348AD7-8FC8-47D2-91EF-AB99C95D333B}" type="presParOf" srcId="{E96A3358-44DF-4C3A-8115-CB6B734BC411}" destId="{38C01BFD-EDAF-4AF3-81E2-F54A54D62215}" srcOrd="1" destOrd="0" presId="urn:microsoft.com/office/officeart/2016/7/layout/VerticalHollowActionList"/>
    <dgm:cxn modelId="{D0D5643F-BDAF-44A7-A5B6-66D905AD047A}" type="presParOf" srcId="{DFB517F2-3275-4315-8356-9F2496CFE434}" destId="{077F09AC-0D67-43A4-80D3-E048FE0B3EAD}" srcOrd="3" destOrd="0" presId="urn:microsoft.com/office/officeart/2016/7/layout/VerticalHollowActionList"/>
    <dgm:cxn modelId="{11C00EA6-D228-4197-B618-53C7FDC4A3FA}" type="presParOf" srcId="{DFB517F2-3275-4315-8356-9F2496CFE434}" destId="{4C7A997D-C07F-49E3-A0EC-3A81AC4CEF88}" srcOrd="4" destOrd="0" presId="urn:microsoft.com/office/officeart/2016/7/layout/VerticalHollowActionList"/>
    <dgm:cxn modelId="{1C0FA20F-0F42-410E-A8FC-53BF3DBBCBA5}" type="presParOf" srcId="{4C7A997D-C07F-49E3-A0EC-3A81AC4CEF88}" destId="{BFD5F0BB-EF26-49D1-89FB-636686161EA0}" srcOrd="0" destOrd="0" presId="urn:microsoft.com/office/officeart/2016/7/layout/VerticalHollowActionList"/>
    <dgm:cxn modelId="{47995ED2-91B2-4A62-917F-0745E80FBB4D}" type="presParOf" srcId="{4C7A997D-C07F-49E3-A0EC-3A81AC4CEF88}" destId="{014E0E48-CB95-4752-8D62-4E1671E98783}" srcOrd="1" destOrd="0" presId="urn:microsoft.com/office/officeart/2016/7/layout/VerticalHollowActionList"/>
    <dgm:cxn modelId="{1F46FCB7-B9FB-4E1A-96FD-8A33E407203D}" type="presParOf" srcId="{DFB517F2-3275-4315-8356-9F2496CFE434}" destId="{8727C10E-8D55-4D85-8995-DC98A1938AC3}" srcOrd="5" destOrd="0" presId="urn:microsoft.com/office/officeart/2016/7/layout/VerticalHollowActionList"/>
    <dgm:cxn modelId="{DCBD1E8A-82EE-42E3-957C-F473CFFB9124}" type="presParOf" srcId="{DFB517F2-3275-4315-8356-9F2496CFE434}" destId="{5EDF27C8-F29C-4AED-91E1-B7607D349CF3}" srcOrd="6" destOrd="0" presId="urn:microsoft.com/office/officeart/2016/7/layout/VerticalHollowActionList"/>
    <dgm:cxn modelId="{6C4E55FB-DB87-4FCC-B93C-8D55AB880605}" type="presParOf" srcId="{5EDF27C8-F29C-4AED-91E1-B7607D349CF3}" destId="{F3C19D3B-A907-4AFE-A05A-C4950081CC1E}" srcOrd="0" destOrd="0" presId="urn:microsoft.com/office/officeart/2016/7/layout/VerticalHollowActionList"/>
    <dgm:cxn modelId="{BF8DA7AA-B855-45F6-AFB3-2B22CF43CA64}" type="presParOf" srcId="{5EDF27C8-F29C-4AED-91E1-B7607D349CF3}" destId="{1D43FF94-4531-4839-A1F3-7D1BF7E41127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9828FA-D7BA-4AFB-9D99-761C36EE11EB}" type="doc">
      <dgm:prSet loTypeId="urn:microsoft.com/office/officeart/2016/7/layout/ChevronBlockProcess" loCatId="process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B8A8CA8-4020-4C42-90C2-2F17B9473699}">
      <dgm:prSet/>
      <dgm:spPr/>
      <dgm:t>
        <a:bodyPr/>
        <a:lstStyle/>
        <a:p>
          <a:r>
            <a:rPr lang="en-US" dirty="0"/>
            <a:t>Mar 20(Week 7)</a:t>
          </a:r>
        </a:p>
      </dgm:t>
    </dgm:pt>
    <dgm:pt modelId="{ADA5B03B-D484-4AA1-98B1-8CFFD04BB924}" type="parTrans" cxnId="{7D6D01DE-CD86-4087-A3E0-0DF4E0225652}">
      <dgm:prSet/>
      <dgm:spPr/>
      <dgm:t>
        <a:bodyPr/>
        <a:lstStyle/>
        <a:p>
          <a:endParaRPr lang="en-US"/>
        </a:p>
      </dgm:t>
    </dgm:pt>
    <dgm:pt modelId="{A17B1057-8D9C-4A8E-B5D9-95073F99637A}" type="sibTrans" cxnId="{7D6D01DE-CD86-4087-A3E0-0DF4E0225652}">
      <dgm:prSet/>
      <dgm:spPr/>
      <dgm:t>
        <a:bodyPr/>
        <a:lstStyle/>
        <a:p>
          <a:endParaRPr lang="en-US"/>
        </a:p>
      </dgm:t>
    </dgm:pt>
    <dgm:pt modelId="{AB8FB4EA-D2E6-410D-9EDC-588F4BBC044E}">
      <dgm:prSet/>
      <dgm:spPr/>
      <dgm:t>
        <a:bodyPr/>
        <a:lstStyle/>
        <a:p>
          <a:r>
            <a:rPr lang="en-US" dirty="0"/>
            <a:t>Proposal document </a:t>
          </a:r>
        </a:p>
      </dgm:t>
    </dgm:pt>
    <dgm:pt modelId="{8DF5B58A-0F5E-4C45-AFCC-B3A249B5D003}" type="parTrans" cxnId="{28CA156C-B233-4A15-BFCB-9E98F162392B}">
      <dgm:prSet/>
      <dgm:spPr/>
      <dgm:t>
        <a:bodyPr/>
        <a:lstStyle/>
        <a:p>
          <a:endParaRPr lang="en-US"/>
        </a:p>
      </dgm:t>
    </dgm:pt>
    <dgm:pt modelId="{38E3B07C-40FD-4158-B468-EFFE6D5E2EFD}" type="sibTrans" cxnId="{28CA156C-B233-4A15-BFCB-9E98F162392B}">
      <dgm:prSet/>
      <dgm:spPr/>
      <dgm:t>
        <a:bodyPr/>
        <a:lstStyle/>
        <a:p>
          <a:endParaRPr lang="en-US"/>
        </a:p>
      </dgm:t>
    </dgm:pt>
    <dgm:pt modelId="{D9251ECF-5089-4DE8-9EF1-0C48D00243E4}">
      <dgm:prSet/>
      <dgm:spPr/>
      <dgm:t>
        <a:bodyPr/>
        <a:lstStyle/>
        <a:p>
          <a:r>
            <a:rPr lang="en-US" dirty="0"/>
            <a:t>One page markdown doc in Git repo with general concept.</a:t>
          </a:r>
        </a:p>
      </dgm:t>
    </dgm:pt>
    <dgm:pt modelId="{CD7C6520-C5F0-4D26-BE22-B0826AE65941}" type="parTrans" cxnId="{09C76E6C-C371-4C56-81CE-AD5A8F6CED1C}">
      <dgm:prSet/>
      <dgm:spPr/>
      <dgm:t>
        <a:bodyPr/>
        <a:lstStyle/>
        <a:p>
          <a:endParaRPr lang="en-US"/>
        </a:p>
      </dgm:t>
    </dgm:pt>
    <dgm:pt modelId="{0277B71F-5DC6-49C8-99B8-574F11BE3792}" type="sibTrans" cxnId="{09C76E6C-C371-4C56-81CE-AD5A8F6CED1C}">
      <dgm:prSet/>
      <dgm:spPr/>
      <dgm:t>
        <a:bodyPr/>
        <a:lstStyle/>
        <a:p>
          <a:endParaRPr lang="en-US"/>
        </a:p>
      </dgm:t>
    </dgm:pt>
    <dgm:pt modelId="{FEB4AF48-6BAD-4374-8F1F-92FF63B296FD}">
      <dgm:prSet/>
      <dgm:spPr/>
      <dgm:t>
        <a:bodyPr/>
        <a:lstStyle/>
        <a:p>
          <a:r>
            <a:rPr lang="en-US" dirty="0"/>
            <a:t>Doesn't need to be exact!</a:t>
          </a:r>
        </a:p>
      </dgm:t>
    </dgm:pt>
    <dgm:pt modelId="{70182E86-4CB8-4A0E-8415-70B83BA3668A}" type="parTrans" cxnId="{3444A6CC-0A15-4829-9B4C-E1C06179E4E6}">
      <dgm:prSet/>
      <dgm:spPr/>
      <dgm:t>
        <a:bodyPr/>
        <a:lstStyle/>
        <a:p>
          <a:endParaRPr lang="en-US"/>
        </a:p>
      </dgm:t>
    </dgm:pt>
    <dgm:pt modelId="{E1D25709-4CEE-4C10-8A43-FC67843405A1}" type="sibTrans" cxnId="{3444A6CC-0A15-4829-9B4C-E1C06179E4E6}">
      <dgm:prSet/>
      <dgm:spPr/>
      <dgm:t>
        <a:bodyPr/>
        <a:lstStyle/>
        <a:p>
          <a:endParaRPr lang="en-US"/>
        </a:p>
      </dgm:t>
    </dgm:pt>
    <dgm:pt modelId="{604B7403-810E-4DA1-A951-FFDF0F1FC44E}">
      <dgm:prSet/>
      <dgm:spPr/>
      <dgm:t>
        <a:bodyPr/>
        <a:lstStyle/>
        <a:p>
          <a:r>
            <a:rPr lang="en-US" dirty="0"/>
            <a:t>Sections: Introduction, Proposed technologies (protocols/devices/prog </a:t>
          </a:r>
          <a:r>
            <a:rPr lang="en-US" dirty="0" err="1"/>
            <a:t>lang</a:t>
          </a:r>
          <a:r>
            <a:rPr lang="en-US" dirty="0"/>
            <a:t>)</a:t>
          </a:r>
        </a:p>
      </dgm:t>
    </dgm:pt>
    <dgm:pt modelId="{F90E5301-4304-4A2F-954C-EA07B4A9EF63}" type="parTrans" cxnId="{B916D544-F446-45F5-8A8E-9E3044E49DC7}">
      <dgm:prSet/>
      <dgm:spPr/>
      <dgm:t>
        <a:bodyPr/>
        <a:lstStyle/>
        <a:p>
          <a:endParaRPr lang="en-US"/>
        </a:p>
      </dgm:t>
    </dgm:pt>
    <dgm:pt modelId="{746E7AA2-1B9F-4BD4-8EAB-795BF0C9F210}" type="sibTrans" cxnId="{B916D544-F446-45F5-8A8E-9E3044E49DC7}">
      <dgm:prSet/>
      <dgm:spPr/>
      <dgm:t>
        <a:bodyPr/>
        <a:lstStyle/>
        <a:p>
          <a:endParaRPr lang="en-US"/>
        </a:p>
      </dgm:t>
    </dgm:pt>
    <dgm:pt modelId="{BB11F911-D9D6-48EC-A417-0591C7FD87E0}">
      <dgm:prSet/>
      <dgm:spPr/>
      <dgm:t>
        <a:bodyPr/>
        <a:lstStyle/>
        <a:p>
          <a:r>
            <a:rPr lang="en-US" dirty="0"/>
            <a:t>Proposed Tools (IDEs, cloud platforms)</a:t>
          </a:r>
        </a:p>
      </dgm:t>
    </dgm:pt>
    <dgm:pt modelId="{449DEEA9-FED3-4CAE-B76C-DA87DD24BBE2}" type="parTrans" cxnId="{67B89107-CFAF-418F-BEBA-E284B1A9E396}">
      <dgm:prSet/>
      <dgm:spPr/>
      <dgm:t>
        <a:bodyPr/>
        <a:lstStyle/>
        <a:p>
          <a:endParaRPr lang="en-US"/>
        </a:p>
      </dgm:t>
    </dgm:pt>
    <dgm:pt modelId="{0CD6148D-B6EE-4731-9112-14C6D45098A1}" type="sibTrans" cxnId="{67B89107-CFAF-418F-BEBA-E284B1A9E396}">
      <dgm:prSet/>
      <dgm:spPr/>
      <dgm:t>
        <a:bodyPr/>
        <a:lstStyle/>
        <a:p>
          <a:endParaRPr lang="en-US"/>
        </a:p>
      </dgm:t>
    </dgm:pt>
    <dgm:pt modelId="{6B5F6CCE-6687-4B53-AA64-F714E7FFB9A4}">
      <dgm:prSet/>
      <dgm:spPr/>
      <dgm:t>
        <a:bodyPr/>
        <a:lstStyle/>
        <a:p>
          <a:r>
            <a:rPr lang="en-US" dirty="0"/>
            <a:t>April 10 </a:t>
          </a:r>
          <a:endParaRPr lang="en-US" baseline="30000" dirty="0"/>
        </a:p>
      </dgm:t>
    </dgm:pt>
    <dgm:pt modelId="{486FF9E4-209A-4441-BF55-8A5391DFF3A6}" type="parTrans" cxnId="{CDB55125-E2C9-40BF-A5CC-5329B5934C0B}">
      <dgm:prSet/>
      <dgm:spPr/>
      <dgm:t>
        <a:bodyPr/>
        <a:lstStyle/>
        <a:p>
          <a:endParaRPr lang="en-US"/>
        </a:p>
      </dgm:t>
    </dgm:pt>
    <dgm:pt modelId="{464DDE35-74FD-4860-A6E3-3E3C2B8916D8}" type="sibTrans" cxnId="{CDB55125-E2C9-40BF-A5CC-5329B5934C0B}">
      <dgm:prSet/>
      <dgm:spPr/>
      <dgm:t>
        <a:bodyPr/>
        <a:lstStyle/>
        <a:p>
          <a:endParaRPr lang="en-US"/>
        </a:p>
      </dgm:t>
    </dgm:pt>
    <dgm:pt modelId="{56F037F2-7A2D-4778-B88E-0515BAAEBAE2}">
      <dgm:prSet/>
      <dgm:spPr/>
      <dgm:t>
        <a:bodyPr/>
        <a:lstStyle/>
        <a:p>
          <a:r>
            <a:rPr lang="en-US" dirty="0"/>
            <a:t>Project Graphics</a:t>
          </a:r>
        </a:p>
      </dgm:t>
    </dgm:pt>
    <dgm:pt modelId="{9F551C6C-2785-44FC-9324-6FC380872E26}" type="parTrans" cxnId="{17625DFA-1B07-4799-A56F-743276A41AAD}">
      <dgm:prSet/>
      <dgm:spPr/>
      <dgm:t>
        <a:bodyPr/>
        <a:lstStyle/>
        <a:p>
          <a:endParaRPr lang="en-US"/>
        </a:p>
      </dgm:t>
    </dgm:pt>
    <dgm:pt modelId="{D198F227-63FA-46A5-B658-D575BFF6C18C}" type="sibTrans" cxnId="{17625DFA-1B07-4799-A56F-743276A41AAD}">
      <dgm:prSet/>
      <dgm:spPr/>
      <dgm:t>
        <a:bodyPr/>
        <a:lstStyle/>
        <a:p>
          <a:endParaRPr lang="en-US"/>
        </a:p>
      </dgm:t>
    </dgm:pt>
    <dgm:pt modelId="{B4706B93-2C7E-4CCB-B042-ABF6353C6A8E}">
      <dgm:prSet/>
      <dgm:spPr/>
      <dgm:t>
        <a:bodyPr/>
        <a:lstStyle/>
        <a:p>
          <a:r>
            <a:rPr lang="en-US" dirty="0"/>
            <a:t>Pictorial (block level) representation of project</a:t>
          </a:r>
        </a:p>
      </dgm:t>
    </dgm:pt>
    <dgm:pt modelId="{0F8A9F74-9640-4AB4-93D7-0B698131D6D8}" type="parTrans" cxnId="{CCA57D17-9950-4C4D-A9A0-006E4EECC7C2}">
      <dgm:prSet/>
      <dgm:spPr/>
      <dgm:t>
        <a:bodyPr/>
        <a:lstStyle/>
        <a:p>
          <a:endParaRPr lang="en-US"/>
        </a:p>
      </dgm:t>
    </dgm:pt>
    <dgm:pt modelId="{30360A31-90A4-4233-9196-2EBBAF7B65EB}" type="sibTrans" cxnId="{CCA57D17-9950-4C4D-A9A0-006E4EECC7C2}">
      <dgm:prSet/>
      <dgm:spPr/>
      <dgm:t>
        <a:bodyPr/>
        <a:lstStyle/>
        <a:p>
          <a:endParaRPr lang="en-US"/>
        </a:p>
      </dgm:t>
    </dgm:pt>
    <dgm:pt modelId="{D4C7AB02-CA8B-4D8B-9EE4-677E215180A7}">
      <dgm:prSet/>
      <dgm:spPr/>
      <dgm:t>
        <a:bodyPr/>
        <a:lstStyle/>
        <a:p>
          <a:r>
            <a:rPr lang="en-US" dirty="0"/>
            <a:t>Flow chart of potential algorithm/logic</a:t>
          </a:r>
        </a:p>
      </dgm:t>
    </dgm:pt>
    <dgm:pt modelId="{2D1EB9FC-D08D-41F1-B100-200034FAED02}" type="parTrans" cxnId="{5478CF35-0BD7-4226-948D-5861E46D54E0}">
      <dgm:prSet/>
      <dgm:spPr/>
      <dgm:t>
        <a:bodyPr/>
        <a:lstStyle/>
        <a:p>
          <a:endParaRPr lang="en-US"/>
        </a:p>
      </dgm:t>
    </dgm:pt>
    <dgm:pt modelId="{108928B0-197A-417F-9075-01B3E4912CB6}" type="sibTrans" cxnId="{5478CF35-0BD7-4226-948D-5861E46D54E0}">
      <dgm:prSet/>
      <dgm:spPr/>
      <dgm:t>
        <a:bodyPr/>
        <a:lstStyle/>
        <a:p>
          <a:endParaRPr lang="en-US"/>
        </a:p>
      </dgm:t>
    </dgm:pt>
    <dgm:pt modelId="{C769B222-887B-4F8B-984C-C1DE8D3CFF85}">
      <dgm:prSet/>
      <dgm:spPr/>
      <dgm:t>
        <a:bodyPr/>
        <a:lstStyle/>
        <a:p>
          <a:r>
            <a:rPr lang="en-US" dirty="0"/>
            <a:t>Informational flow diagram</a:t>
          </a:r>
        </a:p>
      </dgm:t>
    </dgm:pt>
    <dgm:pt modelId="{F29D9808-86CA-471C-9D0B-CC9C7A4D52C5}" type="parTrans" cxnId="{201B75AE-933A-4498-9BB7-4488CAA4C144}">
      <dgm:prSet/>
      <dgm:spPr/>
      <dgm:t>
        <a:bodyPr/>
        <a:lstStyle/>
        <a:p>
          <a:endParaRPr lang="en-US"/>
        </a:p>
      </dgm:t>
    </dgm:pt>
    <dgm:pt modelId="{2852E517-8F32-4796-859A-5BD56077CC55}" type="sibTrans" cxnId="{201B75AE-933A-4498-9BB7-4488CAA4C144}">
      <dgm:prSet/>
      <dgm:spPr/>
      <dgm:t>
        <a:bodyPr/>
        <a:lstStyle/>
        <a:p>
          <a:endParaRPr lang="en-US"/>
        </a:p>
      </dgm:t>
    </dgm:pt>
    <dgm:pt modelId="{5044D75E-305D-4940-A161-AADFBCDE1BC0}">
      <dgm:prSet/>
      <dgm:spPr/>
      <dgm:t>
        <a:bodyPr/>
        <a:lstStyle/>
        <a:p>
          <a:r>
            <a:rPr lang="en-US" dirty="0"/>
            <a:t>Deliverable: Slides addressing the above</a:t>
          </a:r>
        </a:p>
      </dgm:t>
    </dgm:pt>
    <dgm:pt modelId="{FC019DAB-B892-4BD0-AC37-8D435C7803AC}" type="parTrans" cxnId="{7B7B66E8-27D1-4E9D-945F-A49C57986810}">
      <dgm:prSet/>
      <dgm:spPr/>
      <dgm:t>
        <a:bodyPr/>
        <a:lstStyle/>
        <a:p>
          <a:endParaRPr lang="en-US"/>
        </a:p>
      </dgm:t>
    </dgm:pt>
    <dgm:pt modelId="{6454E518-ADBB-4B81-BD15-7C43D0E3B7C1}" type="sibTrans" cxnId="{7B7B66E8-27D1-4E9D-945F-A49C57986810}">
      <dgm:prSet/>
      <dgm:spPr/>
      <dgm:t>
        <a:bodyPr/>
        <a:lstStyle/>
        <a:p>
          <a:endParaRPr lang="en-US"/>
        </a:p>
      </dgm:t>
    </dgm:pt>
    <dgm:pt modelId="{D64CE246-9DF7-47BF-8751-B9B2DADEBC4C}">
      <dgm:prSet/>
      <dgm:spPr/>
      <dgm:t>
        <a:bodyPr/>
        <a:lstStyle/>
        <a:p>
          <a:r>
            <a:rPr lang="en-US" baseline="0" dirty="0"/>
            <a:t>May 1(Week12)</a:t>
          </a:r>
          <a:endParaRPr lang="en-US" dirty="0"/>
        </a:p>
      </dgm:t>
    </dgm:pt>
    <dgm:pt modelId="{C27FAA1C-72E7-4E83-86C8-283FFD543986}" type="parTrans" cxnId="{F5C7EDF4-6EF9-42A2-A0C1-EB4DE37D3897}">
      <dgm:prSet/>
      <dgm:spPr/>
      <dgm:t>
        <a:bodyPr/>
        <a:lstStyle/>
        <a:p>
          <a:endParaRPr lang="en-US"/>
        </a:p>
      </dgm:t>
    </dgm:pt>
    <dgm:pt modelId="{8F41FB1C-CF70-4046-8B9C-D5AE9BB11F9A}" type="sibTrans" cxnId="{F5C7EDF4-6EF9-42A2-A0C1-EB4DE37D3897}">
      <dgm:prSet/>
      <dgm:spPr/>
      <dgm:t>
        <a:bodyPr/>
        <a:lstStyle/>
        <a:p>
          <a:endParaRPr lang="en-US"/>
        </a:p>
      </dgm:t>
    </dgm:pt>
    <dgm:pt modelId="{9A55B1FE-3E88-4E6A-802A-35BB6B471B76}">
      <dgm:prSet/>
      <dgm:spPr/>
      <dgm:t>
        <a:bodyPr/>
        <a:lstStyle/>
        <a:p>
          <a:r>
            <a:rPr lang="en-US" dirty="0"/>
            <a:t>Submission:</a:t>
          </a:r>
        </a:p>
      </dgm:t>
    </dgm:pt>
    <dgm:pt modelId="{88D19F23-6FED-4568-B435-24BEC316C4EB}" type="parTrans" cxnId="{F9858F83-00BA-441B-B8F3-84950C3A904D}">
      <dgm:prSet/>
      <dgm:spPr/>
      <dgm:t>
        <a:bodyPr/>
        <a:lstStyle/>
        <a:p>
          <a:endParaRPr lang="en-US"/>
        </a:p>
      </dgm:t>
    </dgm:pt>
    <dgm:pt modelId="{14CB3489-2E83-497E-953C-5DBF6EAB0885}" type="sibTrans" cxnId="{F9858F83-00BA-441B-B8F3-84950C3A904D}">
      <dgm:prSet/>
      <dgm:spPr/>
      <dgm:t>
        <a:bodyPr/>
        <a:lstStyle/>
        <a:p>
          <a:endParaRPr lang="en-US"/>
        </a:p>
      </dgm:t>
    </dgm:pt>
    <dgm:pt modelId="{2D69F353-57B4-4FE4-9E65-2073DEC47DFB}">
      <dgm:prSet/>
      <dgm:spPr/>
      <dgm:t>
        <a:bodyPr/>
        <a:lstStyle/>
        <a:p>
          <a:r>
            <a:rPr lang="en-US" dirty="0"/>
            <a:t>Git Repository submission(all code/resources)</a:t>
          </a:r>
        </a:p>
      </dgm:t>
    </dgm:pt>
    <dgm:pt modelId="{E82B9B25-C469-486A-9D10-13FB01DDDB1B}" type="parTrans" cxnId="{F62327D9-4866-4765-B3D7-C9B7760A1E70}">
      <dgm:prSet/>
      <dgm:spPr/>
      <dgm:t>
        <a:bodyPr/>
        <a:lstStyle/>
        <a:p>
          <a:endParaRPr lang="en-US"/>
        </a:p>
      </dgm:t>
    </dgm:pt>
    <dgm:pt modelId="{A122FEA3-8067-4293-B513-CEB440C75464}" type="sibTrans" cxnId="{F62327D9-4866-4765-B3D7-C9B7760A1E70}">
      <dgm:prSet/>
      <dgm:spPr/>
      <dgm:t>
        <a:bodyPr/>
        <a:lstStyle/>
        <a:p>
          <a:endParaRPr lang="en-US"/>
        </a:p>
      </dgm:t>
    </dgm:pt>
    <dgm:pt modelId="{BC31E07A-F287-4F20-9EB8-1E9740C6C583}">
      <dgm:prSet/>
      <dgm:spPr/>
      <dgm:t>
        <a:bodyPr/>
        <a:lstStyle/>
        <a:p>
          <a:r>
            <a:rPr lang="en-US" dirty="0"/>
            <a:t>Include a 10 min video showing your work. (YouTube video)</a:t>
          </a:r>
        </a:p>
      </dgm:t>
    </dgm:pt>
    <dgm:pt modelId="{2862F32A-CED5-42BC-AF4E-587F38240948}" type="parTrans" cxnId="{1F766ACC-D6B5-441A-941B-550E96AFC03F}">
      <dgm:prSet/>
      <dgm:spPr/>
      <dgm:t>
        <a:bodyPr/>
        <a:lstStyle/>
        <a:p>
          <a:endParaRPr lang="en-US"/>
        </a:p>
      </dgm:t>
    </dgm:pt>
    <dgm:pt modelId="{17C90A00-18F6-4676-BD91-D0291215BFC2}" type="sibTrans" cxnId="{1F766ACC-D6B5-441A-941B-550E96AFC03F}">
      <dgm:prSet/>
      <dgm:spPr/>
      <dgm:t>
        <a:bodyPr/>
        <a:lstStyle/>
        <a:p>
          <a:endParaRPr lang="en-US"/>
        </a:p>
      </dgm:t>
    </dgm:pt>
    <dgm:pt modelId="{9B69B100-3333-440C-B182-C303E2AE12DF}">
      <dgm:prSet/>
      <dgm:spPr/>
      <dgm:t>
        <a:bodyPr/>
        <a:lstStyle/>
        <a:p>
          <a:r>
            <a:rPr lang="en-US" dirty="0"/>
            <a:t>Present your work</a:t>
          </a:r>
        </a:p>
      </dgm:t>
    </dgm:pt>
    <dgm:pt modelId="{E0882477-5803-4844-B326-D158E55234AA}" type="parTrans" cxnId="{F87AF1A2-5E17-4FB7-A13E-ECEABC13F165}">
      <dgm:prSet/>
      <dgm:spPr/>
      <dgm:t>
        <a:bodyPr/>
        <a:lstStyle/>
        <a:p>
          <a:endParaRPr lang="en-IE"/>
        </a:p>
      </dgm:t>
    </dgm:pt>
    <dgm:pt modelId="{1E5AB24F-EABA-49DC-9294-65F8BD5029F9}" type="sibTrans" cxnId="{F87AF1A2-5E17-4FB7-A13E-ECEABC13F165}">
      <dgm:prSet/>
      <dgm:spPr/>
      <dgm:t>
        <a:bodyPr/>
        <a:lstStyle/>
        <a:p>
          <a:endParaRPr lang="en-IE"/>
        </a:p>
      </dgm:t>
    </dgm:pt>
    <dgm:pt modelId="{6A1E4F13-8A87-45B2-9339-215AA9EAB374}">
      <dgm:prSet/>
      <dgm:spPr/>
      <dgm:t>
        <a:bodyPr/>
        <a:lstStyle/>
        <a:p>
          <a:r>
            <a:rPr lang="en-US" dirty="0"/>
            <a:t>May (Week 13)</a:t>
          </a:r>
        </a:p>
      </dgm:t>
    </dgm:pt>
    <dgm:pt modelId="{8F146F35-343E-46F9-964B-6CC26D0126B7}" type="parTrans" cxnId="{E6ADF6F2-B072-4B0F-974B-48CC4E4F17CC}">
      <dgm:prSet/>
      <dgm:spPr/>
      <dgm:t>
        <a:bodyPr/>
        <a:lstStyle/>
        <a:p>
          <a:endParaRPr lang="en-IE"/>
        </a:p>
      </dgm:t>
    </dgm:pt>
    <dgm:pt modelId="{68E4DB16-9592-405C-8A59-A9397AAC7F2E}" type="sibTrans" cxnId="{E6ADF6F2-B072-4B0F-974B-48CC4E4F17CC}">
      <dgm:prSet/>
      <dgm:spPr/>
      <dgm:t>
        <a:bodyPr/>
        <a:lstStyle/>
        <a:p>
          <a:endParaRPr lang="en-IE"/>
        </a:p>
      </dgm:t>
    </dgm:pt>
    <dgm:pt modelId="{922B1564-A25A-4E4B-8BD5-4C0ECCAC6396}">
      <dgm:prSet/>
      <dgm:spPr/>
      <dgm:t>
        <a:bodyPr/>
        <a:lstStyle/>
        <a:p>
          <a:r>
            <a:rPr lang="en-US" dirty="0"/>
            <a:t>10 mins Presentation of  final project.</a:t>
          </a:r>
        </a:p>
      </dgm:t>
    </dgm:pt>
    <dgm:pt modelId="{2CA0C94A-9252-4B44-9205-C0D170BCF1F8}" type="parTrans" cxnId="{E8991991-5D86-4445-98A6-8820D21A48CA}">
      <dgm:prSet/>
      <dgm:spPr/>
      <dgm:t>
        <a:bodyPr/>
        <a:lstStyle/>
        <a:p>
          <a:endParaRPr lang="en-IE"/>
        </a:p>
      </dgm:t>
    </dgm:pt>
    <dgm:pt modelId="{6BA5CDA9-7546-43EF-B282-6A78EF95A930}" type="sibTrans" cxnId="{E8991991-5D86-4445-98A6-8820D21A48CA}">
      <dgm:prSet/>
      <dgm:spPr/>
      <dgm:t>
        <a:bodyPr/>
        <a:lstStyle/>
        <a:p>
          <a:endParaRPr lang="en-IE"/>
        </a:p>
      </dgm:t>
    </dgm:pt>
    <dgm:pt modelId="{A81911AF-B29F-4BBE-8B5F-43C89B9C8039}" type="pres">
      <dgm:prSet presAssocID="{219828FA-D7BA-4AFB-9D99-761C36EE11EB}" presName="Name0" presStyleCnt="0">
        <dgm:presLayoutVars>
          <dgm:dir/>
          <dgm:animLvl val="lvl"/>
          <dgm:resizeHandles val="exact"/>
        </dgm:presLayoutVars>
      </dgm:prSet>
      <dgm:spPr/>
    </dgm:pt>
    <dgm:pt modelId="{AF283A15-C66E-4922-8F19-267AC0DA7D0D}" type="pres">
      <dgm:prSet presAssocID="{9B8A8CA8-4020-4C42-90C2-2F17B9473699}" presName="composite" presStyleCnt="0"/>
      <dgm:spPr/>
    </dgm:pt>
    <dgm:pt modelId="{DEE8B6C4-1861-469B-9922-372BF42237E5}" type="pres">
      <dgm:prSet presAssocID="{9B8A8CA8-4020-4C42-90C2-2F17B9473699}" presName="parTx" presStyleLbl="alignNode1" presStyleIdx="0" presStyleCnt="4">
        <dgm:presLayoutVars>
          <dgm:chMax val="0"/>
          <dgm:chPref val="0"/>
        </dgm:presLayoutVars>
      </dgm:prSet>
      <dgm:spPr/>
    </dgm:pt>
    <dgm:pt modelId="{77DDCD4E-2549-4D81-B1CB-A38F2783F17B}" type="pres">
      <dgm:prSet presAssocID="{9B8A8CA8-4020-4C42-90C2-2F17B9473699}" presName="desTx" presStyleLbl="alignAccFollowNode1" presStyleIdx="0" presStyleCnt="4">
        <dgm:presLayoutVars/>
      </dgm:prSet>
      <dgm:spPr/>
    </dgm:pt>
    <dgm:pt modelId="{80D904D8-EE48-4898-B4AA-71E6A84DF452}" type="pres">
      <dgm:prSet presAssocID="{A17B1057-8D9C-4A8E-B5D9-95073F99637A}" presName="space" presStyleCnt="0"/>
      <dgm:spPr/>
    </dgm:pt>
    <dgm:pt modelId="{A301BFE8-830A-4704-8C75-B0E9C8917666}" type="pres">
      <dgm:prSet presAssocID="{6B5F6CCE-6687-4B53-AA64-F714E7FFB9A4}" presName="composite" presStyleCnt="0"/>
      <dgm:spPr/>
    </dgm:pt>
    <dgm:pt modelId="{16D2681F-E291-47EE-84D9-A308678B82B7}" type="pres">
      <dgm:prSet presAssocID="{6B5F6CCE-6687-4B53-AA64-F714E7FFB9A4}" presName="parTx" presStyleLbl="alignNode1" presStyleIdx="1" presStyleCnt="4">
        <dgm:presLayoutVars>
          <dgm:chMax val="0"/>
          <dgm:chPref val="0"/>
        </dgm:presLayoutVars>
      </dgm:prSet>
      <dgm:spPr/>
    </dgm:pt>
    <dgm:pt modelId="{2D5DCE14-9F7C-42D0-9F00-2FE693E2182B}" type="pres">
      <dgm:prSet presAssocID="{6B5F6CCE-6687-4B53-AA64-F714E7FFB9A4}" presName="desTx" presStyleLbl="alignAccFollowNode1" presStyleIdx="1" presStyleCnt="4">
        <dgm:presLayoutVars/>
      </dgm:prSet>
      <dgm:spPr/>
    </dgm:pt>
    <dgm:pt modelId="{74259301-973B-4199-87DC-0423526101D8}" type="pres">
      <dgm:prSet presAssocID="{464DDE35-74FD-4860-A6E3-3E3C2B8916D8}" presName="space" presStyleCnt="0"/>
      <dgm:spPr/>
    </dgm:pt>
    <dgm:pt modelId="{C30A70C4-FFFF-42FD-9567-FCADF93BE0AA}" type="pres">
      <dgm:prSet presAssocID="{D64CE246-9DF7-47BF-8751-B9B2DADEBC4C}" presName="composite" presStyleCnt="0"/>
      <dgm:spPr/>
    </dgm:pt>
    <dgm:pt modelId="{DDA2FC0E-50D4-4FCA-9312-5E1E30BB59D4}" type="pres">
      <dgm:prSet presAssocID="{D64CE246-9DF7-47BF-8751-B9B2DADEBC4C}" presName="parTx" presStyleLbl="alignNode1" presStyleIdx="2" presStyleCnt="4" custLinFactNeighborX="987" custLinFactNeighborY="-3703">
        <dgm:presLayoutVars>
          <dgm:chMax val="0"/>
          <dgm:chPref val="0"/>
        </dgm:presLayoutVars>
      </dgm:prSet>
      <dgm:spPr/>
    </dgm:pt>
    <dgm:pt modelId="{08EF549B-B144-4DAB-8BDA-085C82116719}" type="pres">
      <dgm:prSet presAssocID="{D64CE246-9DF7-47BF-8751-B9B2DADEBC4C}" presName="desTx" presStyleLbl="alignAccFollowNode1" presStyleIdx="2" presStyleCnt="4">
        <dgm:presLayoutVars/>
      </dgm:prSet>
      <dgm:spPr/>
    </dgm:pt>
    <dgm:pt modelId="{59859455-6E8F-4BD0-B4CC-2E7F2C110030}" type="pres">
      <dgm:prSet presAssocID="{8F41FB1C-CF70-4046-8B9C-D5AE9BB11F9A}" presName="space" presStyleCnt="0"/>
      <dgm:spPr/>
    </dgm:pt>
    <dgm:pt modelId="{0D15E904-0C01-49CC-9144-68173DB65D20}" type="pres">
      <dgm:prSet presAssocID="{6A1E4F13-8A87-45B2-9339-215AA9EAB374}" presName="composite" presStyleCnt="0"/>
      <dgm:spPr/>
    </dgm:pt>
    <dgm:pt modelId="{342E140F-FC96-4A41-BE16-CA916FBD6D15}" type="pres">
      <dgm:prSet presAssocID="{6A1E4F13-8A87-45B2-9339-215AA9EAB374}" presName="parTx" presStyleLbl="alignNode1" presStyleIdx="3" presStyleCnt="4">
        <dgm:presLayoutVars>
          <dgm:chMax val="0"/>
          <dgm:chPref val="0"/>
        </dgm:presLayoutVars>
      </dgm:prSet>
      <dgm:spPr/>
    </dgm:pt>
    <dgm:pt modelId="{098F4690-E5E2-4BC1-ACB1-27F17D3FC750}" type="pres">
      <dgm:prSet presAssocID="{6A1E4F13-8A87-45B2-9339-215AA9EAB374}" presName="desTx" presStyleLbl="alignAccFollowNode1" presStyleIdx="3" presStyleCnt="4">
        <dgm:presLayoutVars/>
      </dgm:prSet>
      <dgm:spPr/>
    </dgm:pt>
  </dgm:ptLst>
  <dgm:cxnLst>
    <dgm:cxn modelId="{67B89107-CFAF-418F-BEBA-E284B1A9E396}" srcId="{AB8FB4EA-D2E6-410D-9EDC-588F4BBC044E}" destId="{BB11F911-D9D6-48EC-A417-0591C7FD87E0}" srcOrd="3" destOrd="0" parTransId="{449DEEA9-FED3-4CAE-B76C-DA87DD24BBE2}" sibTransId="{0CD6148D-B6EE-4731-9112-14C6D45098A1}"/>
    <dgm:cxn modelId="{CCA57D17-9950-4C4D-A9A0-006E4EECC7C2}" srcId="{56F037F2-7A2D-4778-B88E-0515BAAEBAE2}" destId="{B4706B93-2C7E-4CCB-B042-ABF6353C6A8E}" srcOrd="0" destOrd="0" parTransId="{0F8A9F74-9640-4AB4-93D7-0B698131D6D8}" sibTransId="{30360A31-90A4-4233-9196-2EBBAF7B65EB}"/>
    <dgm:cxn modelId="{CDB55125-E2C9-40BF-A5CC-5329B5934C0B}" srcId="{219828FA-D7BA-4AFB-9D99-761C36EE11EB}" destId="{6B5F6CCE-6687-4B53-AA64-F714E7FFB9A4}" srcOrd="1" destOrd="0" parTransId="{486FF9E4-209A-4441-BF55-8A5391DFF3A6}" sibTransId="{464DDE35-74FD-4860-A6E3-3E3C2B8916D8}"/>
    <dgm:cxn modelId="{7344E428-809C-47E1-B11A-64681845CCA4}" type="presOf" srcId="{9A55B1FE-3E88-4E6A-802A-35BB6B471B76}" destId="{08EF549B-B144-4DAB-8BDA-085C82116719}" srcOrd="0" destOrd="0" presId="urn:microsoft.com/office/officeart/2016/7/layout/ChevronBlockProcess"/>
    <dgm:cxn modelId="{5478CF35-0BD7-4226-948D-5861E46D54E0}" srcId="{56F037F2-7A2D-4778-B88E-0515BAAEBAE2}" destId="{D4C7AB02-CA8B-4D8B-9EE4-677E215180A7}" srcOrd="1" destOrd="0" parTransId="{2D1EB9FC-D08D-41F1-B100-200034FAED02}" sibTransId="{108928B0-197A-417F-9075-01B3E4912CB6}"/>
    <dgm:cxn modelId="{B916D544-F446-45F5-8A8E-9E3044E49DC7}" srcId="{AB8FB4EA-D2E6-410D-9EDC-588F4BBC044E}" destId="{604B7403-810E-4DA1-A951-FFDF0F1FC44E}" srcOrd="2" destOrd="0" parTransId="{F90E5301-4304-4A2F-954C-EA07B4A9EF63}" sibTransId="{746E7AA2-1B9F-4BD4-8EAB-795BF0C9F210}"/>
    <dgm:cxn modelId="{B8FFB368-D9DE-4624-BC59-F3E50CFB884E}" type="presOf" srcId="{6B5F6CCE-6687-4B53-AA64-F714E7FFB9A4}" destId="{16D2681F-E291-47EE-84D9-A308678B82B7}" srcOrd="0" destOrd="0" presId="urn:microsoft.com/office/officeart/2016/7/layout/ChevronBlockProcess"/>
    <dgm:cxn modelId="{28CA156C-B233-4A15-BFCB-9E98F162392B}" srcId="{9B8A8CA8-4020-4C42-90C2-2F17B9473699}" destId="{AB8FB4EA-D2E6-410D-9EDC-588F4BBC044E}" srcOrd="0" destOrd="0" parTransId="{8DF5B58A-0F5E-4C45-AFCC-B3A249B5D003}" sibTransId="{38E3B07C-40FD-4158-B468-EFFE6D5E2EFD}"/>
    <dgm:cxn modelId="{00D2676C-F47B-4049-ACE0-F2D3ACFBE241}" type="presOf" srcId="{D4C7AB02-CA8B-4D8B-9EE4-677E215180A7}" destId="{2D5DCE14-9F7C-42D0-9F00-2FE693E2182B}" srcOrd="0" destOrd="2" presId="urn:microsoft.com/office/officeart/2016/7/layout/ChevronBlockProcess"/>
    <dgm:cxn modelId="{09C76E6C-C371-4C56-81CE-AD5A8F6CED1C}" srcId="{AB8FB4EA-D2E6-410D-9EDC-588F4BBC044E}" destId="{D9251ECF-5089-4DE8-9EF1-0C48D00243E4}" srcOrd="0" destOrd="0" parTransId="{CD7C6520-C5F0-4D26-BE22-B0826AE65941}" sibTransId="{0277B71F-5DC6-49C8-99B8-574F11BE3792}"/>
    <dgm:cxn modelId="{B6E0644E-1558-4071-8876-D9C12540A2D1}" type="presOf" srcId="{FEB4AF48-6BAD-4374-8F1F-92FF63B296FD}" destId="{77DDCD4E-2549-4D81-B1CB-A38F2783F17B}" srcOrd="0" destOrd="2" presId="urn:microsoft.com/office/officeart/2016/7/layout/ChevronBlockProcess"/>
    <dgm:cxn modelId="{9E8EAE51-7C10-466D-A5A9-BB409ABB2179}" type="presOf" srcId="{922B1564-A25A-4E4B-8BD5-4C0ECCAC6396}" destId="{098F4690-E5E2-4BC1-ACB1-27F17D3FC750}" srcOrd="0" destOrd="0" presId="urn:microsoft.com/office/officeart/2016/7/layout/ChevronBlockProcess"/>
    <dgm:cxn modelId="{21E97D80-5904-49B3-BFE1-3F330A898BA3}" type="presOf" srcId="{56F037F2-7A2D-4778-B88E-0515BAAEBAE2}" destId="{2D5DCE14-9F7C-42D0-9F00-2FE693E2182B}" srcOrd="0" destOrd="0" presId="urn:microsoft.com/office/officeart/2016/7/layout/ChevronBlockProcess"/>
    <dgm:cxn modelId="{F9858F83-00BA-441B-B8F3-84950C3A904D}" srcId="{D64CE246-9DF7-47BF-8751-B9B2DADEBC4C}" destId="{9A55B1FE-3E88-4E6A-802A-35BB6B471B76}" srcOrd="0" destOrd="0" parTransId="{88D19F23-6FED-4568-B435-24BEC316C4EB}" sibTransId="{14CB3489-2E83-497E-953C-5DBF6EAB0885}"/>
    <dgm:cxn modelId="{33681886-9602-4502-B4DD-E521BABFB8B9}" type="presOf" srcId="{9B69B100-3333-440C-B182-C303E2AE12DF}" destId="{08EF549B-B144-4DAB-8BDA-085C82116719}" srcOrd="0" destOrd="3" presId="urn:microsoft.com/office/officeart/2016/7/layout/ChevronBlockProcess"/>
    <dgm:cxn modelId="{7B2B808F-8CE5-408E-B82F-489388F492A1}" type="presOf" srcId="{D9251ECF-5089-4DE8-9EF1-0C48D00243E4}" destId="{77DDCD4E-2549-4D81-B1CB-A38F2783F17B}" srcOrd="0" destOrd="1" presId="urn:microsoft.com/office/officeart/2016/7/layout/ChevronBlockProcess"/>
    <dgm:cxn modelId="{E8991991-5D86-4445-98A6-8820D21A48CA}" srcId="{6A1E4F13-8A87-45B2-9339-215AA9EAB374}" destId="{922B1564-A25A-4E4B-8BD5-4C0ECCAC6396}" srcOrd="0" destOrd="0" parTransId="{2CA0C94A-9252-4B44-9205-C0D170BCF1F8}" sibTransId="{6BA5CDA9-7546-43EF-B282-6A78EF95A930}"/>
    <dgm:cxn modelId="{AB60AF93-CD60-4E21-9800-699286BF6A3E}" type="presOf" srcId="{604B7403-810E-4DA1-A951-FFDF0F1FC44E}" destId="{77DDCD4E-2549-4D81-B1CB-A38F2783F17B}" srcOrd="0" destOrd="3" presId="urn:microsoft.com/office/officeart/2016/7/layout/ChevronBlockProcess"/>
    <dgm:cxn modelId="{EA1D9B97-951C-458C-BA74-C095A1171D79}" type="presOf" srcId="{AB8FB4EA-D2E6-410D-9EDC-588F4BBC044E}" destId="{77DDCD4E-2549-4D81-B1CB-A38F2783F17B}" srcOrd="0" destOrd="0" presId="urn:microsoft.com/office/officeart/2016/7/layout/ChevronBlockProcess"/>
    <dgm:cxn modelId="{E8B7CE99-9666-48CB-97E0-A011B0BEFE97}" type="presOf" srcId="{BB11F911-D9D6-48EC-A417-0591C7FD87E0}" destId="{77DDCD4E-2549-4D81-B1CB-A38F2783F17B}" srcOrd="0" destOrd="4" presId="urn:microsoft.com/office/officeart/2016/7/layout/ChevronBlockProcess"/>
    <dgm:cxn modelId="{2814E6A1-0AFC-47DB-BDE0-9A89D7B33A28}" type="presOf" srcId="{6A1E4F13-8A87-45B2-9339-215AA9EAB374}" destId="{342E140F-FC96-4A41-BE16-CA916FBD6D15}" srcOrd="0" destOrd="0" presId="urn:microsoft.com/office/officeart/2016/7/layout/ChevronBlockProcess"/>
    <dgm:cxn modelId="{F87AF1A2-5E17-4FB7-A13E-ECEABC13F165}" srcId="{9A55B1FE-3E88-4E6A-802A-35BB6B471B76}" destId="{9B69B100-3333-440C-B182-C303E2AE12DF}" srcOrd="2" destOrd="0" parTransId="{E0882477-5803-4844-B326-D158E55234AA}" sibTransId="{1E5AB24F-EABA-49DC-9294-65F8BD5029F9}"/>
    <dgm:cxn modelId="{0E0ECFA9-BC6C-417B-9237-A63D9D1A6ED6}" type="presOf" srcId="{B4706B93-2C7E-4CCB-B042-ABF6353C6A8E}" destId="{2D5DCE14-9F7C-42D0-9F00-2FE693E2182B}" srcOrd="0" destOrd="1" presId="urn:microsoft.com/office/officeart/2016/7/layout/ChevronBlockProcess"/>
    <dgm:cxn modelId="{201B75AE-933A-4498-9BB7-4488CAA4C144}" srcId="{56F037F2-7A2D-4778-B88E-0515BAAEBAE2}" destId="{C769B222-887B-4F8B-984C-C1DE8D3CFF85}" srcOrd="2" destOrd="0" parTransId="{F29D9808-86CA-471C-9D0B-CC9C7A4D52C5}" sibTransId="{2852E517-8F32-4796-859A-5BD56077CC55}"/>
    <dgm:cxn modelId="{07FE79B3-2CF7-491E-A09A-3B1486F51D3E}" type="presOf" srcId="{5044D75E-305D-4940-A161-AADFBCDE1BC0}" destId="{2D5DCE14-9F7C-42D0-9F00-2FE693E2182B}" srcOrd="0" destOrd="4" presId="urn:microsoft.com/office/officeart/2016/7/layout/ChevronBlockProcess"/>
    <dgm:cxn modelId="{0A70F6BE-B1DC-415B-A01D-9519A78AF43C}" type="presOf" srcId="{C769B222-887B-4F8B-984C-C1DE8D3CFF85}" destId="{2D5DCE14-9F7C-42D0-9F00-2FE693E2182B}" srcOrd="0" destOrd="3" presId="urn:microsoft.com/office/officeart/2016/7/layout/ChevronBlockProcess"/>
    <dgm:cxn modelId="{F1FC7CBF-37D6-477D-993E-BA507BD3C07C}" type="presOf" srcId="{2D69F353-57B4-4FE4-9E65-2073DEC47DFB}" destId="{08EF549B-B144-4DAB-8BDA-085C82116719}" srcOrd="0" destOrd="1" presId="urn:microsoft.com/office/officeart/2016/7/layout/ChevronBlockProcess"/>
    <dgm:cxn modelId="{F5CC0FC0-97E7-49B6-AB21-0601091F917D}" type="presOf" srcId="{219828FA-D7BA-4AFB-9D99-761C36EE11EB}" destId="{A81911AF-B29F-4BBE-8B5F-43C89B9C8039}" srcOrd="0" destOrd="0" presId="urn:microsoft.com/office/officeart/2016/7/layout/ChevronBlockProcess"/>
    <dgm:cxn modelId="{1F766ACC-D6B5-441A-941B-550E96AFC03F}" srcId="{9A55B1FE-3E88-4E6A-802A-35BB6B471B76}" destId="{BC31E07A-F287-4F20-9EB8-1E9740C6C583}" srcOrd="1" destOrd="0" parTransId="{2862F32A-CED5-42BC-AF4E-587F38240948}" sibTransId="{17C90A00-18F6-4676-BD91-D0291215BFC2}"/>
    <dgm:cxn modelId="{3444A6CC-0A15-4829-9B4C-E1C06179E4E6}" srcId="{AB8FB4EA-D2E6-410D-9EDC-588F4BBC044E}" destId="{FEB4AF48-6BAD-4374-8F1F-92FF63B296FD}" srcOrd="1" destOrd="0" parTransId="{70182E86-4CB8-4A0E-8415-70B83BA3668A}" sibTransId="{E1D25709-4CEE-4C10-8A43-FC67843405A1}"/>
    <dgm:cxn modelId="{E3A2DED4-C477-4112-8DB2-23151CC767C8}" type="presOf" srcId="{BC31E07A-F287-4F20-9EB8-1E9740C6C583}" destId="{08EF549B-B144-4DAB-8BDA-085C82116719}" srcOrd="0" destOrd="2" presId="urn:microsoft.com/office/officeart/2016/7/layout/ChevronBlockProcess"/>
    <dgm:cxn modelId="{F62327D9-4866-4765-B3D7-C9B7760A1E70}" srcId="{9A55B1FE-3E88-4E6A-802A-35BB6B471B76}" destId="{2D69F353-57B4-4FE4-9E65-2073DEC47DFB}" srcOrd="0" destOrd="0" parTransId="{E82B9B25-C469-486A-9D10-13FB01DDDB1B}" sibTransId="{A122FEA3-8067-4293-B513-CEB440C75464}"/>
    <dgm:cxn modelId="{7D6D01DE-CD86-4087-A3E0-0DF4E0225652}" srcId="{219828FA-D7BA-4AFB-9D99-761C36EE11EB}" destId="{9B8A8CA8-4020-4C42-90C2-2F17B9473699}" srcOrd="0" destOrd="0" parTransId="{ADA5B03B-D484-4AA1-98B1-8CFFD04BB924}" sibTransId="{A17B1057-8D9C-4A8E-B5D9-95073F99637A}"/>
    <dgm:cxn modelId="{7B7B66E8-27D1-4E9D-945F-A49C57986810}" srcId="{56F037F2-7A2D-4778-B88E-0515BAAEBAE2}" destId="{5044D75E-305D-4940-A161-AADFBCDE1BC0}" srcOrd="3" destOrd="0" parTransId="{FC019DAB-B892-4BD0-AC37-8D435C7803AC}" sibTransId="{6454E518-ADBB-4B81-BD15-7C43D0E3B7C1}"/>
    <dgm:cxn modelId="{62826AF1-B0F1-4760-BDA2-FEA730E08FBB}" type="presOf" srcId="{9B8A8CA8-4020-4C42-90C2-2F17B9473699}" destId="{DEE8B6C4-1861-469B-9922-372BF42237E5}" srcOrd="0" destOrd="0" presId="urn:microsoft.com/office/officeart/2016/7/layout/ChevronBlockProcess"/>
    <dgm:cxn modelId="{D465B0F2-F0DF-4B81-8EA7-3E4B88AEB20F}" type="presOf" srcId="{D64CE246-9DF7-47BF-8751-B9B2DADEBC4C}" destId="{DDA2FC0E-50D4-4FCA-9312-5E1E30BB59D4}" srcOrd="0" destOrd="0" presId="urn:microsoft.com/office/officeart/2016/7/layout/ChevronBlockProcess"/>
    <dgm:cxn modelId="{E6ADF6F2-B072-4B0F-974B-48CC4E4F17CC}" srcId="{219828FA-D7BA-4AFB-9D99-761C36EE11EB}" destId="{6A1E4F13-8A87-45B2-9339-215AA9EAB374}" srcOrd="3" destOrd="0" parTransId="{8F146F35-343E-46F9-964B-6CC26D0126B7}" sibTransId="{68E4DB16-9592-405C-8A59-A9397AAC7F2E}"/>
    <dgm:cxn modelId="{F5C7EDF4-6EF9-42A2-A0C1-EB4DE37D3897}" srcId="{219828FA-D7BA-4AFB-9D99-761C36EE11EB}" destId="{D64CE246-9DF7-47BF-8751-B9B2DADEBC4C}" srcOrd="2" destOrd="0" parTransId="{C27FAA1C-72E7-4E83-86C8-283FFD543986}" sibTransId="{8F41FB1C-CF70-4046-8B9C-D5AE9BB11F9A}"/>
    <dgm:cxn modelId="{17625DFA-1B07-4799-A56F-743276A41AAD}" srcId="{6B5F6CCE-6687-4B53-AA64-F714E7FFB9A4}" destId="{56F037F2-7A2D-4778-B88E-0515BAAEBAE2}" srcOrd="0" destOrd="0" parTransId="{9F551C6C-2785-44FC-9324-6FC380872E26}" sibTransId="{D198F227-63FA-46A5-B658-D575BFF6C18C}"/>
    <dgm:cxn modelId="{73A5CAA4-7649-43DA-B871-6AB45981717B}" type="presParOf" srcId="{A81911AF-B29F-4BBE-8B5F-43C89B9C8039}" destId="{AF283A15-C66E-4922-8F19-267AC0DA7D0D}" srcOrd="0" destOrd="0" presId="urn:microsoft.com/office/officeart/2016/7/layout/ChevronBlockProcess"/>
    <dgm:cxn modelId="{73B45473-A01A-4A69-B843-A5BF443C73E2}" type="presParOf" srcId="{AF283A15-C66E-4922-8F19-267AC0DA7D0D}" destId="{DEE8B6C4-1861-469B-9922-372BF42237E5}" srcOrd="0" destOrd="0" presId="urn:microsoft.com/office/officeart/2016/7/layout/ChevronBlockProcess"/>
    <dgm:cxn modelId="{2ACD7595-F23E-476E-AC0A-D633A802A942}" type="presParOf" srcId="{AF283A15-C66E-4922-8F19-267AC0DA7D0D}" destId="{77DDCD4E-2549-4D81-B1CB-A38F2783F17B}" srcOrd="1" destOrd="0" presId="urn:microsoft.com/office/officeart/2016/7/layout/ChevronBlockProcess"/>
    <dgm:cxn modelId="{C751EBAF-CC96-4FBA-AD4C-2C14E6413374}" type="presParOf" srcId="{A81911AF-B29F-4BBE-8B5F-43C89B9C8039}" destId="{80D904D8-EE48-4898-B4AA-71E6A84DF452}" srcOrd="1" destOrd="0" presId="urn:microsoft.com/office/officeart/2016/7/layout/ChevronBlockProcess"/>
    <dgm:cxn modelId="{ED9E5B24-5080-4E54-8C73-B32026C0005A}" type="presParOf" srcId="{A81911AF-B29F-4BBE-8B5F-43C89B9C8039}" destId="{A301BFE8-830A-4704-8C75-B0E9C8917666}" srcOrd="2" destOrd="0" presId="urn:microsoft.com/office/officeart/2016/7/layout/ChevronBlockProcess"/>
    <dgm:cxn modelId="{2DE88766-0C37-4754-ACAC-9458DF876426}" type="presParOf" srcId="{A301BFE8-830A-4704-8C75-B0E9C8917666}" destId="{16D2681F-E291-47EE-84D9-A308678B82B7}" srcOrd="0" destOrd="0" presId="urn:microsoft.com/office/officeart/2016/7/layout/ChevronBlockProcess"/>
    <dgm:cxn modelId="{07D41DC0-756F-4189-BD9E-84B005381A36}" type="presParOf" srcId="{A301BFE8-830A-4704-8C75-B0E9C8917666}" destId="{2D5DCE14-9F7C-42D0-9F00-2FE693E2182B}" srcOrd="1" destOrd="0" presId="urn:microsoft.com/office/officeart/2016/7/layout/ChevronBlockProcess"/>
    <dgm:cxn modelId="{1326CAF3-627D-4284-A687-842A0C5668FE}" type="presParOf" srcId="{A81911AF-B29F-4BBE-8B5F-43C89B9C8039}" destId="{74259301-973B-4199-87DC-0423526101D8}" srcOrd="3" destOrd="0" presId="urn:microsoft.com/office/officeart/2016/7/layout/ChevronBlockProcess"/>
    <dgm:cxn modelId="{F255E0D4-AE8C-4729-BE75-2E225B5A4B6C}" type="presParOf" srcId="{A81911AF-B29F-4BBE-8B5F-43C89B9C8039}" destId="{C30A70C4-FFFF-42FD-9567-FCADF93BE0AA}" srcOrd="4" destOrd="0" presId="urn:microsoft.com/office/officeart/2016/7/layout/ChevronBlockProcess"/>
    <dgm:cxn modelId="{F9858AD9-2E1A-4329-BAAD-11CA86B639E2}" type="presParOf" srcId="{C30A70C4-FFFF-42FD-9567-FCADF93BE0AA}" destId="{DDA2FC0E-50D4-4FCA-9312-5E1E30BB59D4}" srcOrd="0" destOrd="0" presId="urn:microsoft.com/office/officeart/2016/7/layout/ChevronBlockProcess"/>
    <dgm:cxn modelId="{8601C322-57E4-4F90-9790-C73B902250E5}" type="presParOf" srcId="{C30A70C4-FFFF-42FD-9567-FCADF93BE0AA}" destId="{08EF549B-B144-4DAB-8BDA-085C82116719}" srcOrd="1" destOrd="0" presId="urn:microsoft.com/office/officeart/2016/7/layout/ChevronBlockProcess"/>
    <dgm:cxn modelId="{BF06BAE3-31C5-4115-954B-F1E7175C5E67}" type="presParOf" srcId="{A81911AF-B29F-4BBE-8B5F-43C89B9C8039}" destId="{59859455-6E8F-4BD0-B4CC-2E7F2C110030}" srcOrd="5" destOrd="0" presId="urn:microsoft.com/office/officeart/2016/7/layout/ChevronBlockProcess"/>
    <dgm:cxn modelId="{AE4E2947-ACF8-4E21-9D5D-FD042870A721}" type="presParOf" srcId="{A81911AF-B29F-4BBE-8B5F-43C89B9C8039}" destId="{0D15E904-0C01-49CC-9144-68173DB65D20}" srcOrd="6" destOrd="0" presId="urn:microsoft.com/office/officeart/2016/7/layout/ChevronBlockProcess"/>
    <dgm:cxn modelId="{7F88AAAF-6270-4166-8C02-C239F34BB000}" type="presParOf" srcId="{0D15E904-0C01-49CC-9144-68173DB65D20}" destId="{342E140F-FC96-4A41-BE16-CA916FBD6D15}" srcOrd="0" destOrd="0" presId="urn:microsoft.com/office/officeart/2016/7/layout/ChevronBlockProcess"/>
    <dgm:cxn modelId="{53FDFC2A-89C7-469E-B7F8-729837600CA5}" type="presParOf" srcId="{0D15E904-0C01-49CC-9144-68173DB65D20}" destId="{098F4690-E5E2-4BC1-ACB1-27F17D3FC750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B92D6-5EA1-4E62-B397-ECB7BF6CEB55}">
      <dsp:nvSpPr>
        <dsp:cNvPr id="0" name=""/>
        <dsp:cNvSpPr/>
      </dsp:nvSpPr>
      <dsp:spPr>
        <a:xfrm>
          <a:off x="1253807" y="2571"/>
          <a:ext cx="5015230" cy="133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09" tIns="338281" rIns="97309" bIns="33828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cs typeface="Calibri Light"/>
            </a:rPr>
            <a:t>Propose and design </a:t>
          </a:r>
          <a:r>
            <a:rPr lang="en-US" sz="1100" kern="1200" dirty="0"/>
            <a:t>solutions (e.g.  See attached work packages) </a:t>
          </a:r>
        </a:p>
      </dsp:txBody>
      <dsp:txXfrm>
        <a:off x="1253807" y="2571"/>
        <a:ext cx="5015230" cy="1331814"/>
      </dsp:txXfrm>
    </dsp:sp>
    <dsp:sp modelId="{A1E0D605-B08A-46EE-AC0C-7C940C526195}">
      <dsp:nvSpPr>
        <dsp:cNvPr id="0" name=""/>
        <dsp:cNvSpPr/>
      </dsp:nvSpPr>
      <dsp:spPr>
        <a:xfrm>
          <a:off x="0" y="2571"/>
          <a:ext cx="1253807" cy="1331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47" tIns="131554" rIns="66347" bIns="13155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Design</a:t>
          </a:r>
        </a:p>
      </dsp:txBody>
      <dsp:txXfrm>
        <a:off x="0" y="2571"/>
        <a:ext cx="1253807" cy="1331814"/>
      </dsp:txXfrm>
    </dsp:sp>
    <dsp:sp modelId="{38C01BFD-EDAF-4AF3-81E2-F54A54D62215}">
      <dsp:nvSpPr>
        <dsp:cNvPr id="0" name=""/>
        <dsp:cNvSpPr/>
      </dsp:nvSpPr>
      <dsp:spPr>
        <a:xfrm>
          <a:off x="1253807" y="1414294"/>
          <a:ext cx="5015230" cy="133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09" tIns="338281" rIns="97309" bIns="33828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Apply suitable IoT protocols and standards.</a:t>
          </a:r>
        </a:p>
      </dsp:txBody>
      <dsp:txXfrm>
        <a:off x="1253807" y="1414294"/>
        <a:ext cx="5015230" cy="1331814"/>
      </dsp:txXfrm>
    </dsp:sp>
    <dsp:sp modelId="{4DEC3EF0-0D2A-4584-A504-65D76136E69D}">
      <dsp:nvSpPr>
        <dsp:cNvPr id="0" name=""/>
        <dsp:cNvSpPr/>
      </dsp:nvSpPr>
      <dsp:spPr>
        <a:xfrm>
          <a:off x="0" y="1414294"/>
          <a:ext cx="1253807" cy="1331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47" tIns="131554" rIns="66347" bIns="13155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Apply</a:t>
          </a:r>
        </a:p>
      </dsp:txBody>
      <dsp:txXfrm>
        <a:off x="0" y="1414294"/>
        <a:ext cx="1253807" cy="1331814"/>
      </dsp:txXfrm>
    </dsp:sp>
    <dsp:sp modelId="{014E0E48-CB95-4752-8D62-4E1671E98783}">
      <dsp:nvSpPr>
        <dsp:cNvPr id="0" name=""/>
        <dsp:cNvSpPr/>
      </dsp:nvSpPr>
      <dsp:spPr>
        <a:xfrm>
          <a:off x="1253807" y="2826016"/>
          <a:ext cx="5015230" cy="133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09" tIns="338281" rIns="97309" bIns="33828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Model/implement a solution to your proposal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 the knowledge, skills and practices from  other modules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Should be scoped correctly – can’t build a production standard solution in a few weeks!</a:t>
          </a:r>
        </a:p>
      </dsp:txBody>
      <dsp:txXfrm>
        <a:off x="1253807" y="2826016"/>
        <a:ext cx="5015230" cy="1331814"/>
      </dsp:txXfrm>
    </dsp:sp>
    <dsp:sp modelId="{BFD5F0BB-EF26-49D1-89FB-636686161EA0}">
      <dsp:nvSpPr>
        <dsp:cNvPr id="0" name=""/>
        <dsp:cNvSpPr/>
      </dsp:nvSpPr>
      <dsp:spPr>
        <a:xfrm>
          <a:off x="0" y="2826016"/>
          <a:ext cx="1253807" cy="1331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47" tIns="131554" rIns="66347" bIns="13155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Model/ implement</a:t>
          </a:r>
        </a:p>
      </dsp:txBody>
      <dsp:txXfrm>
        <a:off x="0" y="2826016"/>
        <a:ext cx="1253807" cy="1331814"/>
      </dsp:txXfrm>
    </dsp:sp>
    <dsp:sp modelId="{1D43FF94-4531-4839-A1F3-7D1BF7E41127}">
      <dsp:nvSpPr>
        <dsp:cNvPr id="0" name=""/>
        <dsp:cNvSpPr/>
      </dsp:nvSpPr>
      <dsp:spPr>
        <a:xfrm>
          <a:off x="1253807" y="4237739"/>
          <a:ext cx="5015230" cy="133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09" tIns="338281" rIns="97309" bIns="33828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Present/curate your project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 </a:t>
          </a:r>
          <a:r>
            <a:rPr lang="en-US" sz="1100" kern="1200">
              <a:cs typeface="Calibri Light"/>
            </a:rPr>
            <a:t>a short video that demonstrates the project</a:t>
          </a:r>
          <a:r>
            <a:rPr lang="en-US" sz="1100" kern="1200"/>
            <a:t>.</a:t>
          </a:r>
        </a:p>
      </dsp:txBody>
      <dsp:txXfrm>
        <a:off x="1253807" y="4237739"/>
        <a:ext cx="5015230" cy="1331814"/>
      </dsp:txXfrm>
    </dsp:sp>
    <dsp:sp modelId="{F3C19D3B-A907-4AFE-A05A-C4950081CC1E}">
      <dsp:nvSpPr>
        <dsp:cNvPr id="0" name=""/>
        <dsp:cNvSpPr/>
      </dsp:nvSpPr>
      <dsp:spPr>
        <a:xfrm>
          <a:off x="0" y="4237739"/>
          <a:ext cx="1253807" cy="1331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347" tIns="131554" rIns="66347" bIns="13155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Present/ curate</a:t>
          </a:r>
        </a:p>
      </dsp:txBody>
      <dsp:txXfrm>
        <a:off x="0" y="4237739"/>
        <a:ext cx="1253807" cy="13318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8B6C4-1861-469B-9922-372BF42237E5}">
      <dsp:nvSpPr>
        <dsp:cNvPr id="0" name=""/>
        <dsp:cNvSpPr/>
      </dsp:nvSpPr>
      <dsp:spPr>
        <a:xfrm>
          <a:off x="12110" y="615436"/>
          <a:ext cx="2662239" cy="798671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Mar 20(Week 7)</a:t>
          </a:r>
        </a:p>
      </dsp:txBody>
      <dsp:txXfrm>
        <a:off x="251711" y="615436"/>
        <a:ext cx="2183037" cy="798671"/>
      </dsp:txXfrm>
    </dsp:sp>
    <dsp:sp modelId="{77DDCD4E-2549-4D81-B1CB-A38F2783F17B}">
      <dsp:nvSpPr>
        <dsp:cNvPr id="0" name=""/>
        <dsp:cNvSpPr/>
      </dsp:nvSpPr>
      <dsp:spPr>
        <a:xfrm>
          <a:off x="12110" y="1414108"/>
          <a:ext cx="2422638" cy="232179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Proposal document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One page markdown doc in Git repo with general concept.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Doesn't need to be exact!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Sections: Introduction, Proposed technologies (protocols/devices/prog </a:t>
          </a:r>
          <a:r>
            <a:rPr lang="en-US" sz="1200" kern="1200" dirty="0" err="1"/>
            <a:t>lang</a:t>
          </a:r>
          <a:r>
            <a:rPr lang="en-US" sz="1200" kern="1200" dirty="0"/>
            <a:t>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Proposed Tools (IDEs, cloud platforms)</a:t>
          </a:r>
        </a:p>
      </dsp:txBody>
      <dsp:txXfrm>
        <a:off x="12110" y="1414108"/>
        <a:ext cx="2422638" cy="2321792"/>
      </dsp:txXfrm>
    </dsp:sp>
    <dsp:sp modelId="{16D2681F-E291-47EE-84D9-A308678B82B7}">
      <dsp:nvSpPr>
        <dsp:cNvPr id="0" name=""/>
        <dsp:cNvSpPr/>
      </dsp:nvSpPr>
      <dsp:spPr>
        <a:xfrm>
          <a:off x="2621823" y="615436"/>
          <a:ext cx="2662239" cy="798671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5">
                <a:hueOff val="-2451115"/>
                <a:satOff val="-3409"/>
                <a:lumOff val="-130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2451115"/>
                <a:satOff val="-3409"/>
                <a:lumOff val="-130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2451115"/>
                <a:satOff val="-3409"/>
                <a:lumOff val="-130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April 10 </a:t>
          </a:r>
          <a:endParaRPr lang="en-US" sz="2300" kern="1200" baseline="30000" dirty="0"/>
        </a:p>
      </dsp:txBody>
      <dsp:txXfrm>
        <a:off x="2861424" y="615436"/>
        <a:ext cx="2183037" cy="798671"/>
      </dsp:txXfrm>
    </dsp:sp>
    <dsp:sp modelId="{2D5DCE14-9F7C-42D0-9F00-2FE693E2182B}">
      <dsp:nvSpPr>
        <dsp:cNvPr id="0" name=""/>
        <dsp:cNvSpPr/>
      </dsp:nvSpPr>
      <dsp:spPr>
        <a:xfrm>
          <a:off x="2621823" y="1414108"/>
          <a:ext cx="2422638" cy="2321792"/>
        </a:xfrm>
        <a:prstGeom prst="rect">
          <a:avLst/>
        </a:prstGeom>
        <a:solidFill>
          <a:schemeClr val="accent5">
            <a:tint val="40000"/>
            <a:alpha val="90000"/>
            <a:hueOff val="-2463918"/>
            <a:satOff val="-4272"/>
            <a:lumOff val="-43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2463918"/>
              <a:satOff val="-4272"/>
              <a:lumOff val="-43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Project Graphics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Pictorial (block level) representation of project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Flow chart of potential algorithm/logic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Informational flow diagram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Deliverable: Slides addressing the above</a:t>
          </a:r>
        </a:p>
      </dsp:txBody>
      <dsp:txXfrm>
        <a:off x="2621823" y="1414108"/>
        <a:ext cx="2422638" cy="2321792"/>
      </dsp:txXfrm>
    </dsp:sp>
    <dsp:sp modelId="{DDA2FC0E-50D4-4FCA-9312-5E1E30BB59D4}">
      <dsp:nvSpPr>
        <dsp:cNvPr id="0" name=""/>
        <dsp:cNvSpPr/>
      </dsp:nvSpPr>
      <dsp:spPr>
        <a:xfrm>
          <a:off x="5257812" y="585861"/>
          <a:ext cx="2662239" cy="798671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5">
                <a:hueOff val="-4902230"/>
                <a:satOff val="-6819"/>
                <a:lumOff val="-261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4902230"/>
                <a:satOff val="-6819"/>
                <a:lumOff val="-261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4902230"/>
                <a:satOff val="-6819"/>
                <a:lumOff val="-261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 dirty="0"/>
            <a:t>May 1(Week12)</a:t>
          </a:r>
          <a:endParaRPr lang="en-US" sz="2300" kern="1200" dirty="0"/>
        </a:p>
      </dsp:txBody>
      <dsp:txXfrm>
        <a:off x="5497413" y="585861"/>
        <a:ext cx="2183037" cy="798671"/>
      </dsp:txXfrm>
    </dsp:sp>
    <dsp:sp modelId="{08EF549B-B144-4DAB-8BDA-085C82116719}">
      <dsp:nvSpPr>
        <dsp:cNvPr id="0" name=""/>
        <dsp:cNvSpPr/>
      </dsp:nvSpPr>
      <dsp:spPr>
        <a:xfrm>
          <a:off x="5231536" y="1414108"/>
          <a:ext cx="2422638" cy="2321792"/>
        </a:xfrm>
        <a:prstGeom prst="rect">
          <a:avLst/>
        </a:prstGeom>
        <a:solidFill>
          <a:schemeClr val="accent5">
            <a:tint val="40000"/>
            <a:alpha val="90000"/>
            <a:hueOff val="-4927837"/>
            <a:satOff val="-8544"/>
            <a:lumOff val="-85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4927837"/>
              <a:satOff val="-8544"/>
              <a:lumOff val="-85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Submission: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Git Repository submission(all code/resources)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Include a 10 min video showing your work. (YouTube video)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Present your work</a:t>
          </a:r>
        </a:p>
      </dsp:txBody>
      <dsp:txXfrm>
        <a:off x="5231536" y="1414108"/>
        <a:ext cx="2422638" cy="2321792"/>
      </dsp:txXfrm>
    </dsp:sp>
    <dsp:sp modelId="{342E140F-FC96-4A41-BE16-CA916FBD6D15}">
      <dsp:nvSpPr>
        <dsp:cNvPr id="0" name=""/>
        <dsp:cNvSpPr/>
      </dsp:nvSpPr>
      <dsp:spPr>
        <a:xfrm>
          <a:off x="7841249" y="615436"/>
          <a:ext cx="2662239" cy="798671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May (Week 13)</a:t>
          </a:r>
        </a:p>
      </dsp:txBody>
      <dsp:txXfrm>
        <a:off x="8080850" y="615436"/>
        <a:ext cx="2183037" cy="798671"/>
      </dsp:txXfrm>
    </dsp:sp>
    <dsp:sp modelId="{098F4690-E5E2-4BC1-ACB1-27F17D3FC750}">
      <dsp:nvSpPr>
        <dsp:cNvPr id="0" name=""/>
        <dsp:cNvSpPr/>
      </dsp:nvSpPr>
      <dsp:spPr>
        <a:xfrm>
          <a:off x="7841249" y="1414108"/>
          <a:ext cx="2422638" cy="2321792"/>
        </a:xfrm>
        <a:prstGeom prst="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10 mins Presentation of  final project.</a:t>
          </a:r>
        </a:p>
      </dsp:txBody>
      <dsp:txXfrm>
        <a:off x="7841249" y="1414108"/>
        <a:ext cx="2422638" cy="2321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B9E99-C503-46FF-BA39-A9A967032C6C}" type="datetimeFigureOut">
              <a:rPr lang="en-US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6891D-82AD-4095-9B5F-167B40F78F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3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84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1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18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3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IoT Standards and Protocols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100%</a:t>
            </a:r>
            <a:r>
              <a:rPr lang="en-US" dirty="0">
                <a:cs typeface="Calibri"/>
              </a:rPr>
              <a:t> of your overall mark!</a:t>
            </a:r>
          </a:p>
          <a:p>
            <a:pPr lvl="1"/>
            <a:r>
              <a:rPr lang="en-US" dirty="0"/>
              <a:t>Project ethos (1 overall project) </a:t>
            </a:r>
          </a:p>
          <a:p>
            <a:r>
              <a:rPr lang="en-US" dirty="0"/>
              <a:t>For this assignment you are required to</a:t>
            </a:r>
            <a:r>
              <a:rPr lang="en-US" dirty="0">
                <a:cs typeface="Calibri"/>
              </a:rPr>
              <a:t>:</a:t>
            </a:r>
          </a:p>
          <a:p>
            <a:pPr lvl="1"/>
            <a:r>
              <a:rPr lang="en-US" dirty="0">
                <a:cs typeface="Calibri"/>
              </a:rPr>
              <a:t>Propose a project.</a:t>
            </a:r>
            <a:endParaRPr lang="en-US" dirty="0"/>
          </a:p>
          <a:p>
            <a:pPr lvl="1"/>
            <a:r>
              <a:rPr lang="en-US" dirty="0"/>
              <a:t>Create a working project using networking/IoT standards &amp; protocols.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Requires a "physical" aspect – sensors/devices(or simulated by request)</a:t>
            </a:r>
            <a:endParaRPr lang="en-US" dirty="0"/>
          </a:p>
          <a:p>
            <a:pPr lvl="1"/>
            <a:r>
              <a:rPr lang="en-US" dirty="0"/>
              <a:t>Present and communicate your work in a  clear, correct manner.</a:t>
            </a:r>
          </a:p>
          <a:p>
            <a:r>
              <a:rPr lang="en-US" sz="2400" dirty="0">
                <a:cs typeface="Calibri"/>
              </a:rPr>
              <a:t>The project should incorporate the different layers (sensor, processing node, gateway, application) of an IoT/connected device architecture.</a:t>
            </a:r>
            <a:endParaRPr lang="en-US" sz="3000" dirty="0">
              <a:cs typeface="Calibri"/>
            </a:endParaRPr>
          </a:p>
          <a:p>
            <a:r>
              <a:rPr lang="en-US" sz="2400" dirty="0">
                <a:latin typeface="Calibri" charset="0"/>
              </a:rPr>
              <a:t>Project will be assessed on it technical (e.g., features) content, complexity, applicability to domain and project communication/execution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63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E89D5E-1885-4160-AC77-CC471DD1D0D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0D2BD1-98F9-412D-905B-3A843EF4078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 </a:t>
            </a:r>
            <a:r>
              <a:rPr lang="en-US" b="1" dirty="0">
                <a:solidFill>
                  <a:srgbClr val="FFFFFF"/>
                </a:solidFill>
              </a:rPr>
              <a:t>Requirements</a:t>
            </a:r>
            <a:r>
              <a:rPr lang="en-US" dirty="0">
                <a:solidFill>
                  <a:srgbClr val="FFFFFF"/>
                </a:solidFill>
                <a:cs typeface="Calibri Light"/>
              </a:rPr>
              <a:t> "Include</a:t>
            </a:r>
            <a:r>
              <a:rPr lang="en-US" dirty="0">
                <a:solidFill>
                  <a:srgbClr val="000000"/>
                </a:solidFill>
                <a:cs typeface="Calibri Light"/>
              </a:rPr>
              <a:t> </a:t>
            </a:r>
            <a:r>
              <a:rPr lang="en-US" dirty="0">
                <a:solidFill>
                  <a:schemeClr val="bg1"/>
                </a:solidFill>
                <a:cs typeface="Calibri Light"/>
              </a:rPr>
              <a:t>the different layers (sensor, processing , gateway, application) in an IoT Project</a:t>
            </a:r>
            <a:r>
              <a:rPr lang="en-US" sz="4900" dirty="0">
                <a:solidFill>
                  <a:schemeClr val="bg1"/>
                </a:solidFill>
                <a:cs typeface="Calibri Light"/>
              </a:rPr>
              <a:t>.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318425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515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6686-0B85-0F26-E6E7-EB69B37E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IoT Layers of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249A-3260-8998-6B73-47D916DEC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Sensor Layer:</a:t>
            </a:r>
            <a:r>
              <a:rPr lang="en-GB" dirty="0"/>
              <a:t> Collects real-time data from the environment.</a:t>
            </a:r>
          </a:p>
          <a:p>
            <a:r>
              <a:rPr lang="en-GB" b="1" dirty="0"/>
              <a:t>Processing Node:</a:t>
            </a:r>
            <a:r>
              <a:rPr lang="en-GB" dirty="0"/>
              <a:t> Raspberry Pi processes and transmits data.</a:t>
            </a:r>
          </a:p>
          <a:p>
            <a:r>
              <a:rPr lang="en-GB" b="1" dirty="0"/>
              <a:t>Gateway Layer:</a:t>
            </a:r>
            <a:r>
              <a:rPr lang="en-GB" dirty="0"/>
              <a:t> Data is relayed through an IoT hub/platform.</a:t>
            </a:r>
          </a:p>
          <a:p>
            <a:r>
              <a:rPr lang="en-GB" b="1" dirty="0"/>
              <a:t>Application Layer:</a:t>
            </a:r>
            <a:r>
              <a:rPr lang="en-GB" dirty="0"/>
              <a:t> Visualises and actuates responses.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30637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Timeline</a:t>
            </a:r>
          </a:p>
        </p:txBody>
      </p:sp>
      <p:graphicFrame>
        <p:nvGraphicFramePr>
          <p:cNvPr id="446" name="Diagram 2">
            <a:extLst>
              <a:ext uri="{FF2B5EF4-FFF2-40B4-BE49-F238E27FC236}">
                <a16:creationId xmlns:a16="http://schemas.microsoft.com/office/drawing/2014/main" id="{96CC9985-04D9-4CA0-BC75-66D0FA126C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58751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1505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691" y="100081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7EC2E8-02DD-D5F2-C729-A8D37F775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573C92-B0A6-B3FD-FF7C-FF2B5D3E2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31" y="100081"/>
            <a:ext cx="93809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1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9E4133-9BC9-4631-9577-24A9A1301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  <a:cs typeface="Calibri Light"/>
              </a:rPr>
              <a:t>Other Considerations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4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5D01E168-FCA2-4A75-B276-B8AD2CE5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08" y="1629089"/>
            <a:ext cx="2226312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FAA6-6318-45F5-96D0-735A8D88B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"</a:t>
            </a:r>
            <a:r>
              <a:rPr lang="en-US" sz="2000" dirty="0" err="1">
                <a:solidFill>
                  <a:srgbClr val="000000"/>
                </a:solidFill>
                <a:cs typeface="Calibri"/>
              </a:rPr>
              <a:t>Permissionless</a:t>
            </a:r>
            <a:r>
              <a:rPr lang="en-US" sz="2000" dirty="0">
                <a:solidFill>
                  <a:srgbClr val="000000"/>
                </a:solidFill>
                <a:cs typeface="Calibri"/>
              </a:rPr>
              <a:t> Innovation"!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You don’t have to limit yourself to module technologies. You can integrate other devices/ systems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We used Python but you can use any other programming languages/ frameworks if you want. (Remember, the </a:t>
            </a:r>
            <a:r>
              <a:rPr lang="en-US" sz="2000" dirty="0" err="1">
                <a:solidFill>
                  <a:srgbClr val="000000"/>
                </a:solidFill>
                <a:cs typeface="Calibri"/>
              </a:rPr>
              <a:t>RPi</a:t>
            </a:r>
            <a:r>
              <a:rPr lang="en-US" sz="2000" dirty="0">
                <a:solidFill>
                  <a:srgbClr val="000000"/>
                </a:solidFill>
                <a:cs typeface="Calibri"/>
              </a:rPr>
              <a:t> can run Node/Java/JavaScript)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Have a look at other IoT project examples for inspiration.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It's OK to "simulate sensors"</a:t>
            </a:r>
          </a:p>
          <a:p>
            <a:pPr marL="1028700" lvl="2" indent="-342900"/>
            <a:r>
              <a:rPr lang="en-US" sz="1200" dirty="0">
                <a:solidFill>
                  <a:srgbClr val="000000"/>
                </a:solidFill>
                <a:cs typeface="Calibri"/>
              </a:rPr>
              <a:t>You can simulate data (e.g. GPS location.)</a:t>
            </a:r>
          </a:p>
        </p:txBody>
      </p:sp>
    </p:spTree>
    <p:extLst>
      <p:ext uri="{BB962C8B-B14F-4D97-AF65-F5344CB8AC3E}">
        <p14:creationId xmlns:p14="http://schemas.microsoft.com/office/powerpoint/2010/main" val="275864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6D9E-BB95-4291-BA9C-C1A938BA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Possible Concept: </a:t>
            </a:r>
            <a:br>
              <a:rPr lang="en-IE" dirty="0"/>
            </a:br>
            <a:r>
              <a:rPr lang="en-IE" dirty="0"/>
              <a:t>Home Monitoring/Ambient/Assisted Living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5B10FBC-1623-45D5-AB86-7326C50C3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1026" name="Picture 2" descr="Face Recognition based Authentication System using IoT - IoTEDU">
            <a:extLst>
              <a:ext uri="{FF2B5EF4-FFF2-40B4-BE49-F238E27FC236}">
                <a16:creationId xmlns:a16="http://schemas.microsoft.com/office/drawing/2014/main" id="{0DEEC4A1-79D5-4AF1-9044-C5D8C53B9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819275"/>
            <a:ext cx="8848725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135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6202-45E3-3FFF-C125-BC9D577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DACE-4338-B176-0A80-B5224A45C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2FF62-38CF-70CE-FE68-648D5D2A1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91" y="301722"/>
            <a:ext cx="10677608" cy="623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00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Widescreen</PresentationFormat>
  <Paragraphs>62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Assignment Specification</vt:lpstr>
      <vt:lpstr>Context</vt:lpstr>
      <vt:lpstr> Requirements "Include the different layers (sensor, processing , gateway, application) in an IoT Project.</vt:lpstr>
      <vt:lpstr>IoT Layers of your Project</vt:lpstr>
      <vt:lpstr>Timeline</vt:lpstr>
      <vt:lpstr>PowerPoint Presentation</vt:lpstr>
      <vt:lpstr>Other Considerations</vt:lpstr>
      <vt:lpstr>Possible Concept:  Home Monitoring/Ambient/Assisted Living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2 Specification</dc:title>
  <dc:creator>Frank X Walsh</dc:creator>
  <cp:lastModifiedBy>Frank Walsh</cp:lastModifiedBy>
  <cp:revision>26</cp:revision>
  <dcterms:created xsi:type="dcterms:W3CDTF">2020-02-11T15:44:45Z</dcterms:created>
  <dcterms:modified xsi:type="dcterms:W3CDTF">2026-03-09T11:32:58Z</dcterms:modified>
</cp:coreProperties>
</file>