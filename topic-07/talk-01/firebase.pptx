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60" r:id="rId8"/>
    <p:sldId id="262" r:id="rId9"/>
    <p:sldId id="261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5T10:15:13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1376 0 0,'0'0'5264'0'0,"0"-3"-5211"0"0,0-16 3819 0 0,22 23-2305 0 0,-17-5-1262 0 0,0 0 0 0 0,0 1 1 0 0,1-1-1 0 0,-1 1 0 0 0,0 0 0 0 0,1 1 1 0 0,-1-1-1 0 0,0 1 0 0 0,0 0 1 0 0,8 2-1 0 0,31 3 707 0 0,315-15 1308 0 0,-240 5-1647 0 0,222-24 230 0 0,-103 5-622 0 0,-12-1-10 0 0,75-4 242 0 0,-170 23-293 0 0,163-3 163 0 0,47 20-148 0 0,-243-2-82 0 0,159-5 0 0 0,-120-13-142 0 0,-54 4 43 0 0,-50 1-16 0 0,50 3 1 0 0,144 27 198 0 0,-77-3-28 0 0,-58-11 70 0 0,-85-11-261 0 0,0-1 0 0 0,0-1 0 0 0,-1 1 0 0 0,1-1-1 0 0,10-1 1 0 0,32 0-30 0 0,-28-6-1807 0 0,-11 2 1132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5T10:15:1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 3224 0 0,'0'0'4346'0'0,"-14"6"-36"0"0,13-6-4261 0 0,1 1 1 0 0,-1-1 0 0 0,1 1-1 0 0,-1 0 1 0 0,1-1-1 0 0,0 1 1 0 0,-1 0 0 0 0,1-1-1 0 0,0 1 1 0 0,-1 0 0 0 0,1 0-1 0 0,0-1 1 0 0,0 1-1 0 0,0 0 1 0 0,-1 0 0 0 0,1-1-1 0 0,0 1 1 0 0,0 0 0 0 0,0 0-1 0 0,0-1 1 0 0,1 1-1 0 0,-1 1 1 0 0,9 23 461 0 0,-4-16-393 0 0,1 0-1 0 0,12 15 0 0 0,3 0 76 0 0,2-2 0 0 0,0 0 1 0 0,28 19-1 0 0,-44-36-115 0 0,-1 0-1 0 0,0 1 1 0 0,-1-1 0 0 0,1 1 0 0 0,-1 1-1 0 0,0-1 1 0 0,0 1 0 0 0,-1-1 0 0 0,0 1-1 0 0,0 1 1 0 0,-1-1 0 0 0,0 0 0 0 0,0 1-1 0 0,-1 0 1 0 0,0-1 0 0 0,0 1 0 0 0,-1 0-1 0 0,0 0 1 0 0,0 0 0 0 0,-1 0 0 0 0,0 10 0 0 0,-1-11-25 0 0,1-1 0 0 0,-1 0 0 0 0,-1 1 0 0 0,1-1 0 0 0,-1 0 0 0 0,0 0 0 0 0,-1 0 0 0 0,1 0 0 0 0,-1 0 0 0 0,0-1 0 0 0,-1 1 0 0 0,1-1 0 0 0,-1 0 0 0 0,0 0 0 0 0,0 0 0 0 0,-1-1 0 0 0,-5 5 0 0 0,-26 17 255 0 0,-1-1-1 0 0,-1-2 1 0 0,-2-2 0 0 0,0-2-1 0 0,-1-1 1 0 0,-1-2 0 0 0,-47 11-1 0 0,79-24-386 0 0,4-1-39 0 0,-1 0 1 0 0,1 0 0 0 0,0-1-1 0 0,-1 0 1 0 0,1 0-1 0 0,-1 0 1 0 0,0-1 0 0 0,-10 0-1 0 0,8-1-6521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5T10:15:1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885 40 5384 0 0,'0'0'653'0'0,"9"-15"2051"0"0,-9 14-2641 0 0,0 1 0 0 0,1 0 0 0 0,-1 0 0 0 0,0-1 0 0 0,0 1 0 0 0,1 0 0 0 0,-1 0-1 0 0,0-1 1 0 0,0 1 0 0 0,0 0 0 0 0,0-1 0 0 0,1 1 0 0 0,-1 0 0 0 0,0-1 0 0 0,0 1 0 0 0,0 0 0 0 0,0-1 0 0 0,0 1 0 0 0,0 0 0 0 0,0-1 0 0 0,0 1-1 0 0,0 0 1 0 0,0-1 0 0 0,0 1 0 0 0,0 0 0 0 0,0-1 0 0 0,0 1 0 0 0,-1 0 0 0 0,1-1 0 0 0,0 1 0 0 0,0 0 0 0 0,0-1 0 0 0,-1 1 0 0 0,-12-9 991 0 0,12 8-1010 0 0,0 0 0 0 0,-1 1 1 0 0,1-1-1 0 0,0 1 1 0 0,-1 0-1 0 0,1-1 1 0 0,-1 1-1 0 0,1 0 0 0 0,-1 0 1 0 0,1 0-1 0 0,-1 0 1 0 0,1 0-1 0 0,0 0 1 0 0,-1 0-1 0 0,1 1 0 0 0,-1-1 1 0 0,1 0-1 0 0,-1 1 1 0 0,1-1-1 0 0,-3 2 1 0 0,2 0 79 0 0,-1 0 1 0 0,0-1-1 0 0,1 1 1 0 0,-1-1-1 0 0,0 0 1 0 0,0 0-1 0 0,0 0 1 0 0,0 0-1 0 0,0-1 1 0 0,0 1-1 0 0,0-1 1 0 0,-4 1-1 0 0,-9 1 88 0 0,-45 20 374 0 0,1 1-1 0 0,-77 43 1 0 0,109-52-418 0 0,-61 31 574 0 0,1 3-1 0 0,-98 74 0 0 0,161-103-561 0 0,-32 32 0 0 0,51-45-139 0 0,0 0 0 0 0,0 1-1 0 0,1-1 1 0 0,0 1 0 0 0,0 1 0 0 0,1-1-1 0 0,0 0 1 0 0,0 1 0 0 0,1 0 0 0 0,-3 10-1 0 0,4-11-18 0 0,1-1 30 0 0,-1-1 1 0 0,1 1-1 0 0,0-1 1 0 0,1 1-1 0 0,-1 0 1 0 0,2 9-1 0 0,-1-13-28 0 0,1 0 1 0 0,0 1-1 0 0,-1-1 0 0 0,1 0 0 0 0,1 1 0 0 0,-1-1 0 0 0,0 0 1 0 0,0 0-1 0 0,1 0 0 0 0,-1 0 0 0 0,1 0 0 0 0,0 0 0 0 0,-1 0 1 0 0,1-1-1 0 0,0 1 0 0 0,0-1 0 0 0,0 1 0 0 0,4 1 0 0 0,1 1 36 0 0,1 0-1 0 0,0-1 0 0 0,0 1 0 0 0,0-2 1 0 0,1 1-1 0 0,-1-1 0 0 0,1 0 0 0 0,12 0 1 0 0,75 0 440 0 0,-61-3-310 0 0,303-10-1300 0 0,-280 6-540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5:25:3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13444 7327 1376 0 0,'0'0'10982'0'0,"-16"-3"-10337"0"0,11 1 3255 0 0,3-4-3784 0 0,0 1-1 0 0,1 0 0 0 0,0-1 0 0 0,0 1 0 0 0,0-1 0 0 0,0 0 0 0 0,1 1 0 0 0,0-1 0 0 0,1 1 0 0 0,-1-1 0 0 0,1 1 0 0 0,1-8 0 0 0,-5-23 469 0 0,4 30-453 0 0,0-1-1 0 0,-1 1 1 0 0,1-1-1 0 0,-2-8 0 0 0,2-14 154 0 0,0 21-224 0 0,-1 0 1 0 0,0 0-1 0 0,-1 0 0 0 0,0 0 0 0 0,0 0 0 0 0,-5-13 0 0 0,-1-16 74 0 0,5 7-75 0 0,-6-29 25 0 0,-6-27 45 0 0,-4-17-4 0 0,-27-60 197 0 0,-113-263 0 0 0,140 384-260 0 0,-46-106 266 0 0,-104-176 0 0 0,106 224-291 0 0,-371-558 140 0 0,357 558-184 0 0,-166-211 78 0 0,171 222-58 0 0,-77-85 52 0 0,-91-82 101 0 0,-462-462 126 0 0,562 580-292 0 0,-2-3 0 0 0,-176-147 0 0 0,-84-60 61 0 0,262 232-50 0 0,-375-279 199 0 0,-23 31 120 0 0,287 198-262 0 0,-81-34-21 0 0,-11 22-15 0 0,264 138-31 0 0,-296-135-1 0 0,97 48 0 0 0,82 39 56 0 0,-5 9-1 0 0,-210-53 1 0 0,-143-2 221 0 0,-404 5-62 0 0,456 123-202 0 0,-10 48-13 0 0,7 45 0 0 0,380-60 82 0 0,1 5 0 0 0,1 6-1 0 0,-193 88 1 0 0,221-82-26 0 0,-238 125 95 0 0,256-123-114 0 0,-175 108 83 0 0,173-101-48 0 0,-79 70 0 0 0,34-11 149 0 0,-127 152 1 0 0,-77 154 323 0 0,112-58-251 0 0,136-215-248 0 0,42-76-31 0 0,-35 95 0 0 0,-14 79 7 0 0,62-172-21 0 0,-49 151-1 0 0,-3 17 0 0 0,27-80 0 0 0,-9 25 0 0 0,8-5 0 0 0,28-93 0 0 0,-14 80 0 0 0,31-146-55 0 0,-1 32-1 0 0,1-12-9 0 0,7-11-78 0 0,1-3-866 0 0,-3-26 959 0 0,0 0 0 0 0,0 1 0 0 0,0-1 0 0 0,0 0 0 0 0,1 1 0 0 0,-1-1 0 0 0,0 0 0 0 0,0 1 0 0 0,0-1 0 0 0,1 0 0 0 0,-1 1 0 0 0,0-1 0 0 0,0 0 0 0 0,1 1 0 0 0,-1-1 0 0 0,0 0 0 0 0,0 0 0 0 0,1 1 0 0 0,-1-1 0 0 0,0 0 0 0 0,1 0 0 0 0,-1 0 0 0 0,0 0 0 0 0,1 1 0 0 0,-1-1 0 0 0,1 0 0 0 0,-1 0 0 0 0,0 0 0 0 0,1 0 0 0 0,-1 0 0 0 0,0 0 0 0 0,1 0 0 0 0,-1 0 0 0 0,1 0 0 0 0,0 0 0 0 0,13-3-1244 0 0,1-5-180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5:25:3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0 920 0 0,'0'0'16919'0'0,"-1"2"-16795"0"0,-1 5-94 0 0,1 1-1 0 0,0-1 1 0 0,0 0-1 0 0,1 0 1 0 0,0 0-1 0 0,1 0 1 0 0,-1 1-1 0 0,1-1 1 0 0,1 0-1 0 0,2 10 0 0 0,2 17 107 0 0,7 123 316 0 0,-9 172-1 0 0,-4-199-192 0 0,-11 23 305 0 0,0 0 325 0 0,12-143-769 0 0,0 0-1 0 0,5 21 0 0 0,-4-21-8 0 0,0 0-1 0 0,2 21 0 0 0,-4-23-46 0 0,0 0 0 0 0,1-1 0 0 0,0 1 0 0 0,1 0 0 0 0,0 0 0 0 0,0 0 0 0 0,0-1 0 0 0,1 1 0 0 0,0-1 0 0 0,7 11 0 0 0,-9-17 144 0 0,0 1-96 0 0,21 15 242 0 0,-20-17 59 0 0,-2-1-365 0 0,1 0 0 0 0,-1 1 0 0 0,1-1 0 0 0,-1 0 0 0 0,1 0 0 0 0,-1 0 0 0 0,1 0 0 0 0,0 1 0 0 0,-1-1 1 0 0,1 0-1 0 0,0 1 0 0 0,0-1 0 0 0,0 0 0 0 0,0 1 0 0 0,-1-1 0 0 0,1 1 0 0 0,0-1 0 0 0,0 1 0 0 0,0 0 0 0 0,2-1 0 0 0,7-5 40 0 0,27-20 346 0 0,-24 18-262 0 0,-1 0 0 0 0,21-19 0 0 0,36-47 777 0 0,115-158 0 0 0,16-15-308 0 0,-119 153-498 0 0,146-145 13 0 0,-126 142-8029 0 0,-54 53-953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6:43:5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1781 1 5984 0 0,'0'0'712'0'0,"-15"4"1768"0"0,11-4-1865 0 0,-1 0 0 0 0,1 1 0 0 0,0-1 1 0 0,-1 1-1 0 0,1 0 0 0 0,-1 0 0 0 0,-5 2 1 0 0,6 0-549 0 0,0-1 1 0 0,0 1 0 0 0,0-1-1 0 0,1 1 1 0 0,-1 0 0 0 0,1 0 0 0 0,0 0-1 0 0,0 1 1 0 0,0-1 0 0 0,0 1-1 0 0,-3 6 1 0 0,-69 99 1390 0 0,69-99-1307 0 0,-19 29 153 0 0,2 2-1 0 0,2 1 1 0 0,2 1-1 0 0,-15 48 1 0 0,-16 47-213 0 0,21-62-140 0 0,-20 30 387 0 0,-15 36 197 0 0,3-7-128 0 0,-31 129 60 0 0,83-234-430 0 0,-57 178 97 0 0,9-16 8 0 0,13-47-28 0 0,32-99-64 0 0,-2-2-1 0 0,-1 1 1 0 0,-36 68-1 0 0,29-70 8 0 0,3 1 0 0 0,-20 67 0 0 0,17-47-32 0 0,-86 188 487 0 0,65-155-318 0 0,-21 37 68 0 0,-14 19-138 0 0,59-109-7 0 0,15-33-66 0 0,-1 1-1 0 0,-12 21 0 0 0,15-29-43 0 0,-1 1 0 0 0,1 0 0 0 0,0 0-1 0 0,0 0 1 0 0,-1 7 0 0 0,-4 11 28 0 0,-24 48 97 0 0,26-55-132 0 0,5-14 0 0 0,-1 1 0 0 0,1-1 0 0 0,-1 0 0 0 0,0 1 0 0 0,0-1 0 0 0,0 0 0 0 0,0 0 0 0 0,0 0 0 0 0,-1 1 0 0 0,-1 1 0 0 0,-13 24 77 0 0,14-24-65 0 0,0 0 1 0 0,0 0-1 0 0,0 0 1 0 0,0-1-1 0 0,-1 1 0 0 0,1 0 1 0 0,-4 2-1 0 0,2-2-12 0 0,1 0 0 0 0,0-1 0 0 0,0 1 0 0 0,1 0 0 0 0,-3 5 0 0 0,-19 42 0 0 0,18-42 0 0 0,-17 31 0 0 0,21-29 0 0 0,-5 2 0 0 0,-3-3 0 0 0,7-9 0 0 0,-4 4 0 0 0,8 3 0 0 0,-4 0 0 0 0,-3 3 0 0 0,8-9 0 0 0,-2 2 0 0 0,-17 18 0 0 0,14-21 0 0 0,-1 7 0 0 0,-3 10 0 0 0,7-18 0 0 0,0 1 0 0 0,0-1 0 0 0,0 1 0 0 0,0-1 0 0 0,0 1 0 0 0,0-1 0 0 0,0 1 0 0 0,0-1 0 0 0,-1 1-1 0 0,1-1 1 0 0,0 1 0 0 0,0-1 0 0 0,-1 0 0 0 0,1 1 0 0 0,0-1 0 0 0,-1 1 0 0 0,1-1 0 0 0,0 0 0 0 0,-1 1 0 0 0,1-1 0 0 0,-1 0-1 0 0,1 1 1 0 0,0-1 0 0 0,-1 0 0 0 0,1 1 0 0 0,-1-1 0 0 0,1 0 0 0 0,-1 0 0 0 0,0 0 0 0 0,-11 5 74 0 0,12-5-62 0 0,-1 0 0 0 0,1 0 0 0 0,-1 1 0 0 0,1-1 0 0 0,-1 0-1 0 0,0 0 1 0 0,1 0 0 0 0,-1 1 0 0 0,0-1 0 0 0,1 0 0 0 0,-1 0 0 0 0,1 0 0 0 0,-1 0-1 0 0,0 0 1 0 0,1 0 0 0 0,-1 0 0 0 0,1-1 0 0 0,-1 1 0 0 0,0 0 0 0 0,1 0-1 0 0,-1 0 1 0 0,1-1 0 0 0,-1 1 0 0 0,0 0 0 0 0,1 0 0 0 0,-1-1 0 0 0,1 1-1 0 0,-1-1 1 0 0,-12-15 72 0 0,8 9-29 0 0,4 7-48 0 0,1-1 0 0 0,-1 0 0 0 0,1 0 0 0 0,-1 0 0 0 0,1 0-1 0 0,0 0 1 0 0,-1 0 0 0 0,1 0 0 0 0,0 0 0 0 0,0 0 0 0 0,0 0 0 0 0,-1 0 0 0 0,1 0 0 0 0,1-2 0 0 0,-4-12 38 0 0,-14-47 111 0 0,13 56-145 0 0,1-1 0 0 0,-1 1-1 0 0,-1 1 1 0 0,1-1-1 0 0,-6-5 1 0 0,6 7-13 0 0,0 0 0 0 0,0 0 0 0 0,1-1 0 0 0,0 1 0 0 0,0-1 0 0 0,0 0 0 0 0,0 0 0 0 0,1 0 0 0 0,-3-6 0 0 0,0-9-22 0 0,1-1 0 0 0,1 1 0 0 0,1-1 0 0 0,1 0 0 0 0,1-27 0 0 0,0 45 24 0 0,0-1 0 0 0,0 1 0 0 0,-1-1-1 0 0,1 1 1 0 0,-1-1 0 0 0,1 1-1 0 0,-1 0 1 0 0,0-1 0 0 0,-3-3 0 0 0,3 3 2 0 0,0 1-1 0 0,-1-1 1 0 0,1 1 0 0 0,0-1 0 0 0,1 0 0 0 0,-1-7 0 0 0,1-1 11 0 0,0 4-3 0 0,0-1 0 0 0,-1 0 0 0 0,-2-15 0 0 0,2 20-15 0 0,1-1-1 0 0,0 0 1 0 0,0 1 0 0 0,0-1-1 0 0,0 0 1 0 0,1 1-1 0 0,2-9 1 0 0,1-18-5 0 0,-4 28-18 0 0,1 1 0 0 0,-1-1 0 0 0,1 0-1 0 0,0 0 1 0 0,0 0 0 0 0,0 0 0 0 0,0 1 0 0 0,1-1 0 0 0,-1 0-1 0 0,1 1 1 0 0,0-1 0 0 0,0 1 0 0 0,-1 0 0 0 0,1-1 0 0 0,1 1 0 0 0,-1 0-1 0 0,4-3 1 0 0,-4 4-66 0 0,0 3-260 0 0,0-1 323 0 0,0 1 0 0 0,0 0-1 0 0,0-1 1 0 0,0 1-1 0 0,0 0 1 0 0,-1 0 0 0 0,1 0-1 0 0,-1 1 1 0 0,1-1 0 0 0,-1 0-1 0 0,0 0 1 0 0,0 1 0 0 0,0-1-1 0 0,0 1 1 0 0,1 3-1 0 0,5 43-555 0 0,-1-7 398 0 0,-2-24 147 0 0,2 3-72 0 0,-1 0 0 0 0,-1 0 0 0 0,3 41 0 0 0,-6 51-167 0 0,0-106 270 0 0,-1-1 1 0 0,1 0-1 0 0,0 1 0 0 0,5 10 1 0 0,-5-12 7 0 0,1 0 1 0 0,-1 0 0 0 0,0 1 0 0 0,0-1 0 0 0,0 0 0 0 0,-1 0 0 0 0,0 10-1 0 0,0-11 7 0 0,0-1-1 0 0,0 1 0 0 0,1-1 0 0 0,-1 1 1 0 0,1-1-1 0 0,0 1 0 0 0,0-1 0 0 0,0 0 0 0 0,3 7 1 0 0,5 15 30 0 0,-9-24-4 0 0,0 0 1 0 0,0 0-1 0 0,0 0 0 0 0,1-1 1 0 0,-1 1-1 0 0,0 0 0 0 0,1 0 1 0 0,-1 0-1 0 0,0 0 0 0 0,1 0 1 0 0,-1-1-1 0 0,1 1 0 0 0,0 0 0 0 0,-1-1 1 0 0,1 1-1 0 0,-1 0 0 0 0,1-1 1 0 0,0 1-1 0 0,-1 0 0 0 0,1-1 1 0 0,0 1-1 0 0,0-1 0 0 0,0 0 1 0 0,-1 1-1 0 0,1-1 0 0 0,0 1 1 0 0,0-1-1 0 0,0 0 0 0 0,0 0 1 0 0,0 0-1 0 0,0 1 0 0 0,0-1 0 0 0,-1 0 1 0 0,1 0-1 0 0,0 0 0 0 0,0 0 1 0 0,0-1-1 0 0,0 1 0 0 0,0 0 1 0 0,0 0-1 0 0,0 0 0 0 0,0-1 1 0 0,-1 1-1 0 0,1 0 0 0 0,0-1 1 0 0,1 0-1 0 0,6-3 107 0 0,1 0 0 0 0,-2-1 0 0 0,14-9 0 0 0,-15 9 42 0 0,261-180 2096 0 0,-74 67-1755 0 0,-51 29-370 0 0,9-6-3571 0 0,-107 64-4521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.14748E9" units="cm"/>
          <inkml:channel name="Y" type="integer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19T09:06:52.201"/>
    </inkml:context>
    <inkml:brush xml:id="br0">
      <inkml:brushProperty name="width" value="0.07453" units="cm"/>
      <inkml:brushProperty name="height" value="0.07453" units="cm"/>
      <inkml:brushProperty name="color" value="#02A556"/>
      <inkml:brushProperty name="ignorePressure" value="1"/>
    </inkml:brush>
    <inkml:brush xml:id="br1">
      <inkml:brushProperty name="width" value="0.07453" units="cm"/>
      <inkml:brushProperty name="height" value="0.07453" units="cm"/>
      <inkml:brushProperty name="ignorePressure" value="1"/>
    </inkml:brush>
    <inkml:brush xml:id="br2">
      <inkml:brushProperty name="width" value="0.07453" units="cm"/>
      <inkml:brushProperty name="height" value="0.07453" units="cm"/>
      <inkml:brushProperty name="color" value="#5B2D90"/>
      <inkml:brushProperty name="ignorePressure" value="1"/>
    </inkml:brush>
    <inkml:brush xml:id="br3">
      <inkml:brushProperty name="width" value="0.07453" units="cm"/>
      <inkml:brushProperty name="height" value="0.07453" units="cm"/>
      <inkml:brushProperty name="color" value="#E71224"/>
      <inkml:brushProperty name="ignorePressure" value="1"/>
    </inkml:brush>
    <inkml:context xml:id="ctx1">
      <inkml:inkSource xml:id="inkSrc388">
        <inkml:traceFormat>
          <inkml:channel name="X" type="integer" max="2.14748E9" units="cm"/>
          <inkml:channel name="Y" type="integer" max="2.14748E9" units="cm"/>
          <inkml:channel name="F" type="integer" max="8192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1" units="1/dev"/>
          <inkml:channelProperty channel="OA" name="resolution" value="360" units="1/deg"/>
          <inkml:channelProperty channel="OE" name="resolution" value="90" units="1/deg"/>
        </inkml:channelProperties>
      </inkml:inkSource>
      <inkml:timestamp xml:id="ts1" timeString="2020-10-19T09:06:52.589"/>
    </inkml:context>
    <inkml:brush xml:id="br4">
      <inkml:brushProperty name="width" value="0.14092" units="cm"/>
      <inkml:brushProperty name="height" value="0.14092" units="cm"/>
      <inkml:brushProperty name="color" value="#02A556"/>
    </inkml:brush>
  </inkml:definitions>
  <inkml:trace contextRef="#ctx0" brushRef="#br0">659 2392,'-9'-72,"12"28,-7 26,8-27,-8 27,5-25,-11 31,9 4,3-27,7 22,66 16,-68 23,13 12,-13-12,-10 72</inkml:trace>
  <inkml:trace contextRef="#ctx0" brushRef="#br0" timeOffset="1.15">690 2813,'1'50,"70"-44,-63-18,-5-6,21-1,-9-1,-14-76,-12 70,-12-5,5 16,-6 10,-7 12,57-11,-6-6,30-60,-36 57,19 10,-24 6,18 21,10 0,-24-5,-18 9</inkml:trace>
  <inkml:trace contextRef="#ctx0" brushRef="#br0" timeOffset="2.15">754 3045,'-8'-17,"10"8,19-30,2 20,-3 16,20 9,31-7,-27 46,-38 0,-10 18,51-48,23-5</inkml:trace>
  <inkml:trace contextRef="#ctx0" brushRef="#br0" timeOffset="3.15">753 2275,'30'72,"-13"-50,4-9,230-15,-228 12,-17 6,10-4,11-31,-19 18,47-4,-11 8,81-22,-75 17,-29-5,8-10,9-17,-42 31,-11 23,6 3,25 41,-15 62,6-109,-5 10,9-8,-11 21,17-30,16-6,-29 2,-2 60,-7-58,8 54,4-44,-5 8</inkml:trace>
  <inkml:trace contextRef="#ctx0" brushRef="#br0" timeOffset="4.13">771 1734,'-19'-15,"16"-3,-4 8,8-40,16 30,-7-14,-11-67,-15 83,9 4,-16-5,-41 17</inkml:trace>
  <inkml:trace contextRef="#ctx0" brushRef="#br1" timeOffset="5.15">820 3457,'26'-1,"-17"-8,-13-87</inkml:trace>
  <inkml:trace contextRef="#ctx0" brushRef="#br0" timeOffset="6.15">972 2237,'-18'-9,"-27"18,18-17,-35 6,-46-13,49 16</inkml:trace>
  <inkml:trace contextRef="#ctx0" brushRef="#br0" timeOffset="7.15">1083 1501,'-1'-43</inkml:trace>
  <inkml:trace contextRef="#ctx0" brushRef="#br1" timeOffset="8.15">1134 3464,'-34'-2,"24"-6,9-104,47 102,35-34,-66 39,40 1,-29 15,1-9,48 20,29 15,-77-35,-18-2,31-22,-23 5,-2-7</inkml:trace>
  <inkml:trace contextRef="#ctx0" brushRef="#br0" timeOffset="9.15">1176 3141,'9'53,"-9"-9,-8-33,11 41,7-13,22 22,-31-35,8 1,-7 107,0-125,14 9,11-3,16-12,-5-13,-23-6,-8 0</inkml:trace>
  <inkml:trace contextRef="#ctx0" brushRef="#br0" timeOffset="10.15">1180 2469,'-36'-1,"20"-7,5-19,11 12</inkml:trace>
  <inkml:trace contextRef="#ctx0" brushRef="#br0" timeOffset="11.15">1212 3060,'53'-1,"-7"-20,-38-28,-9 30,-23-26,18 9,0 28,-3 1,-18 1,18 0,-88-81</inkml:trace>
  <inkml:trace contextRef="#ctx0" brushRef="#br0" timeOffset="12.15">1249 2154,'27'-3,"-7"-9,40-12,-33 8,28 44,-29-30,8-8,-17 29,-10 27,-22-11,-18 1</inkml:trace>
  <inkml:trace contextRef="#ctx0" brushRef="#br0" timeOffset="13.15">1277 2324,'-71'4,"17"-6,27-17,-269 22,180 25,57-27</inkml:trace>
  <inkml:trace contextRef="#ctx0" brushRef="#br0" timeOffset="14.15">1282 2979,'207'-15</inkml:trace>
  <inkml:trace contextRef="#ctx0" brushRef="#br0" timeOffset="15.15">1296 2476,'7'-18,"-2"-22,6 20,15 5,5 9</inkml:trace>
  <inkml:trace contextRef="#ctx0" brushRef="#br1" timeOffset="16.15">1324 2584,'-44'18,"-39"70,50-65,-23 69,25-58,2-9,-15-8,19 13,-28 15,50-38</inkml:trace>
  <inkml:trace contextRef="#ctx0" brushRef="#br0" timeOffset="17.15">1356 2082,'9'-7,"8"6,0-28,-12 11,10 3,20 12,18 28</inkml:trace>
  <inkml:trace contextRef="#ctx0" brushRef="#br0" timeOffset="18.15">1375 2198,'53'-45,"-43"19</inkml:trace>
  <inkml:trace contextRef="#ctx0" brushRef="#br0" timeOffset="19.15">1379 2700,'35'-16,"16"15,-21-26,-2 21</inkml:trace>
  <inkml:trace contextRef="#ctx0" brushRef="#br1" timeOffset="20.15">1427 3067,'-81'-2,"46"-25</inkml:trace>
  <inkml:trace contextRef="#ctx0" brushRef="#br0" timeOffset="21.15">1472 828,'-5'-4,"8"-10,12-6,10 2,45-20,-63 21,-4-27,3 35</inkml:trace>
  <inkml:trace contextRef="#ctx0" brushRef="#br1" timeOffset="22.15">1608 2223,'-3'-47</inkml:trace>
  <inkml:trace contextRef="#ctx0" brushRef="#br1" timeOffset="23.15">1612 2734,'-33'2</inkml:trace>
  <inkml:trace contextRef="#ctx0" brushRef="#br1" timeOffset="24.15">1680 3325,'-103'6,"81"3,21 4</inkml:trace>
  <inkml:trace contextRef="#ctx0" brushRef="#br0" timeOffset="25.15">1686 770,'65'4,"-40"-6,2-9,77 10,-89-35,1 15,87 20,-71-9,-7-4</inkml:trace>
  <inkml:trace contextRef="#ctx0" brushRef="#br0" timeOffset="26.15">1722 752,'4'19</inkml:trace>
  <inkml:trace contextRef="#ctx0" brushRef="#br0" timeOffset="27.15">1782 2688,'-59'1,"55"-37,-23 17,1 17,-11 29,-9-23,41-9,3-34,-16 29,-17 11</inkml:trace>
  <inkml:trace contextRef="#ctx0" brushRef="#br0" timeOffset="28.15">1792 2759,'-65'5</inkml:trace>
  <inkml:trace contextRef="#ctx0" brushRef="#br0" timeOffset="29.15">1826 2625,'-18'-9,"-26"11,-1 33</inkml:trace>
  <inkml:trace contextRef="#ctx0" brushRef="#br0" timeOffset="30.15">1822 994,'34'-13,"-22"3,-6-3,-4-76,1 82,20 0,-14-8,-13-65</inkml:trace>
  <inkml:trace contextRef="#ctx0" brushRef="#br0" timeOffset="31.15">1868 2257,'3'18,"49"35,-42-35,40-17,-38-10,24 3,-19 9,38 51,-34 0,-4-39,0-10,0-11,-7-13,6 5,-13-2,-8 8,-29-3,7 8,-36-56,39 62,21 2</inkml:trace>
  <inkml:trace contextRef="#ctx0" brushRef="#br0" timeOffset="32.15">1881 2759,'53'0,"-43"-19,-10-25,7 25,20 17,-2-8,-7-8,-9-5,-10-14,-32 2,8 35,14-27,7 0,-2 17,7-3,7 0,-4-19,21 7,-30-33</inkml:trace>
  <inkml:trace contextRef="#ctx0" brushRef="#br0" timeOffset="33.15">1989 562,'-61'1,"52"9,8 24,-7 11,36 6</inkml:trace>
  <inkml:trace contextRef="#ctx0" brushRef="#br1" timeOffset="34.15">2015 463,'-26'-1,"10"-7,11-10,-11-8,-38-31,27 20,9-12,18-22</inkml:trace>
  <inkml:trace contextRef="#ctx0" brushRef="#br0" timeOffset="35.15">2026 669,'41'42,"-18"-29,3-6,19-7,-8-6,-17-7,-15-5</inkml:trace>
  <inkml:trace contextRef="#ctx0" brushRef="#br0" timeOffset="36.15">2045 848,'46'8,"25"-8,-17 16,27-32,-55 23,73-4,26-7,-96-4,58 5,-75-5,19 18,-6-6,42-19,49 12,-78-5,-34 0,-3-1,-8-9,5-43,-6 51,-35 14,-3-17,-88 15,99 10,19 12,14-6,2 17,11 1</inkml:trace>
  <inkml:trace contextRef="#ctx0" brushRef="#br0" timeOffset="37.15">2091 893,'2'-32</inkml:trace>
  <inkml:trace contextRef="#ctx0" brushRef="#br1" timeOffset="38.15">2122 2667,'2'31,"48"-7,-32-9,-11-4,-2 10,-2 40,6-20,11-5,12 1,13-38,1-12,-2 17,-18 4,-7-12,66 8,-71 3,3-13,10 13,15-5,-23 32,-10 1,-7-8,-12-1,3-18,-20 3,-27-11,27-8,-242 10,242 0,10 5,-171-6,172-9,13-1,4-36,6 19,-9-2,-15 3,-35 24,26-9,25-23,-8 26,-9 0,-37 13,-7 20,-22-29</inkml:trace>
  <inkml:trace contextRef="#ctx0" brushRef="#br0" timeOffset="39.15">2385 675,'36'116,"-28"-51</inkml:trace>
  <inkml:trace contextRef="#ctx0" brushRef="#br0" timeOffset="40.15">2486 2234,'11'37,"7"-14,3-15,29-5,-23 5</inkml:trace>
  <inkml:trace contextRef="#ctx0" brushRef="#br0" timeOffset="41.15">2507 2619,'2'95,"25"-88,53-11,-56 31,-3 46,-14-60,7 1,47 9,-29-20,-10-18,37 22</inkml:trace>
  <inkml:trace contextRef="#ctx0" brushRef="#br0" timeOffset="42.15">2512 2037,'-9'-18,"18"-35,2 36,15-6,-24-2,63 0,-15-10,10 32,-34 11,28-8,4-25,-32 20,-1 6,27 12,-25 10,-15-5,22 2,-23-28,31-7,15-42,-30 21,-9-5,-14-2,12-26,-15 44,-10 2,-18-4,-81-61,64 43,34 27,8-44,53-11,-39 38,-12-54,-28 70,-70 21,83 6,13 81,-7-53,21 9,4-20,-34-12,-17-3,28-4,-2 12,4 18,-22 2,-96-38,87 8,-41-4,53 21,3 26,2 32,19-47,14 29,-18 76,76-76,-27-35,0-28,-18 6,18-7</inkml:trace>
  <inkml:trace contextRef="#ctx0" brushRef="#br0" timeOffset="43.15">2513 2117,'-25'113</inkml:trace>
  <inkml:trace contextRef="#ctx0" brushRef="#br0" timeOffset="44.15">2549 2197,'-70'-13,"-4"10,14 14,5 15,55 1,17-17,-2 6,-11 11,-8-9,18-7,-4 5,7-13,17-8,-14-2,14 5,-16 21,-7 39,-3-36,-22-45,-18-7,24 12,-15-6,16-24,-9 13,-41-20,6 30,-48 26,82 6,7 3,17 0,-4 7,-4 63,11-73,36-1,-9-17,-27-14,14-5</inkml:trace>
  <inkml:trace contextRef="#ctx0" brushRef="#br0" timeOffset="45.15">2600 665,'0'17,"-8"-25,-4 37,-3 58,15-42,5-25,3-15,-3 15,-13 42,27-3</inkml:trace>
  <inkml:trace contextRef="#ctx0" brushRef="#br0" timeOffset="46.15">2754 3119,'1'-125,"15"110,12 4,-12-8,17 19,-24-19,7-84,-4 62,-11 16,19-2,-12 23,0 9,112-8,-115 47,-9-25,17 106</inkml:trace>
  <inkml:trace contextRef="#ctx0" brushRef="#br0" timeOffset="47.15">2830 2554,'18'-8,"53"6,-38 12,-28-19,-8-162,-1 145,8-10,7 20,21 3,-20 4,1-26,-7 2,6 19,8 7,186 5,-173 12,-29 87,4-70,-7 63,11-63,24 9,-13 8,-21 17,7-54,23-4,62-22,-67 19,0 8,11-32,25 21</inkml:trace>
  <inkml:trace contextRef="#ctx0" brushRef="#br0" timeOffset="48.15">2874 2455,'18'-7,"80"-5</inkml:trace>
  <inkml:trace contextRef="#ctx0" brushRef="#br0" timeOffset="49.15">2891 2347,'59'1</inkml:trace>
  <inkml:trace contextRef="#ctx0" brushRef="#br0" timeOffset="50.15">2897 1953,'27'0,"-1"8,24-9,44 28,-49-27,0-16,35 13,46-24,-100 26,10-15,-9 10,-4-22,-38-111,18 77,-8 35,-3 14,10-28,24 10,0 14,-4 12,27 3,-23-7,57 8,-40 46,-24-34,-16 6,-4 18,-9 36,10 72,-4-125,-9 5,-6-4,-4-5,-30 6,42-4,11 9,35 12,-17-41,-3-11,-13-30,40-31,-31 44</inkml:trace>
  <inkml:trace contextRef="#ctx0" brushRef="#br1" timeOffset="51.15">2976 2920,'0'45,"11"-26,47-17</inkml:trace>
  <inkml:trace contextRef="#ctx0" brushRef="#br1" timeOffset="52.15">3057 2920,'0'-5,"-12"199,17-150,-9-25,15 41,-13-17,-5-7,-24-3,2 22,16-20,9-11,8-5,-7 16,6 19,12-37,3-9,268-6,-253 11,16 30,-40-41,54-13</inkml:trace>
  <inkml:trace contextRef="#ctx0" brushRef="#br0" timeOffset="53.15">3082 1646,'-1'-98,"-2"81,76-43,-15 4,-23 43,-20 3,0-7,8-25,12 15,-7-8,-4 32,3 11,-9-11,6-14,6-16,-13 32,123 89,-126-85,8-7,18-22</inkml:trace>
  <inkml:trace contextRef="#ctx0" brushRef="#br1" timeOffset="54.15">3151 2426,'4'63,"30"-30,-26-28,30-41,-14 24</inkml:trace>
  <inkml:trace contextRef="#ctx0" brushRef="#br0" timeOffset="55.15">3255 749,'17'0,"10"8,9-20,2-10,-29 11,48 12,-45-21,-12-65</inkml:trace>
  <inkml:trace contextRef="#ctx0" brushRef="#br0" timeOffset="56.15">3321 1197,'-15'-6,"6"15,4 41,-8-29,-16 6,32 7,30 33,9-25,1-14,-13-18,36-4,-48 9,5 23,-8-25,5-9,21-6</inkml:trace>
  <inkml:trace contextRef="#ctx0" brushRef="#br0" timeOffset="57.15">3357 3473,'62'-36,"-35"62,-19-8,-6 9,-11-1,-3-5,-56-22,-17 32,53-26</inkml:trace>
  <inkml:trace contextRef="#ctx0" brushRef="#br0" timeOffset="58.15">3363 847,'46'-3,"-15"9,-4 8,4 9,14-1,-10-28,-16-4,-7-8,-7-12</inkml:trace>
  <inkml:trace contextRef="#ctx0" brushRef="#br0" timeOffset="59.15">3368 1501,'3'-18,"-8"3,-7 3,-19-8</inkml:trace>
  <inkml:trace contextRef="#ctx0" brushRef="#br0" timeOffset="60.15">3419 1187,'9'0,"18"11,1 14</inkml:trace>
  <inkml:trace contextRef="#ctx0" brushRef="#br0" timeOffset="61.15">3524 792,'-27'-2,"9"-5,-14 8,27 35,10-13,13 0,15-2</inkml:trace>
  <inkml:trace contextRef="#ctx0" brushRef="#br0" timeOffset="62.15">3528 1294,'14'-31,"-9"7,-8-119,0 125,-21-5,15 20,-190 7,162 9,4 18,-2-11,17-23,-62 4,53 18</inkml:trace>
  <inkml:trace contextRef="#ctx0" brushRef="#br1" timeOffset="63.15">3553 3409,'-14'-33,"1"-24,-34 15</inkml:trace>
  <inkml:trace contextRef="#ctx0" brushRef="#br1" timeOffset="64.14">3575 2709,'-36'19,"-12"-19,21 9,9 9,2 7,1-13,13 5,-3-6,-81 76,81-83,-4-8,-80-83,69 42,19-62,6 72,13-15,15 12,26 34,-23 16,-19 3,-13-7,-27 21,27 22,4-31,-7 33,9-35,35 27</inkml:trace>
  <inkml:trace contextRef="#ctx0" brushRef="#br1" timeOffset="65.14">3607 3336,'0'-35,"6"8,-12 9,13-9,-9 19,18-20,-10 5,-11-7,-13-5,-96 33,96-5,-85-97,44 23</inkml:trace>
  <inkml:trace contextRef="#ctx0" brushRef="#br0" timeOffset="66.14">3662 2431,'3'9,"23"19,-35 123</inkml:trace>
  <inkml:trace contextRef="#ctx0" brushRef="#br0" timeOffset="67.14">3694 808,'18'0,"9"-9,5 10,-27 83,31-80,-19 3,38-2,-37-12,-4 12,-1 11,4-5,-6 5,-24 1,-21 1,11-16,11 15</inkml:trace>
  <inkml:trace contextRef="#ctx0" brushRef="#br1" timeOffset="68.14">3703 746,'36'-9,"-5"9,-26 44,-9-25</inkml:trace>
  <inkml:trace contextRef="#ctx0" brushRef="#br0" timeOffset="69.14">3757 1937,'-17'-9,"1"9,-23 19</inkml:trace>
  <inkml:trace contextRef="#ctx0" brushRef="#br0" timeOffset="70.14">3885 3388,'22'-32,"21"0,17 32,-71 2,38 6,46 0,-45-9,-10-6,17 5,82 1,-90 9,14 14,-30-11,-2 9,-7 168,8-181,116 13,484-25,-574 14,313-12,-331-4,18 5,-1-10,-2-8,-21-3</inkml:trace>
  <inkml:trace contextRef="#ctx0" brushRef="#br0" timeOffset="71.14">3916 1577,'-9'18,"0"-11,-18 4,-9-19,9 8,10 25,3 6,2 30</inkml:trace>
  <inkml:trace contextRef="#ctx0" brushRef="#br0" timeOffset="72.14">3917 591,'45'-5,"-5"-7,-26 2,-5-2,-18-2,-23 51,30-24,9 17</inkml:trace>
  <inkml:trace contextRef="#ctx0" brushRef="#br0" timeOffset="73.14">3948 2348,'-13'-36,"-2"21,-65-14,45 28,18-5,7-5,6-33,-20 11,-15 30,7 5,3 11,4 9,51-43,-14 3,-15-78,20 61</inkml:trace>
  <inkml:trace contextRef="#ctx0" brushRef="#br1" timeOffset="74.14">3941 331,'-29'-48,"18"40,-10 2,-26 6,29-7,0 14,-62-6,18-6,30 8,-9 9,15-11,-37-19</inkml:trace>
  <inkml:trace contextRef="#ctx0" brushRef="#br0" timeOffset="75.14">3957 2294,'-35'4,"-11"-19</inkml:trace>
  <inkml:trace contextRef="#ctx0" brushRef="#br0" timeOffset="76.14">3954 744,'0'17,"-10"27,19-25,-6 15,-43 6</inkml:trace>
  <inkml:trace contextRef="#ctx0" brushRef="#br0" timeOffset="77.14">3959 256,'92'-52,"-41"35,110 15,-98 19,-44-6,222-14,-221-5,20-32,-28 34,139-5,-52 10,-72 9,36-7,-18-2,-10-8,225 7,-233 10,63-8,-72-7,18 4,-18 10,8-5,10 7</inkml:trace>
  <inkml:trace contextRef="#ctx0" brushRef="#br0" timeOffset="78.14">4008 824,'-3'17,"-12"-1,-19-15</inkml:trace>
  <inkml:trace contextRef="#ctx0" brushRef="#br0" timeOffset="79.14">4047 2374,'-11'42</inkml:trace>
  <inkml:trace contextRef="#ctx0" brushRef="#br0" timeOffset="80.14">4161 3099,'-27'-9,"-36"10,12 14,-23 16,50-30,18-9,-18-3,-19 11,-11 56,35-48,-62-8,44-8,24 1,-2-11,-4-27,42 27,-17 7,-3-60,75-35,-41 70,5 25,81 5,-95-5,18-19,-19 21,36 8,8 18,-61-6,16-2,36 30,-25-61,-10 13,52-10</inkml:trace>
  <inkml:trace contextRef="#ctx0" brushRef="#br0" timeOffset="81.14">4201 2507,'12'28,"-15"43</inkml:trace>
  <inkml:trace contextRef="#ctx0" brushRef="#br1" timeOffset="82.15">4207 3242,'-90'4,"39"49,41 44,11 55,-8-123,-17 5,-16 0,13-23,-35-7,55 2,-15 45,-7-25,-3-13,-93-12,98-10,0 7,0-13,10-3,-16-31,19 45,-12 4,-37-20</inkml:trace>
  <inkml:trace contextRef="#ctx0" brushRef="#br0" timeOffset="83.15">4295 3143,'1'17,"17"2,-18 7,10-8,7-10,19-4,-18 4,0 8,-18 55,-1-75,-15 64,7 1</inkml:trace>
  <inkml:trace contextRef="#ctx0" brushRef="#br0" timeOffset="84.15">4310 1538,'-63'-11,"54"5,-16-21,9-15,12-3,11-20,-6-79,-4 91,-2 26,10 9,-3-79,-14 87,4 9,-104 4,82-6,3-11,-11-20,22 31</inkml:trace>
  <inkml:trace contextRef="#ctx0" brushRef="#br0" timeOffset="85.15">4342 1099,'-5'-9,"-3"-36,-24 3,24 37,-81 10</inkml:trace>
  <inkml:trace contextRef="#ctx0" brushRef="#br0" timeOffset="86.15">4468 2335,'-44'14</inkml:trace>
  <inkml:trace contextRef="#ctx0" brushRef="#br0" timeOffset="87.15">4549 2397,'-16'51,"-20"15,36 2,8-55,-7 13,15 19,-13-27,-2 223,-8-221,6-3,5 151,-22-130,-29 15,3-15</inkml:trace>
  <inkml:trace contextRef="#ctx0" brushRef="#br0" timeOffset="88.15">4580 604,'0'27,"10"-9,-10 8,38 10</inkml:trace>
  <inkml:trace contextRef="#ctx0" brushRef="#br0" timeOffset="89.15">4588 1554,'1'-17,"8"4,39 16,-44 50</inkml:trace>
  <inkml:trace contextRef="#ctx0" brushRef="#br0" timeOffset="90.15">4592 1070,'-14'27,"3"18,11 17,7-44,-5 18,-10-9,8 18,27 62,-24-20</inkml:trace>
  <inkml:trace contextRef="#ctx0" brushRef="#br1" timeOffset="91.15">4619 2128,'54'-1,"-3"24,-26 6,-1 34,-6-47,26-14,-17-10,36 6,-36 13,-9 5,32-12,-17 9,-21-2,-3 4,20 71,-20-74,2-4,11-4,91-7,-95-4,18 5,-1-10,0-21,-14 21,9 6,36 5,-30 19,91 106,-110-114,-7 6</inkml:trace>
  <inkml:trace contextRef="#ctx0" brushRef="#br0" timeOffset="92.15">4647 1204,'1'36,"9"-9,6-22,18-5,31-24,34 24,-81 17,10 0,-6-12,-22 9,6-5,118-2,-115-7,-12-9,10 3,21-1,31 2,56 4,-98-7,19 6,2-14,-5-21,-12 25,1 6,25 4,-20 20,117 124</inkml:trace>
  <inkml:trace contextRef="#ctx0" brushRef="#br0" timeOffset="93.15">4671 1903,'4'-23,"41"3,-35 11,1-8,8-49,-19-6,7 45,-15-9,5-9,-4 28,2-50,-12 48,-43-2,51-6,12-62,-6 70,3-25,115 7,-136 44,8 3,-26 63,23-64,-7-8</inkml:trace>
  <inkml:trace contextRef="#ctx0" brushRef="#br1" timeOffset="94.15">4700 2225,'14'-27,"36"-44,-34 34,-17-61,-8 71,17-9,-8 18,-41-36</inkml:trace>
  <inkml:trace contextRef="#ctx0" brushRef="#br0" timeOffset="95.15">4719 2369,'15'17,"-8"1,7 3,-2-13,8-2,101-6,-102-4,43 7,-43-7,25 8,81-14</inkml:trace>
  <inkml:trace contextRef="#ctx0" brushRef="#br0" timeOffset="96.15">4731 406,'9'36,"-9"-1,-7-8,6 0,9 0,-7 44,-17-26,15 35,-34-37</inkml:trace>
  <inkml:trace contextRef="#ctx0" brushRef="#br2" timeOffset="97.15">4738 226,'8'-64</inkml:trace>
  <inkml:trace contextRef="#ctx0" brushRef="#br0" timeOffset="98.15">5401 3546,'-8'50</inkml:trace>
  <inkml:trace contextRef="#ctx0" brushRef="#br0" timeOffset="99.15">347 2349,'52'-8,"34"7,-83-17,-7-26,17 7,-15 20,-5 3,2-44,9 39,-8-25,7 26,-7-26,8 25,-8-25,7 25,-7-25,8 25,-8-34,7 35,-7-26,8 25,-8-25,7 25,-7-25,8 25,-8-25,7 26,-7-26,8 25,-4-35,-2 28,-6 13,8-2,1-38,15 8,-17 9,-10 11,-75 24,67-26,19-216,-12 145,11 45,-7 26,9-179,24 176,68 38,-74 3,-8 7,7 36,-16-27,15 0,77-25</inkml:trace>
  <inkml:trace contextRef="#ctx0" brushRef="#br0" timeOffset="100.15">346 1418,'91'-1,"-56"-12</inkml:trace>
  <inkml:trace contextRef="#ctx0" brushRef="#br0" timeOffset="101.15">346 1418,'-17'62,"21"-25,-7 7,7-25,-8 16,8-8,-7 17,7-25,-8 25,8-25,-7 25,7-25,-7 33,6-33,-6 25,7-25,-7 25,6-25,-6 25,7-26,-7 26,6-25,-6 25,7-25,-7 34,8-7,-9 60,14-88,44 36,-45 98,-7-45,-7-76,-5-11,-57 54,52-45,15 123,13-116,-25 9,12-1,7-26,-13 9,6 36,10-45,30 19,-31-19,-7 2,-8 21,6 4,9-18,-8 8,8-9,2-9,41 27,-16-42,-9 6,71-8,-72-10,-14 1,4-44,-17-130,-8 147,-9 8,-11-3,4 29,-4 22,-42-18,0-74,61 54,13-8,11-2,-13 3,16-9,1 22,49 11</inkml:trace>
  <inkml:trace contextRef="#ctx0" brushRef="#br0" timeOffset="102.15">346 1418,'-18'-63,"21"9,57-18</inkml:trace>
  <inkml:trace contextRef="#ctx0" brushRef="#br0" timeOffset="103.15">384 1068,'140'0,"-109"-22,-17 4,-8-4,-5-16,-2 76,-4-16,-7-1,-20 14,30 64,3-85,60-11,-35 6,-6 15,-2 14,-17 61,-9 27,12-108,-7 26,7-25,-8 25,8-25,-7 16,7-8,-8 9,8-9,-7 8,7 2,-8-2,8-16,-7 16,7 2,-8-11,8 10,-7-10,5 7</inkml:trace>
  <inkml:trace contextRef="#ctx0" brushRef="#br0" timeOffset="104.15">384 924,'112'-4,"-70"-6,-2-5,-1-6,-27-3,-3-21,-2-151,-10 178,-10 6,8-21,-2 24,-2-1,-53 11,-26 19,60-21,62 5,-10 5,2 10,7 11,-15-22,5-11,18-32</inkml:trace>
  <inkml:trace contextRef="#ctx0" brushRef="#br1" timeOffset="105.15">417 2582,'112'-1,"-83"12,2 13,-64-46,21 5,10-5,13-15,-14-7,-13 17,-26-16,34 14,9-6,-2 82,-8-19,-19 7,-18 8</inkml:trace>
  <inkml:trace contextRef="#ctx0" brushRef="#br0" timeOffset="106.15">572 965,'-38'-80,"16"19,23 17,23-46</inkml:trace>
  <inkml:trace contextRef="#ctx0" brushRef="#br0" timeOffset="107.15">572 1035,'56'40,"-52"22,-14-29,7-5,10-2,11 4</inkml:trace>
  <inkml:trace contextRef="#ctx0" brushRef="#br1" timeOffset="108.15">723 2024,'-72'1</inkml:trace>
  <inkml:trace contextRef="#ctx0" brushRef="#br0" timeOffset="109.15">869 210,'51'-25,"-42"25,36 0,11 23</inkml:trace>
  <inkml:trace contextRef="#ctx0" brushRef="#br1" timeOffset="110.15">869 210,'-1'160,"36"-154,-19 10,-12-8,-8-2,-116 117,99-109,-23-15,-28-65,75 28,23 1,-6 21,17 6,64 9,-82-3</inkml:trace>
  <inkml:trace contextRef="#ctx0" brushRef="#br2" timeOffset="111.15">869 210,'-57'-24,"-5"25,46 1,-22 30,14-21,2-12,-13-7,-108 9,125 2,-19 14,5 8,6 21,23-10,-4-10,6 55,8-63,-4 9,16 15</inkml:trace>
  <inkml:trace contextRef="#ctx0" brushRef="#br1" timeOffset="112.15">911 1498,'-62'-40,"18"43,8 22</inkml:trace>
  <inkml:trace contextRef="#ctx0" brushRef="#br1" timeOffset="113.15">938 2602,'56'13,"15"23,-44-15,-9-15,10 28,-21-11,-10 1,-10-1,-16 11</inkml:trace>
  <inkml:trace contextRef="#ctx0" brushRef="#br0" timeOffset="114.15">1029 386,'0'-148,"6"123,7 4,0 11,7 4,43 4,-5 30</inkml:trace>
  <inkml:trace contextRef="#ctx0" brushRef="#br0" timeOffset="115.15">1202 202,'58'-20,"-13"20,12 24</inkml:trace>
  <inkml:trace contextRef="#ctx0" brushRef="#br0" timeOffset="116.15">1202 202,'-3'149,"8"-117,6-2,9-1,80 69,-82-90,18-5,-28 13,-6 91,5-89,-5 18,9-17,-21 132,11-133,7 9,-7 27,-9-27,8 53,16-35,-14-27,13 12,3-13,3-12,51-13,-36-1,-9 8,0 9,18-7,-19-10,36 7,-34 10,35-7,-43-8,-11-4,60-11</inkml:trace>
  <inkml:trace contextRef="#ctx0" brushRef="#br0" timeOffset="117.15">1362 206,'51'-25,"2"25,4 24</inkml:trace>
  <inkml:trace contextRef="#ctx0" brushRef="#br1" timeOffset="118.15">1362 206,'-2'83,"8"-25</inkml:trace>
  <inkml:trace contextRef="#ctx0" brushRef="#br0" timeOffset="119.15">1479 1223,'-4'126,"-2"-93,-14 2,-16-8,-62-25,53 16,-8-19,-19-15,-116 20,180 0,-8 18,-7 65,17-80,-71 10,52-17,5-9,-2-12,4-6,0 12,9 12,-59 4</inkml:trace>
  <inkml:trace contextRef="#ctx0" brushRef="#br0" timeOffset="120.15">1523 205,'51'-25,"3"24,2 26</inkml:trace>
  <inkml:trace contextRef="#ctx0" brushRef="#br1" timeOffset="121.15">1523 205,'-1'132</inkml:trace>
  <inkml:trace contextRef="#ctx0" brushRef="#br0" timeOffset="122.15">1654 2325,'2'265,"-6"-246,18 4</inkml:trace>
  <inkml:trace contextRef="#ctx0" brushRef="#br0" timeOffset="123.15">1684 204,'51'-26,"3"26,10 18</inkml:trace>
  <inkml:trace contextRef="#ctx0" brushRef="#br1" timeOffset="124.15">1684 204,'-1'123</inkml:trace>
  <inkml:trace contextRef="#ctx0" brushRef="#br0" timeOffset="125.15">1813 2187,'-15'79,"15"-38,35-17,-8 1,35-27,-51-6</inkml:trace>
  <inkml:trace contextRef="#ctx0" brushRef="#br0" timeOffset="126.15">1853 196,'62'-19,"0"19,-26 20,-8-40,79 18,-71 22,-1-47,37 24,-45 14,0 7,1-38,69 19,-88 4,19 21,-28 43</inkml:trace>
  <inkml:trace contextRef="#ctx0" brushRef="#br0" timeOffset="127.15">1967 1168,'-3'-86,"-4"69,-36 6,34 2,4-25,-17-44,20 48</inkml:trace>
  <inkml:trace contextRef="#ctx0" brushRef="#br0" timeOffset="128.15">1967 1168,'63'12,"-18"-12,-9-13,0 43,-9-15,107-13,-105-19,-8-4,-6-2,-7-1,-8-9,-15-1,-170 34,124 12</inkml:trace>
  <inkml:trace contextRef="#ctx0" brushRef="#br1" timeOffset="129.15">2014 289,'-1'-92</inkml:trace>
  <inkml:trace contextRef="#ctx0" brushRef="#br0" timeOffset="130.15">2033 2209,'-2'123</inkml:trace>
  <inkml:trace contextRef="#ctx0" brushRef="#br0" timeOffset="131.15">2033 2209,'-58'-34,"-202"36,242-4,-9-13,6 15,-92 12,99-4</inkml:trace>
  <inkml:trace contextRef="#ctx0" brushRef="#br0" timeOffset="132.15">2033 2209,'59'-17,"3"16</inkml:trace>
  <inkml:trace contextRef="#ctx0" brushRef="#br0" timeOffset="133.15">2120 1074,'-9'61,"9"-29</inkml:trace>
  <inkml:trace contextRef="#ctx0" brushRef="#br0" timeOffset="134.15">2120 1074,'-55'-29,"19"31,18 6,-18-7,18 8</inkml:trace>
  <inkml:trace contextRef="#ctx0" brushRef="#br1" timeOffset="135.15">2184 272,'0'-77</inkml:trace>
  <inkml:trace contextRef="#ctx0" brushRef="#br0" timeOffset="136.15">2242 2494,'-58'20,"41"-22,-2 13,-8-6,-34-13,24 15,12 11,23-11</inkml:trace>
  <inkml:trace contextRef="#ctx0" brushRef="#br0" timeOffset="137.15">2245 1075,'1'126</inkml:trace>
  <inkml:trace contextRef="#ctx0" brushRef="#br1" timeOffset="138.15">2346 268,'-1'-74</inkml:trace>
  <inkml:trace contextRef="#ctx0" brushRef="#br0" timeOffset="139.15">2473 2400,'-45'22,"-1"26,45-32,37-1,36-13,-45 6,44-8,-21 13,-39 10,-1 12,-5 28,11-47,27 7,-27-6,-8 4,0 36,1-34,22 16,-28-25</inkml:trace>
  <inkml:trace contextRef="#ctx0" brushRef="#br0" timeOffset="140.15">2561 729,'-69'-19,"-101"29,99-11,-19 13</inkml:trace>
  <inkml:trace contextRef="#ctx0" brushRef="#br0" timeOffset="141.15">2677 266,'0'-75,"27"56,71 17,-62 22,-9-39,71 17,-62 22,-8-40,78 18,-70 22,0-47,36 24,-45 14,0 7,9-45,44 24,-35 32,-9-57,35 26,-44 13,0 7,10-46,43 25,-53 14,-9 6,-18 64</inkml:trace>
  <inkml:trace contextRef="#ctx0" brushRef="#br0" timeOffset="142.15">2737 862,'0'129</inkml:trace>
  <inkml:trace contextRef="#ctx0" brushRef="#br0" timeOffset="143.15">2750 1664,'-53'31,"3"-28,31 14,-27-2,31 7,12 11</inkml:trace>
  <inkml:trace contextRef="#ctx0" brushRef="#br1" timeOffset="144.15">2838 264,'0'-74</inkml:trace>
  <inkml:trace contextRef="#ctx0" brushRef="#br0" timeOffset="145.15">2893 833,'4'-104</inkml:trace>
  <inkml:trace contextRef="#ctx0" brushRef="#br0" timeOffset="146.15">2991 3395,'-47'-26,"28"7,10 2,6-10,18-35,-18 43,6-34,-7 35,5-26,-40-2,31 28,6-8,-8-8,-8-3</inkml:trace>
  <inkml:trace contextRef="#ctx0" brushRef="#br1" timeOffset="147.15">3000 263,'-1'-74</inkml:trace>
  <inkml:trace contextRef="#ctx0" brushRef="#br0" timeOffset="148.15">3038 1952,'2'-61</inkml:trace>
  <inkml:trace contextRef="#ctx0" brushRef="#br0" timeOffset="149.15">3040 2866,'-60'-4,"55"-9,6-40,-46 8,36 29</inkml:trace>
  <inkml:trace contextRef="#ctx0" brushRef="#br1" timeOffset="150.15">3037 3242,'-109'2</inkml:trace>
  <inkml:trace contextRef="#ctx0" brushRef="#br1" timeOffset="151.15">3125 3578,'-1'-100,"30"78,-23 5,-7-82,-7 72,7 0,10-18,-7-59,135-37,17 10,-126 117,6 8,92 4,-109 10,75 98,-50-42,-40-46,10 9,22 9,-23-19</inkml:trace>
  <inkml:trace contextRef="#ctx0" brushRef="#br1" timeOffset="152.15">3170 267,'-1'-80</inkml:trace>
  <inkml:trace contextRef="#ctx0" brushRef="#br1" timeOffset="153.15">3214 2595,'55'9,"23"-8</inkml:trace>
  <inkml:trace contextRef="#ctx0" brushRef="#br1" timeOffset="154.15">3214 2595,'-17'-53,"17"38</inkml:trace>
  <inkml:trace contextRef="#ctx0" brushRef="#br0" timeOffset="155.15">3281 1059,'-42'-41,"-173"42,179-18,-296 20,232 13,77-7,30-6,-61-4,27-7,0 9,-23 12,34 11</inkml:trace>
  <inkml:trace contextRef="#ctx0" brushRef="#br0" timeOffset="156.15">3311 1823,'0'55,"32"28,-12-14,-24-55,-19 9,-11 34,25-23,10-16,8-7,-13-5</inkml:trace>
  <inkml:trace contextRef="#ctx0" brushRef="#br1" timeOffset="157.15">3332 265,'62'17,"-26"-17,27-19</inkml:trace>
  <inkml:trace contextRef="#ctx0" brushRef="#br1" timeOffset="158.15">3332 265,'-1'-79</inkml:trace>
  <inkml:trace contextRef="#ctx0" brushRef="#br1" timeOffset="159.15">3332 265,'-63'18,"-99"-26,-760 13,882 1,-10 9,-39-18,54 6,-40 22,14-15,-126-7,150 1,19 3,-143-6,36 18,67-17,-63 24,-84-24</inkml:trace>
  <inkml:trace contextRef="#ctx0" brushRef="#br0" timeOffset="160.15">3448 3640,'-1'-60,"-11"35</inkml:trace>
  <inkml:trace contextRef="#ctx0" brushRef="#br1" timeOffset="161.15">3460 2593,'-2'63,"5"4,-13-38,-11-1</inkml:trace>
  <inkml:trace contextRef="#ctx0" brushRef="#br1" timeOffset="162.15">3493 263,'-1'-78</inkml:trace>
  <inkml:trace contextRef="#ctx0" brushRef="#br1" timeOffset="163.15">3534 3373,'-52'0,"18"-29,31 14,30-23,12 5,-7 15,-6 15,17-13</inkml:trace>
  <inkml:trace contextRef="#ctx0" brushRef="#br0" timeOffset="164.15">3603 1730,'-36'29,"34"-2,-27-12,-21 0,-30-7,45 1,-105-49,65-2,38 27,-8 8,27 14,-44-9,24-34,2 19,5 12,-71 3,60-10,21-3,10 0,13-4,-29 18,-9-9,9-13,-8-24,-19-40,41 51,-9 0,19 10,11-1,-8-54,-6 32,15 29,14-1,-45 42,2-13,-68-27,76 10,2-11,2-40</inkml:trace>
  <inkml:trace contextRef="#ctx0" brushRef="#br0" timeOffset="165.15">3603 1730,'-45'-22,"18"18,-14-11</inkml:trace>
  <inkml:trace contextRef="#ctx0" brushRef="#br1" timeOffset="166.15">3654 257,'-1'-73</inkml:trace>
  <inkml:trace contextRef="#ctx0" brushRef="#br0" timeOffset="167.15">3916 592,'-70'1,"24"-8,21 25,2 8,-44-29,29-30,3 24,-19 10,27 7,-116-3,128 10,12 3,4 35,10-26</inkml:trace>
  <inkml:trace contextRef="#ctx0" brushRef="#br0" timeOffset="168.15">3918 592,'-36'6,"2"7,6 8,26-6,-42 0,44 41,-4-37</inkml:trace>
  <inkml:trace contextRef="#ctx0" brushRef="#br1" timeOffset="169.15">3957 256,'-51'13,"-13"-13</inkml:trace>
  <inkml:trace contextRef="#ctx0" brushRef="#br0" timeOffset="170.15">4007 1369,'14'-61,"-8"1,9 33,5 13,10 7,15 6,143 11,-149 37,-34-33,-12 39,0-36,-5-8,-41-7,36 4,-93 86,25-8,57-68,13-20,10-1,-9-21,11 9,12 10,17 3,-14-3,32-40,-10 47,5-11,0-8,-8-4</inkml:trace>
  <inkml:trace contextRef="#ctx0" brushRef="#br0" timeOffset="171.15">4037 1222,'-17'-58,"16"22,-8 9,9-26,10 30,-6-5,-12 11,-26-13</inkml:trace>
  <inkml:trace contextRef="#ctx0" brushRef="#br2" timeOffset="172.15">4338 475,'-44'-38,"51"19,-5-44,-2 80,13-48,6-28,-10 15,-8 19</inkml:trace>
  <inkml:trace contextRef="#ctx0" brushRef="#br0" timeOffset="173.15">4424 2349,'-3'58,"25"-4,139-47,-90-7,-53-7,46-5,7 3</inkml:trace>
  <inkml:trace contextRef="#ctx0" brushRef="#br0" timeOffset="174.15">4513 2863,'-67'0,"41"-14,16-9,-3-82,-2 90,-3 9,-8-13,3-3,11-5,7-18,-1 28,-32-18,-3 35</inkml:trace>
  <inkml:trace contextRef="#ctx0" brushRef="#br1" timeOffset="175.15">4689 797,'45'84,"-39"-40,-10-17,19 9,-10 24,-14-47,7 4,16 14,-9-29,58-21,-10 13,108 4,-125-7,26 9,-44 3,9-7,90 3,-99 11,54 60,-60-45,9-2,4-15,16-11</inkml:trace>
  <inkml:trace contextRef="#ctx0" brushRef="#br0" timeOffset="176.15">4689 797,'-61'-12,"51"0,10-22,32-55,-34 82,-12 4,-12 4,8 7</inkml:trace>
  <inkml:trace contextRef="#ctx0" brushRef="#br1" timeOffset="177.15">4808 1091,'-45'-41,"38"39</inkml:trace>
  <inkml:trace contextRef="#ctx0" brushRef="#br0" timeOffset="178.15">5000 1310,'-16'-72,"27"53,-7 2,12 8,19 9,-16 10,16 47,-12-36,5-13,12-8</inkml:trace>
  <inkml:trace contextRef="#ctx0" brushRef="#br0" timeOffset="179.15">328 3094,'95'-1,"-77"4</inkml:trace>
  <inkml:trace contextRef="#ctx0" brushRef="#br0" timeOffset="180.15">333 1517,'145'-1</inkml:trace>
  <inkml:trace contextRef="#ctx0" brushRef="#br0" timeOffset="181.15">334 1580,'145'-2</inkml:trace>
  <inkml:trace contextRef="#ctx0" brushRef="#br0" timeOffset="182.15">334 1642,'145'-1</inkml:trace>
  <inkml:trace contextRef="#ctx0" brushRef="#br0" timeOffset="183.15">335 1705,'145'-1</inkml:trace>
  <inkml:trace contextRef="#ctx0" brushRef="#br0" timeOffset="184.15">335 1768,'145'-1</inkml:trace>
  <inkml:trace contextRef="#ctx0" brushRef="#br0" timeOffset="185.15">336 1831,'145'-2</inkml:trace>
  <inkml:trace contextRef="#ctx0" brushRef="#br0" timeOffset="186.15">336 1902,'145'-1</inkml:trace>
  <inkml:trace contextRef="#ctx0" brushRef="#br0" timeOffset="187.15">337 1965,'145'-1</inkml:trace>
  <inkml:trace contextRef="#ctx0" brushRef="#br0" timeOffset="188.15">337 2028,'145'-1</inkml:trace>
  <inkml:trace contextRef="#ctx0" brushRef="#br0" timeOffset="189.15">338 2090,'145'-1</inkml:trace>
  <inkml:trace contextRef="#ctx0" brushRef="#br0" timeOffset="190.15">338 2153,'145'-1</inkml:trace>
  <inkml:trace contextRef="#ctx0" brushRef="#br0" timeOffset="191.15">339 2216,'131'-2,"-113"-2</inkml:trace>
  <inkml:trace contextRef="#ctx0" brushRef="#br0" timeOffset="192.15">339 2288,'24'-1,"3"-8,67 9</inkml:trace>
  <inkml:trace contextRef="#ctx0" brushRef="#br0" timeOffset="193.15">369 2836,'32'-37,"-4"23,-3 13,4 8,-16 16,29 85,-42-46,-8-49,8 2,8 55,-6 56,10-99,23 15</inkml:trace>
  <inkml:trace contextRef="#ctx0" brushRef="#br2" timeOffset="194.15">372 3425,'3'-33,"10"6,13 8,23 1,-25-11</inkml:trace>
  <inkml:trace contextRef="#ctx0" brushRef="#br0" timeOffset="195.15">425 2974,'-10'12,"8"32,12-26,26 18</inkml:trace>
  <inkml:trace contextRef="#ctx0" brushRef="#br0" timeOffset="196.15">425 2974,'9'-39,"-1"29,36-33,-10 22,-2 12,-2 7,15 19,0-17,-26-4</inkml:trace>
  <inkml:trace contextRef="#ctx0" brushRef="#br0" timeOffset="197.15">425 2974,'24'17,"57"-11</inkml:trace>
  <inkml:trace contextRef="#ctx0" brushRef="#br0" timeOffset="198.15">477 1230,'24'-26,"0"19</inkml:trace>
  <inkml:trace contextRef="#ctx0" brushRef="#br0" timeOffset="199.15">612 3279,'38'-42,"-13"24,2 15,-9 10,9-5,24 17,-46-25,11 2,91 2,-72-8,-5-6,-2-68,-27 49,-5 18,-7 2,-21 13</inkml:trace>
  <inkml:trace contextRef="#ctx0" brushRef="#br0" timeOffset="200.15">622 3288,'35'43,"-1"-31,247-16,-254-8,-9 22,54-5</inkml:trace>
  <inkml:trace contextRef="#ctx0" brushRef="#br0" timeOffset="201.15">608 527,'4'-14,"5"5,32-19</inkml:trace>
  <inkml:trace contextRef="#ctx0" brushRef="#br0" timeOffset="202.15">648 1577,'76'-1,"6"10,-38-10,-92 1,29 5,4 9,-4 20</inkml:trace>
  <inkml:trace contextRef="#ctx0" brushRef="#br0" timeOffset="203.15">648 1640,'95'1</inkml:trace>
  <inkml:trace contextRef="#ctx0" brushRef="#br0" timeOffset="204.15">649 1702,'50'-1,"-32"-6,7 4</inkml:trace>
  <inkml:trace contextRef="#ctx0" brushRef="#br0" timeOffset="205.15">649 1765,'82'0,"-71"44,-20-16,12 78,-13-33,9-2</inkml:trace>
  <inkml:trace contextRef="#ctx0" brushRef="#br0" timeOffset="206.15">650 1837,'83'0</inkml:trace>
  <inkml:trace contextRef="#ctx0" brushRef="#br0" timeOffset="207.15">650 1891,'15'-1,"11"9,15-7</inkml:trace>
  <inkml:trace contextRef="#ctx0" brushRef="#br1" timeOffset="208.15">651 1963,'82'-1</inkml:trace>
  <inkml:trace contextRef="#ctx0" brushRef="#br0" timeOffset="209.15">650 2152,'97'-6</inkml:trace>
  <inkml:trace contextRef="#ctx0" brushRef="#br0" timeOffset="210.15">653 2276,'86'-1,"-65"-33,-4 21,3 10,20 7</inkml:trace>
  <inkml:trace contextRef="#ctx0" brushRef="#br0" timeOffset="211.15">674 423,'23'-28,"-17"10,-11 0,-14-20,22-30,9 42,19-3</inkml:trace>
  <inkml:trace contextRef="#ctx0" brushRef="#br0" timeOffset="212.15">713 2338,'26'6,"31"23,-32-20</inkml:trace>
  <inkml:trace contextRef="#ctx0" brushRef="#br0" timeOffset="213.15">731 1765,'7'-28,"7"10</inkml:trace>
  <inkml:trace contextRef="#ctx0" brushRef="#br1" timeOffset="214.15">752 3010,'19'-29,"-11"3,-12-1,-9-8,13 11</inkml:trace>
  <inkml:trace contextRef="#ctx0" brushRef="#br0" timeOffset="215.15">798 3244,'3'70,"14"-56,21 1,24-18</inkml:trace>
  <inkml:trace contextRef="#ctx0" brushRef="#br0" timeOffset="216.15">991 3206,'10'18,"-12"85</inkml:trace>
  <inkml:trace contextRef="#ctx0" brushRef="#br0" timeOffset="217.15">1001 3224,'68'-2,"-40"10,25-7,-26 17</inkml:trace>
  <inkml:trace contextRef="#ctx0" brushRef="#br0" timeOffset="218.15">1095 2390,'25'-33,"7"2</inkml:trace>
  <inkml:trace contextRef="#ctx0" brushRef="#br0" timeOffset="219.15">1206 2328,'1'65</inkml:trace>
  <inkml:trace contextRef="#ctx0" brushRef="#br0" timeOffset="220.15">1286 3279,'-1'-59,"10"41,-1 15,46 6,-39 7,-4 25,1 153,-2-170,-11 56,-16-14,29-94,0 14,-2 12,12 1,147-6,-135 19,-16 6,16-9,-2-8,-9-5,2-9,7-13,-26 21,11-52,-18-53,-1 100,-23-39,17 27,4-25,-13 17,6 25,-8 0,-39 7,48-14,10-36,16-28,3 12,-9-20,-9 37,6 132,10-33,19-47,0 9,-9-16,9 10,-18 14,-17 51</inkml:trace>
  <inkml:trace contextRef="#ctx0" brushRef="#br0" timeOffset="221.15">1297 3633,'60'3,"14"28,-20-31,-27-8,53 5,-60-12,76-83,-80 64,-13-5,2 29,-11 2,-1 16,15 2</inkml:trace>
  <inkml:trace contextRef="#ctx0" brushRef="#br0" timeOffset="222.15">1382 2074,'1'25</inkml:trace>
  <inkml:trace contextRef="#ctx0" brushRef="#br1" timeOffset="223.15">1404 3453,'26'-9,"63"8,-80 4,44 40,11-21</inkml:trace>
  <inkml:trace contextRef="#ctx0" brushRef="#br0" timeOffset="224.15">1419 747,'43'-2,"-16"18,-4-10,-3-10,16-16</inkml:trace>
  <inkml:trace contextRef="#ctx0" brushRef="#br0" timeOffset="225.15">1465 2683,'8'62,"-12"18,29-44,-14-9,-16 27,21 25,-16-16,11-45,6-3,1-9,0-9,11-13,18 1,-16-18,25 32,-30-12,-1-10,11 7,8 14,-8-10,-17-32</inkml:trace>
  <inkml:trace contextRef="#ctx0" brushRef="#br1" timeOffset="226.15">1473 2745,'101'-1</inkml:trace>
  <inkml:trace contextRef="#ctx0" brushRef="#br0" timeOffset="227.15">1476 1328,'-5'51,"9"-22,12 0,29 23,-41-26,-2 252,-19-224,17 72,-27 16</inkml:trace>
  <inkml:trace contextRef="#ctx0" brushRef="#br0" timeOffset="228.15">1510 2314,'269'-3,"-250"-1</inkml:trace>
  <inkml:trace contextRef="#ctx0" brushRef="#br1" timeOffset="229.15">1576 2619,'18'-9,"40"8</inkml:trace>
  <inkml:trace contextRef="#ctx0" brushRef="#br1" timeOffset="230.15">1578 2658,'-5'6</inkml:trace>
  <inkml:trace contextRef="#ctx0" brushRef="#br2" timeOffset="231.15">1577 2670,'6'-7</inkml:trace>
  <inkml:trace contextRef="#ctx0" brushRef="#br0" timeOffset="232.15">1679 3574,'98'-82</inkml:trace>
  <inkml:trace contextRef="#ctx0" brushRef="#br1" timeOffset="233.15">1788 1199,'22'-40,"-8"36,30 6,-25 14,-8 1</inkml:trace>
  <inkml:trace contextRef="#ctx0" brushRef="#br0" timeOffset="234.15">1847 2491,'-4'-19,"4"-62,17 46</inkml:trace>
  <inkml:trace contextRef="#ctx0" brushRef="#br0" timeOffset="235.15">1847 2491,'-3'17,"5"-8,27 31,3-36,-5 8,-4-19,-9-7</inkml:trace>
  <inkml:trace contextRef="#ctx0" brushRef="#br0" timeOffset="236.15">1847 2491,'103'-3</inkml:trace>
  <inkml:trace contextRef="#ctx0" brushRef="#br1" timeOffset="237.15">1900 2831,'38'-38,"-14"39,17 12,-26 27,-34-25,-14 1,-5 18</inkml:trace>
  <inkml:trace contextRef="#ctx0" brushRef="#br0" timeOffset="238.15">1934 2486,'3'-11,"11"11</inkml:trace>
  <inkml:trace contextRef="#ctx0" brushRef="#br1" timeOffset="239.15">1934 2573,'-8'34,"7"-8,27 18</inkml:trace>
  <inkml:trace contextRef="#ctx0" brushRef="#br1" timeOffset="240.15">1934 2759,'4'34</inkml:trace>
  <inkml:trace contextRef="#ctx0" brushRef="#br0" timeOffset="241.15">1961 2677,'24'-12,"1"8,-6 10,21 19,15-19</inkml:trace>
  <inkml:trace contextRef="#ctx0" brushRef="#br0" timeOffset="242.15">1988 2405,'49'48,"-30"-4,-15-21</inkml:trace>
  <inkml:trace contextRef="#ctx0" brushRef="#br0" timeOffset="243.15">1987 2555,'1'50,"14"-20,13 5,10-13</inkml:trace>
  <inkml:trace contextRef="#ctx0" brushRef="#br0" timeOffset="244.15">1991 705,'125'26</inkml:trace>
  <inkml:trace contextRef="#ctx0" brushRef="#br1" timeOffset="245.15">2007 2956,'10'-7,"37"-4,41 0,-21-31,-26 24,49 10,-82 14,78-8,-81 10,-6 59</inkml:trace>
  <inkml:trace contextRef="#ctx0" brushRef="#br0" timeOffset="246.15">2018 2847,'17'3,"-4"7,-2 4,-1 12,5-7,5-12,28-6</inkml:trace>
  <inkml:trace contextRef="#ctx0" brushRef="#br0" timeOffset="247.15">2075 2327,'9'-19,"-6"-12,3 29,-1 5,-5 10,6-8,53-3</inkml:trace>
  <inkml:trace contextRef="#ctx0" brushRef="#br0" timeOffset="248.15">2088 2292,'10'-1</inkml:trace>
  <inkml:trace contextRef="#ctx0" brushRef="#br0" timeOffset="249.15">2141 2705,'42'22,"-6"-16,11-10,31 5,-73-7,11 2,47 2,-45 6,45-12</inkml:trace>
  <inkml:trace contextRef="#ctx0" brushRef="#br0" timeOffset="250.15">2158 2463,'-1'25,"11"-1</inkml:trace>
  <inkml:trace contextRef="#ctx0" brushRef="#br0" timeOffset="251.15">2167 2458,'2'-8,"10"3</inkml:trace>
  <inkml:trace contextRef="#ctx0" brushRef="#br0" timeOffset="252.15">2199 2400,'10'-9,"1"13,-27 9</inkml:trace>
  <inkml:trace contextRef="#ctx0" brushRef="#br0" timeOffset="253.15">2201 2424,'39'59,"-9"-37,-3-16,12-4,6-29</inkml:trace>
  <inkml:trace contextRef="#ctx0" brushRef="#br0" timeOffset="254.15">2219 2311,'2'73,"-7"-66</inkml:trace>
  <inkml:trace contextRef="#ctx0" brushRef="#br0" timeOffset="255.15">2221 2384,'25'11,"17"-7,16-60</inkml:trace>
  <inkml:trace contextRef="#ctx0" brushRef="#br0" timeOffset="256.15">2220 2395,'6'-6</inkml:trace>
  <inkml:trace contextRef="#ctx0" brushRef="#br0" timeOffset="257.15">2256 2300,'8'5,"27"-3,-12 7</inkml:trace>
  <inkml:trace contextRef="#ctx0" brushRef="#br0" timeOffset="258.15">2288 2399,'7'20,"7"-9,4-9,10 9,-20-15,-8-89</inkml:trace>
  <inkml:trace contextRef="#ctx0" brushRef="#br0" timeOffset="259.15">2344 2730,'6'129</inkml:trace>
  <inkml:trace contextRef="#ctx0" brushRef="#br0" timeOffset="260.15">2355 2443,'3'12,"21"3</inkml:trace>
  <inkml:trace contextRef="#ctx0" brushRef="#br1" timeOffset="261.15">2358 2865,'1'65</inkml:trace>
  <inkml:trace contextRef="#ctx0" brushRef="#br0" timeOffset="262.15">2363 2439,'5'5,"-5"10</inkml:trace>
  <inkml:trace contextRef="#ctx0" brushRef="#br0" timeOffset="263.15">2419 2340,'5'-5</inkml:trace>
  <inkml:trace contextRef="#ctx0" brushRef="#br0" timeOffset="264.15">2446 2722,'-2'141</inkml:trace>
  <inkml:trace contextRef="#ctx0" brushRef="#br0" timeOffset="265.15">2449 2871,'87'0,"-81"-10,-3-8,-12-9,9-68</inkml:trace>
  <inkml:trace contextRef="#ctx0" brushRef="#br0" timeOffset="266.15">2451 2332,'2'-6,"12"-4,18-4,37 17</inkml:trace>
  <inkml:trace contextRef="#ctx0" brushRef="#br0" timeOffset="267.15">2507 200,'29'-25,"-14"22,74 2,-52 21</inkml:trace>
  <inkml:trace contextRef="#ctx0" brushRef="#br0" timeOffset="268.15">2536 2871,'1'53,"-5"-35</inkml:trace>
  <inkml:trace contextRef="#ctx0" brushRef="#br0" timeOffset="269.15">2549 1926,'43'38,"-27"-11,-5 9,-10 35,9-53,7-10,615-9,-613-4,-9-3,18-35</inkml:trace>
  <inkml:trace contextRef="#ctx0" brushRef="#br0" timeOffset="270.15">2578 860,'4'-5</inkml:trace>
  <inkml:trace contextRef="#ctx0" brushRef="#br0" timeOffset="271.15">2616 2717,'3'-7,"12"-2,12 4,-6-9,56 20,13-6,-31 28,-53-14</inkml:trace>
  <inkml:trace contextRef="#ctx0" brushRef="#br0" timeOffset="272.15">2633 2952,'12'-13,"-3"-3,-3-72,-15 32</inkml:trace>
  <inkml:trace contextRef="#ctx0" brushRef="#br0" timeOffset="273.15">2687 2665,'9'-12,"-5"-19,1 29,1 9,-17 3</inkml:trace>
  <inkml:trace contextRef="#ctx0" brushRef="#br0" timeOffset="274.15">2687 2665,'49'24,"-26"-21,22-6</inkml:trace>
  <inkml:trace contextRef="#ctx0" brushRef="#br0" timeOffset="275.15">2775 2870,'10'36,"4"-11,2-7</inkml:trace>
  <inkml:trace contextRef="#ctx0" brushRef="#br0" timeOffset="276.15">2834 1835,'43'-15,"-24"-2,-13-5,-4-21,8 12,13-11,16-13,-12 40,37-47,-53 60</inkml:trace>
  <inkml:trace contextRef="#ctx0" brushRef="#br0" timeOffset="277.15">2854 1444,'21'25,"2"-14,27 6,-6-10,27-8,-27-5,-15-9,8-16</inkml:trace>
  <inkml:trace contextRef="#ctx0" brushRef="#br0" timeOffset="278.15">2908 2716,'41'-40,"-25"42,11-10,23 8,-46 44,-8-26</inkml:trace>
  <inkml:trace contextRef="#ctx0" brushRef="#br1" timeOffset="279.15">2925 3110,'18'-5,"84"9</inkml:trace>
  <inkml:trace contextRef="#ctx0" brushRef="#br1" timeOffset="280.15">2928 3172,'118'0</inkml:trace>
  <inkml:trace contextRef="#ctx0" brushRef="#br0" timeOffset="281.15">2943 3105,'2'-11,"34"-37,-39 12,12 10</inkml:trace>
  <inkml:trace contextRef="#ctx0" brushRef="#br0" timeOffset="282.15">2949 2676,'6'-25,"-2"-28,-11 9</inkml:trace>
  <inkml:trace contextRef="#ctx0" brushRef="#br1" timeOffset="283.15">2957 2545,'70'-2,"-57"7,-8 35,-9-21,9 25,-9-25</inkml:trace>
  <inkml:trace contextRef="#ctx0" brushRef="#br1" timeOffset="284.15">2959 2598,'24'-1,"-7"8,24-4</inkml:trace>
  <inkml:trace contextRef="#ctx0" brushRef="#br0" timeOffset="285.15">2955 1323,'26'2,"9"7</inkml:trace>
  <inkml:trace contextRef="#ctx0" brushRef="#br1" timeOffset="286.15">2975 3477,'131'-2,"-113"5</inkml:trace>
  <inkml:trace contextRef="#ctx0" brushRef="#br1" timeOffset="287.15">2976 2796,'67'-1</inkml:trace>
  <inkml:trace contextRef="#ctx0" brushRef="#br1" timeOffset="288.15">2981 3046,'68'2</inkml:trace>
  <inkml:trace contextRef="#ctx0" brushRef="#br0" timeOffset="289.15">3079 1181,'5'46,"9"-25,39-1,-17-19,-17-5,25 37</inkml:trace>
  <inkml:trace contextRef="#ctx0" brushRef="#br0" timeOffset="290.15">3204 1120,'1'122</inkml:trace>
  <inkml:trace contextRef="#ctx0" brushRef="#br0" timeOffset="291.15">3206 1265,'-1'-23</inkml:trace>
  <inkml:trace contextRef="#ctx0" brushRef="#br0" timeOffset="292.15">3207 1574,'2'14,"9"18,1-17,1-9,74-2,-67 11,6-21,55 5,-63-3</inkml:trace>
  <inkml:trace contextRef="#ctx0" brushRef="#br0" timeOffset="293.15">3370 2576,'15'-1</inkml:trace>
  <inkml:trace contextRef="#ctx0" brushRef="#br0" timeOffset="294.15">3419 3437,'3'-54,"23"15</inkml:trace>
  <inkml:trace contextRef="#ctx0" brushRef="#br0" timeOffset="295.15">3439 713,'8'71</inkml:trace>
  <inkml:trace contextRef="#ctx0" brushRef="#br0" timeOffset="296.15">3543 909,'134'-19,"-53"17,-63-2</inkml:trace>
  <inkml:trace contextRef="#ctx0" brushRef="#br0" timeOffset="297.15">3608 1294,'30'12,"-9"6,-11 7,-5 8,13 3,8-9,-26 53,-7-62</inkml:trace>
  <inkml:trace contextRef="#ctx0" brushRef="#br0" timeOffset="298.15">3691 2468,'16'-9,"11"7,18-14,-9 13,-10-8,46 13,-9-27,-34 33,50 34,-57-38,-11 11,-8 65,15-27,-17-17,-7-18,31 23,-16-13,-9 37,-9-47</inkml:trace>
  <inkml:trace contextRef="#ctx0" brushRef="#br0" timeOffset="299.15">3718 1445,'18'-4,"53"7,-51-13,84 9,-56 57,-40-51,18-2</inkml:trace>
  <inkml:trace contextRef="#ctx0" brushRef="#br0" timeOffset="300.15">3736 1441,'2'-11,"28"-29,-18 8,5 22,-8 11,7 22,-11 39</inkml:trace>
  <inkml:trace contextRef="#ctx0" brushRef="#br0" timeOffset="301.15">3752 630,'22'32</inkml:trace>
  <inkml:trace contextRef="#ctx0" brushRef="#br0" timeOffset="302.15">3772 1374,'-7'-12,"22"8</inkml:trace>
  <inkml:trace contextRef="#ctx0" brushRef="#br2" timeOffset="303.15">3815 181,'27'-18,"80"16,-64 28,31 54,-73 10,20-36,-7-35,6-5,16 4,17-17,-17-17,-9 14,-7-6</inkml:trace>
  <inkml:trace contextRef="#ctx0" brushRef="#br0" timeOffset="304.15">3884 900,'0'59,"3"-40</inkml:trace>
  <inkml:trace contextRef="#ctx0" brushRef="#br0" timeOffset="305.15">3902 893,'1'-78,"7"73,25 0</inkml:trace>
  <inkml:trace contextRef="#ctx0" brushRef="#br0" timeOffset="306.15">3916 3130,'17'-23,"-5"-10,-12-75,4 81,-9 9,8-43,13 29,18 9</inkml:trace>
  <inkml:trace contextRef="#ctx0" brushRef="#br1" timeOffset="307.15">3922 3138,'0'17,"21"9,-19-17,3 125</inkml:trace>
  <inkml:trace contextRef="#ctx0" brushRef="#br0" timeOffset="308.15">3931 965,'1'-8,"14"4</inkml:trace>
  <inkml:trace contextRef="#ctx0" brushRef="#br0" timeOffset="309.15">3931 1433,'13'-35,"29"16,-10 14,-9 10,2 7,2 12,-16-7</inkml:trace>
  <inkml:trace contextRef="#ctx0" brushRef="#br2" timeOffset="310.15">4014 3622,'26'-28,"1"16,26 22,36-11,-71 8,18-5,18-2,16-20</inkml:trace>
  <inkml:trace contextRef="#ctx0" brushRef="#br0" timeOffset="311.15">4016 538,'71'-2,"-36"11,127-10,-126-11,26-94,-54 79,-11-27,-34-18,31 37</inkml:trace>
  <inkml:trace contextRef="#ctx0" brushRef="#br0" timeOffset="312.15">4168 2767,'5'-36,"9"13,5 14,13 2,16-20,-35 24,6 6,20 27</inkml:trace>
  <inkml:trace contextRef="#ctx0" brushRef="#br0" timeOffset="313.15">4292 2570,'44'-1,"-18"-8,18 7,-15 29,15-26,-26-5</inkml:trace>
  <inkml:trace contextRef="#ctx0" brushRef="#br0" timeOffset="314.15">4283 939,'-9'-5,"8"-1,6 2,0 5,-4 5,4 61</inkml:trace>
  <inkml:trace contextRef="#ctx0" brushRef="#br0" timeOffset="315.15">4297 1003,'17'-2,"10"12,1 21,-9-18,3-10,8-8,-134 34</inkml:trace>
  <inkml:trace contextRef="#ctx0" brushRef="#br0" timeOffset="316.15">4314 3179,'20'-16,"22"13,-22 23,-13-20,3 7,3-6,37 48,-24-43,-8 9,-10 2,-7 10,-17 9,16 144,-3-166,-22 15,0-11,4-12,-21-4</inkml:trace>
  <inkml:trace contextRef="#ctx0" brushRef="#br0" timeOffset="317.15">4376 3160,'3'-6,"4"4,19 4,-11 13,-16 4</inkml:trace>
  <inkml:trace contextRef="#ctx0" brushRef="#br0" timeOffset="318.15">4396 3180,'3'12,"2"-11,4-7</inkml:trace>
  <inkml:trace contextRef="#ctx0" brushRef="#br0" timeOffset="319.15">4406 2558,'13'-62,"11"27</inkml:trace>
  <inkml:trace contextRef="#ctx0" brushRef="#br0" timeOffset="320.15">4452 3217,'-3'10</inkml:trace>
  <inkml:trace contextRef="#ctx0" brushRef="#br0" timeOffset="321.15">4452 3217,'9'-4</inkml:trace>
  <inkml:trace contextRef="#ctx0" brushRef="#br0" timeOffset="322.15">4646 1527,'16'-60,"-11"57</inkml:trace>
  <inkml:trace contextRef="#ctx0" brushRef="#br1" timeOffset="323.15">4749 1553,'9'-171,"-7"162,12-7,5 6,25 9,-15-18,4 19,3 9,30-30,3 23</inkml:trace>
  <inkml:trace contextRef="#ctx0" brushRef="#br2" timeOffset="324.15">4756 1098,'124'-12</inkml:trace>
  <inkml:trace contextRef="#ctx0" brushRef="#br1" timeOffset="325.15">4766 2225,'-5'-20,"6"-6,17-63</inkml:trace>
  <inkml:trace contextRef="#ctx0" brushRef="#br1" timeOffset="326.15">4863 1250,'3'77</inkml:trace>
  <inkml:trace contextRef="#ctx0" brushRef="#br0" timeOffset="327.15">4872 1248,'19'-37,"15"19,-7 21,8 30</inkml:trace>
  <inkml:trace contextRef="#ctx0" brushRef="#br0" timeOffset="328.15">4927 2435,'2'-41,"7"13,-1 19,-8-35,24 8</inkml:trace>
  <inkml:trace contextRef="#ctx0" brushRef="#br0" timeOffset="329.15">4926 1285,'4'11,"6"-6</inkml:trace>
  <inkml:trace contextRef="#ctx0" brushRef="#br0" timeOffset="330.15">4947 2341,'10'3,"-8"2,-9 2,1-6</inkml:trace>
  <inkml:trace contextRef="#ctx0" brushRef="#br0" timeOffset="331.15">4969 1215,'-2'7,"-9"-6,12 10,14-13,-3 8</inkml:trace>
  <inkml:trace contextRef="#ctx0" brushRef="#br0" timeOffset="332.15">4967 1222,'5'3,"-5"4</inkml:trace>
  <inkml:trace contextRef="#ctx0" brushRef="#br0" timeOffset="333.15">4972 1225,'10'-12,"2"10</inkml:trace>
  <inkml:trace contextRef="#ctx0" brushRef="#br1" timeOffset="334.15">4979 2277,'37'-2,"51"-15,-25 17,-36-9,71 7,-80 13,27 32,-27-15,0-11,7-7,22-12</inkml:trace>
  <inkml:trace contextRef="#ctx0" brushRef="#br1" timeOffset="335.15">5008 2434,'-1'-50,"9"23,-8 0,7 13,8-8,2 4,5 7,6 4</inkml:trace>
  <inkml:trace contextRef="#ctx0" brushRef="#br1" timeOffset="336.15">5895 1026,'-3'-27,"17"0</inkml:trace>
  <inkml:trace contextRef="#ctx0" brushRef="#br1" timeOffset="337.15">5911 289,'3'27,"-5"-6,4 307,3-312,-4 27,-6 32,11 33,-11-92</inkml:trace>
  <inkml:trace contextRef="#ctx0" brushRef="#br1" timeOffset="338.15">2171 467,'6'0</inkml:trace>
  <inkml:trace contextRef="#ctx0" brushRef="#br0" timeOffset="339.15">2556 563,'23'-1</inkml:trace>
  <inkml:trace contextRef="#ctx0" brushRef="#br2" timeOffset="340.15">5027 520,'9'0</inkml:trace>
  <inkml:trace contextRef="#ctx0" brushRef="#br1" timeOffset="341.15">5470 311,'9'4,"18"-4,70 16,-16 4,-37 2,-45-1</inkml:trace>
  <inkml:trace contextRef="#ctx0" brushRef="#br1" timeOffset="342.15">5486 520,'22'-10,"37"-1,102-13,-107 6,-38 8,-27-11,12 0,6 7,11 0</inkml:trace>
  <inkml:trace contextRef="#ctx0" brushRef="#br1" timeOffset="343.15">5791 394,'-48'-26,"33"31</inkml:trace>
  <inkml:trace contextRef="#ctx0" brushRef="#br1" timeOffset="344.15">1488 619,'0'10</inkml:trace>
  <inkml:trace contextRef="#ctx0" brushRef="#br0" timeOffset="345.15">3072 696,'10'4,"11"-4,7 11,-17-5,-1 14,-9 28,-15 1,-4-29,-3-13,4-6</inkml:trace>
  <inkml:trace contextRef="#ctx0" brushRef="#br0" timeOffset="346.15">4398 788,'7'-32,"11"14,-6-18,-13-7,-9 27</inkml:trace>
  <inkml:trace contextRef="#ctx0" brushRef="#br1" timeOffset="347.15">4070 639,'7'48,"-1"-35,8 1,40-20,-6 5,-34 7,5 25,-19 52</inkml:trace>
  <inkml:trace contextRef="#ctx0" brushRef="#br1" timeOffset="348.15">4226 654,'4'10,"-21"39</inkml:trace>
  <inkml:trace contextRef="#ctx0" brushRef="#br1" timeOffset="349.15">4317 729,'-5'4,"-38"-3,6 9</inkml:trace>
  <inkml:trace contextRef="#ctx0" brushRef="#br1" timeOffset="350.15">4318 841,'-26'5,"-34"-24</inkml:trace>
  <inkml:trace contextRef="#ctx0" brushRef="#br1" timeOffset="351.15">4232 827,'-59'26,"-11"-36,51 12,11-20,8-31,21-15</inkml:trace>
  <inkml:trace contextRef="#ctx0" brushRef="#br1" timeOffset="352.15">5476 705,'10'5,"28"-6,53 17,87 26,-162-36,-11 4,-5 32,-7-28,-12-2,-34 6,15-16,-58 19,-12-4</inkml:trace>
  <inkml:trace contextRef="#ctx0" brushRef="#br1" timeOffset="353.15">5729 788,'2'-28</inkml:trace>
  <inkml:trace contextRef="#ctx0" brushRef="#br0" timeOffset="354.15">3688 986,'15'14,"1"-9,-29-27</inkml:trace>
  <inkml:trace contextRef="#ctx0" brushRef="#br0" timeOffset="355.15">3804 1087,'0'5</inkml:trace>
  <inkml:trace contextRef="#ctx0" brushRef="#br0" timeOffset="356.15">4666 1062,'0'33</inkml:trace>
  <inkml:trace contextRef="#ctx0" brushRef="#br0" timeOffset="357.15">3719 1185,'28'-19,"-24"-4</inkml:trace>
  <inkml:trace contextRef="#ctx0" brushRef="#br0" timeOffset="358.15">3855 1169,'5'0</inkml:trace>
  <inkml:trace contextRef="#ctx0" brushRef="#br0" timeOffset="359.15">3895 1282,'9'-18</inkml:trace>
  <inkml:trace contextRef="#ctx0" brushRef="#br0" timeOffset="360.15">4389 1385,'33'45,"-12"-55,-13 11,0 29,-53-55</inkml:trace>
  <inkml:trace contextRef="#ctx0" brushRef="#br0" timeOffset="361.15">1049 1700,'10'9</inkml:trace>
  <inkml:trace contextRef="#ctx0" brushRef="#br0" timeOffset="362.15">960 1740,'4'9</inkml:trace>
  <inkml:trace contextRef="#ctx0" brushRef="#br1" timeOffset="363.15">5489 1487,'10'4,"44"1,32 11,17 14,-82-29,24 18,-24-21,5-16</inkml:trace>
  <inkml:trace contextRef="#ctx0" brushRef="#br1" timeOffset="364.15">5496 1696,'188'-38,"-118"31,-22-6,-28-2,-23-42</inkml:trace>
  <inkml:trace contextRef="#ctx0" brushRef="#br0" timeOffset="365.15">851 1921,'0'5</inkml:trace>
  <inkml:trace contextRef="#ctx0" brushRef="#br0" timeOffset="366.15">791 1996,'9'0</inkml:trace>
  <inkml:trace contextRef="#ctx0" brushRef="#br0" timeOffset="367.15">828 2000,'37'66,"-28"-29,43-1,-36-33,-55 10</inkml:trace>
  <inkml:trace contextRef="#ctx0" brushRef="#br0" timeOffset="368.15">978 2111,'51'45,"-30"-45,-61-45</inkml:trace>
  <inkml:trace contextRef="#ctx0" brushRef="#br0" timeOffset="369.15">1385 1922,'0'5</inkml:trace>
  <inkml:trace contextRef="#ctx0" brushRef="#br0" timeOffset="370.15">1000 2034,'37'45,"11"-46,-26 7,69-7,-50-17,20-33,-101 5</inkml:trace>
  <inkml:trace contextRef="#ctx0" brushRef="#br1" timeOffset="371.15">4838 2016,'1'6</inkml:trace>
  <inkml:trace contextRef="#ctx0" brushRef="#br1" timeOffset="372.15">5500 2086,'15'4,"17"-14,59-3,-69 4,80-4,-81 7,-2-4,-3-7,-3-3,-8-1,-10 3,-17 8,-10 4,16 10,-33-23,-21 3,11 6,22 10,-6-10</inkml:trace>
  <inkml:trace contextRef="#ctx0" brushRef="#br1" timeOffset="373.15">5843 2027,'0'-7,"-13"-3,4-8,10-2,8 1</inkml:trace>
  <inkml:trace contextRef="#ctx0" brushRef="#br1" timeOffset="374.15">5875 2083,'0'20</inkml:trace>
  <inkml:trace contextRef="#ctx0" brushRef="#br0" timeOffset="375.15">1097 2220,'24'14,"13"-16,-31-7</inkml:trace>
  <inkml:trace contextRef="#ctx0" brushRef="#br0" timeOffset="376.15">1182 2223,'19'9,"40"-10,-49-12</inkml:trace>
  <inkml:trace contextRef="#ctx0" brushRef="#br0" timeOffset="377.15">3613 2133,'0'6</inkml:trace>
  <inkml:trace contextRef="#ctx0" brushRef="#br0" timeOffset="378.15">4034 2284,'5'0</inkml:trace>
  <inkml:trace contextRef="#ctx0" brushRef="#br0" timeOffset="379.15">4537 2252,'1'32</inkml:trace>
  <inkml:trace contextRef="#ctx0" brushRef="#br1" timeOffset="380.15">3871 2533,'50'44,"-33"-48,-44-37</inkml:trace>
  <inkml:trace contextRef="#ctx0" brushRef="#br1" timeOffset="381.15">4036 2566,'6'0</inkml:trace>
  <inkml:trace contextRef="#ctx0" brushRef="#br0" timeOffset="382.15">4231 2419,'11'-11,"-7"-21</inkml:trace>
  <inkml:trace contextRef="#ctx0" brushRef="#br1" timeOffset="383.15">5913 2543,'9'49,"-7"220</inkml:trace>
  <inkml:trace contextRef="#ctx0" brushRef="#br1" timeOffset="384.15">691 2731,'0'5</inkml:trace>
  <inkml:trace contextRef="#ctx0" brushRef="#br0" timeOffset="385.15">3974 2715,'-28'27,"12"-27,-70-43,59 33,71 25,-15-13,32-9,-29-3,-10 9,-9-7,-10 5,-48-33</inkml:trace>
  <inkml:trace contextRef="#ctx0" brushRef="#br3" timeOffset="386.15">1938 3681,'-5'10,"9"25,20-20,-6-12,448-7,-449-3,19 14,171-9,-198-1,0-12,-10 6,-8-9</inkml:trace>
  <inkml:trace contextRef="#ctx0" brushRef="#br3" timeOffset="387.15">2694 3595,'1'9</inkml:trace>
  <inkml:trace contextRef="#ctx1" brushRef="#br4">23612-817 806 0 0,'0'0'72'0'0,"0"0"16"0"0,0 0 6 0 0,0 0 0 0 0,0 0 0 0 0,0 0-44 0 0,0 0-8 0 0,0 0-2 0 0,0 0 0 0 0,0 0 72 0 0,0 0 12 0 0,0 0 4 0 0,0 0 0 0 0,0-5-48 0 0,0 5-10 0 0,0 0-2 0 0,0 0 0 0 0,-18-9 6 0 0,18 9 2 0 0,-9 0 0 0 0,9 0 0 0 0,-14 0-36 0 0,14 0-6 0 0,-9 0-2 0 0,-2 0 0 0 0,2 0 40 0 0,-4 9 6 0 0,-1-9 2 0 0,1 0 0 0 0,4 5-42 0 0,-9 4-8 0 0,0-5-2 0 0,0 10 0 0 0,2-10 4 0 0,-6 5 2 0 0,4-4 0 0 0,-18 13 0 0 0,9 0 26 0 0,2-5 4 0 0,-11-4 2 0 0,9 16 0 0 0,-9-7-66 0 0,7 0-18 0 0,-11 9-2 0 0,4-9 0 0 0,-3-3 20 0 0,-1 12 0 0 0,-5 0 0 0 0,2 0 0 0 0,3 0 0 0 0,-9-2 0 0 0,1 6 0 0 0,-1-4 0 0 0,-7 0 0 0 0,15-2 16 0 0,-3 2-16 0 0,10 9 0 0 0,-20-9 0 0 0,14 0 16 0 0,6-3-16 0 0,2 3 0 0 0,-4-4 24 0 0,7-1-6 0 0,-2 5 0 0 0,13-11 0 0 0,-5 6-18 0 0,10-8 0 0 0,-10 4 0 0 0,12 4-22 0 0,7-4 22 0 0,4-10 0 0 0,-14 8 0 0 0,10-7 0 0 0,8 9 26 0 0,5-9-2 0 0,-9-9-2 0 0,9 13 0 0 0,11-8 24 0 0,3 4 4 0 0,8-9 2 0 0,1 0 0 0 0,1 0 8 0 0,12-5 2 0 0,16 1 0 0 0,-3-1 0 0 0,5-8 0 0 0,2 8 0 0 0,5-4 0 0 0,6-4 0 0 0,-15 4-16 0 0,15-4-4 0 0,-10 2 0 0 0,8-7 0 0 0,2 0-14 0 0,-2 5-4 0 0,-2-10 0 0 0,16 5-1228 0 0,-10-2-246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12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401 2389 920 0 0,'0'1'67'0'0,"0"21"4306"0"0,0-21-3797 0 0,-5 15 4462 0 0,0-9 643 0 0,0-13-4904 0 0,5 5-737 0 0,-1 1 0 0 0,1 0 1 0 0,-1-1-1 0 0,1 1 0 0 0,-1-1 1 0 0,1 1-1 0 0,-1-1 0 0 0,1 1 1 0 0,-1-1-1 0 0,1 1 0 0 0,0-1 1 0 0,-1 1-1 0 0,1-1 0 0 0,0 0 1 0 0,-1 1-1 0 0,1-1 0 0 0,0 0 1 0 0,-1 0-1 0 0,-4-20 506 0 0,3 18-455 0 0,1-1 0 0 0,0 1 1 0 0,0 0-1 0 0,0 0 1 0 0,1 0-1 0 0,-1-6 0 0 0,-4-46 541 0 0,-8-276 1638 0 0,0 72-1953 0 0,4 119-106 0 0,0 0-9 0 0,1-140 102 0 0,12 84-174 0 0,-3-134 108 0 0,-2 167-189 0 0,2 87-34 0 0,-1 45-15 0 0,2 1 0 0 0,9-53 0 0 0,-8 76 17 0 0,-2 5-13 0 0,0 1-1 0 0,-1-1 1 0 0,1 1 0 0 0,-1-1-1 0 0,1 0 1 0 0,-1 1-1 0 0,1-1 1 0 0,-1 0 0 0 0,0 1-1 0 0,0-1 1 0 0,0 0 0 0 0,0-2-1 0 0,-1 0-3 0 0,6-12 0 0 0,-4 9 0 0 0,2-7 0 0 0,-2 11 0 0 0,0 1 0 0 0,-1-1 0 0 0,1 0 0 0 0,0 0 0 0 0,-1 1 0 0 0,1-1 0 0 0,-1 0 0 0 0,0 0 0 0 0,0 0 0 0 0,0-3 0 0 0,0 0 0 0 0,0 1 0 0 0,1 1 0 0 0,-1-1 0 0 0,-1 0 0 0 0,1 0 0 0 0,-1 0 0 0 0,0 0 0 0 0,-1-5 0 0 0,2 1 0 0 0,0 6 0 0 0,0 1 0 0 0,1-1 0 0 0,-1 0 0 0 0,0 1 0 0 0,0-1 0 0 0,-1 0 0 0 0,1 1 0 0 0,0-1 0 0 0,-2-3 0 0 0,1-6 0 0 0,-1 2 0 0 0,1 8 1 0 0,0 1 0 0 0,0-1 0 0 0,0 1-1 0 0,0-1 1 0 0,0 1 0 0 0,0-1 0 0 0,0 1-1 0 0,0 0 1 0 0,-1-1 0 0 0,1 1 0 0 0,0 0 0 0 0,-1 0-1 0 0,1 0 1 0 0,-1 0 0 0 0,0 0 0 0 0,1 0-1 0 0,-1 0 1 0 0,1 1 0 0 0,-1-1 0 0 0,0 1 0 0 0,0-1-1 0 0,0 1 1 0 0,-2-1 0 0 0,0 1 4 0 0,0 0 0 0 0,0-1 0 0 0,0 2 0 0 0,0-1 0 0 0,0 0 0 0 0,-6 2 0 0 0,1 1-4 0 0,2 1 0 0 0,-1 0 0 0 0,0 1 0 0 0,1 0 0 0 0,0 0 0 0 0,0 0 0 0 0,0 1 0 0 0,1 0 0 0 0,0 0 0 0 0,0 1 0 0 0,-5 7 0 0 0,-13 13-3 0 0,15-17 2 0 0,0 1 0 0 0,1 0 0 0 0,-11 20 0 0 0,-7 10 0 0 0,15-24 0 0 0,1 0 0 0 0,1 1 0 0 0,1 0 0 0 0,0 0 0 0 0,1 1 0 0 0,-8 35 0 0 0,11-45-15 0 0,2-8 12 0 0,1 1-1 0 0,0-1 0 0 0,0 1 0 0 0,0 0 1 0 0,0-1-1 0 0,0 1 0 0 0,0 0 0 0 0,1 0 1 0 0,-1-1-1 0 0,0 1 0 0 0,1 2 0 0 0,-1 3-20 0 0,18-23-108 0 0,-8 3 129 0 0,45-73-58 0 0,2-17 61 0 0,-2-13-64 0 0,-52 113 64 0 0,-1-1 0 0 0,1 0 0 0 0,0 0 0 0 0,1 1 0 0 0,-1-1 0 0 0,4-3 0 0 0,-1 1 0 0 0,0-1 0 0 0,0 0 0 0 0,5-11 0 0 0,-10 17 0 0 0,1 0 0 0 0,-1 1 0 0 0,0-1 0 0 0,1 0 0 0 0,-1 1 0 0 0,0-1 0 0 0,1 0 0 0 0,-1 1 0 0 0,1-1 0 0 0,-1 1 0 0 0,1-1 0 0 0,-1 0 0 0 0,1 1 0 0 0,-1-1 0 0 0,1 1 0 0 0,0 0 0 0 0,-1-1 0 0 0,1 1 0 0 0,-1 0 0 0 0,1-1 0 0 0,0 1 0 0 0,0 0 0 0 0,-1 0 0 0 0,1-1 0 0 0,0 1 0 0 0,-1 0 0 0 0,1 0 0 0 0,0 0 0 0 0,0 0 0 0 0,-1 0 0 0 0,1 0 0 0 0,0 0 0 0 0,0 0 0 0 0,-1 0 0 0 0,1 0 0 0 0,0 1 0 0 0,1-1 0 0 0,-1 1 0 0 0,3-1-1 0 0,-1 1-1 0 0,0 0 0 0 0,0 0 1 0 0,0 0-1 0 0,0 0 0 0 0,0 0 1 0 0,0 1-1 0 0,0-1 0 0 0,-1 1 0 0 0,1 0 1 0 0,3 2-1 0 0,27 26-42 0 0,45 49 44 0 0,-21-10 0 0 0,66 75 0 0 0,-101-120-502 0 0,-8-8 718 0 0,0-1-1 0 0,18 14 0 0 0,-25-24-1609 0 0,0 0 1 0 0,1 0-1 0 0,0-1 0 0 0,12 6 0 0 0,2-2-5764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13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12 920 0 0,'-27'16'1516'0'0,"22"-14"-480"0"0,0 0 1 0 0,0 0-1 0 0,0 1 0 0 0,0-1 1 0 0,-5 4-1 0 0,-6 4 819 0 0,6-3-185 0 0,-5 2-359 0 0,4-10 2622 0 0,11 1-3884 0 0,0 1 0 0 0,0-1 0 0 0,0 0 0 0 0,-1 0 0 0 0,1 1 0 0 0,0-1 0 0 0,0 0 0 0 0,0 0 0 0 0,0 1 0 0 0,0-1 0 0 0,0 0 0 0 0,0 1 0 0 0,0-1 0 0 0,0 0 0 0 0,0 1 0 0 0,0-1 0 0 0,0 0 0 0 0,0 0 0 0 0,0 1 0 0 0,0-1 0 0 0,0 0 0 0 0,0 1 0 0 0,0-1 0 0 0,0 0 0 0 0,0 1 0 0 0,0-1 0 0 0,0 0 0 0 0,1 0 0 0 0,-1 1 0 0 0,0-1 0 0 0,0 0 0 0 0,0 0 0 0 0,1 1 0 0 0,-1-1 0 0 0,0 0 0 0 0,0 0 0 0 0,1 0 0 0 0,-1 0 0 0 0,0 1 0 0 0,0-1 0 0 0,1 0 0 0 0,-1 0 0 0 0,0 0 0 0 0,0 0 0 0 0,1 0 0 0 0,-1 0 0 0 0,1 1 0 0 0,12 7 1147 0 0,-5-5-1049 0 0,1 0-1 0 0,0 0 1 0 0,0-1-1 0 0,0-1 1 0 0,0 1-1 0 0,0-1 1 0 0,14-1-1 0 0,68-6 628 0 0,-75 4-668 0 0,8-2 88 0 0,0 0-1 0 0,26-10 0 0 0,29-6 51 0 0,8 2-72 0 0,-51 9-119 0 0,0 2 1 0 0,46-3-1 0 0,68 6 45 0 0,173 17 0 0 0,-107 3-34 0 0,-29-9 3 0 0,-44-10 106 0 0,-88 0-77 0 0,83-2 345 0 0,100-6 390 0 0,-199 7-903 0 0,106-5 291 0 0,-105 5 699 0 0,-22 2-2374 0 0,0 0-7033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14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5 1376 0 0,'-5'-5'22571'0'0,"4"6"-22558"0"0,1 0 0 0 0,-1 1-1 0 0,1-1 1 0 0,0 0 0 0 0,0 0 0 0 0,0 0-1 0 0,-1 1 1 0 0,1-1 0 0 0,0 0-1 0 0,1 0 1 0 0,-1 1 0 0 0,0-1 0 0 0,0 0-1 0 0,0 0 1 0 0,1 0 0 0 0,-1 1-1 0 0,1-1 1 0 0,0 2 0 0 0,3 1 16 0 0,-1 0 0 0 0,1 0-1 0 0,0 0 1 0 0,0 0 0 0 0,5 3 0 0 0,-2-2-23 0 0,1-1 0 0 0,-1 0 0 0 0,1-1 0 0 0,0 1 0 0 0,0-1 0 0 0,1-1 0 0 0,-1 0 0 0 0,11 2 0 0 0,29 9-7 0 0,44 19 1 0 0,45 17 0 0 0,-102-33 6 0 0,-5-2 16 0 0,-1-2 0 0 0,48 13 0 0 0,-66-21-22 0 0,-10-4 0 0 0,-1 0 1 0 0,1 0-1 0 0,-1 1 0 0 0,1-1 0 0 0,-1 0 0 0 0,1 0 1 0 0,-1 0-1 0 0,1 1 0 0 0,-1-1 0 0 0,1 0 0 0 0,-1 0 1 0 0,1 1-1 0 0,-1-1 0 0 0,1 1 0 0 0,-1-1 0 0 0,1 0 0 0 0,-1 1 1 0 0,0-1-1 0 0,1 1 0 0 0,-1-1 0 0 0,0 1 0 0 0,0-1 1 0 0,1 1-1 0 0,-1-1 0 0 0,0 1 0 0 0,0-1 0 0 0,0 1 1 0 0,1-1-1 0 0,-1 1 0 0 0,0-1 0 0 0,0 1 0 0 0,0-1 0 0 0,0 1 1 0 0,0 0-1 0 0,0-1 0 0 0,0 1 0 0 0,0-1 0 0 0,0 1 1 0 0,-1-1-1 0 0,1 1 0 0 0,0-1 0 0 0,0 2 0 0 0,-1-2 3 0 0,1 8 28 0 0,-1-1 1 0 0,0 0-1 0 0,0 1 1 0 0,-1-1-1 0 0,0 0 1 0 0,-1 0-1 0 0,1 0 0 0 0,-1 0 1 0 0,-1 0-1 0 0,-5 9 1 0 0,-8 8 48 0 0,-26 31-1 0 0,20-27-37 0 0,-108 116 304 0 0,112-126-226 0 0,-1-1-1 0 0,0 0 1 0 0,-1-1 0 0 0,-1-2-1 0 0,0 0 1 0 0,-38 17 0 0 0,-151 45 589 0 0,153-61-645 0 0,35-9-395 0 0,1 0 1 0 0,-32 14-1 0 0,47-17-153 0 0,-14 7-1118 0 0,9 0-4779 0 0,3 1-1178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21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0 1840 0 0,'0'47'160'0'0,"-1"-39"340"0"0,0 0 0 0 0,0 0 1 0 0,-1 0-1 0 0,-2 8 0 0 0,-4 19 2660 0 0,-2 66 332 0 0,3-17-2205 0 0,1-15-609 0 0,-1 53-159 0 0,-3 20-643 0 0,2-59 657 0 0,-3 17-1171 0 0,4-81-2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21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7656 0 0,'0'0'6380'0'0,"4"-16"-5460"0"0,-3 13-890 0 0,1 1 0 0 0,-1 0 0 0 0,1-1 1 0 0,0 1-1 0 0,0 0 0 0 0,0-1 0 0 0,0 1 1 0 0,0 0-1 0 0,0 1 0 0 0,0-1 0 0 0,1 0 1 0 0,-1 1-1 0 0,1-1 0 0 0,4-2 0 0 0,-4 4-14 0 0,-1 0 0 0 0,1-1-1 0 0,0 1 1 0 0,0 0-1 0 0,-1 0 1 0 0,1 0-1 0 0,0 1 1 0 0,-1-1 0 0 0,1 1-1 0 0,0-1 1 0 0,-1 1-1 0 0,1 0 1 0 0,-1 0-1 0 0,1 0 1 0 0,-1 0 0 0 0,5 3-1 0 0,-1 0-35 0 0,-1-1 0 0 0,1 1 0 0 0,-1 0 0 0 0,0 1 0 0 0,0-1 0 0 0,0 1 0 0 0,0 0 0 0 0,5 8 0 0 0,-4-5 72 0 0,1 1-1 0 0,-2 0 1 0 0,1 0-1 0 0,-1 0 1 0 0,-1 0-1 0 0,1 1 1 0 0,-2 0-1 0 0,1 0 1 0 0,-1 0-1 0 0,3 19 1 0 0,-5-22-5 0 0,0 1 0 0 0,-1-1 0 0 0,1 1 0 0 0,-1-1 0 0 0,-1 1 0 0 0,1-1 0 0 0,-4 13 0 0 0,0 6 63 0 0,3-21-94 0 0,1 0 0 0 0,-1 0 0 0 0,0 0 0 0 0,0 0 0 0 0,0 0 0 0 0,0 0 0 0 0,-1-1 0 0 0,0 1 0 0 0,0 0 0 0 0,-1-1 0 0 0,1 0 0 0 0,-1 1 0 0 0,0-1 0 0 0,0 0 0 0 0,0-1 0 0 0,0 1 0 0 0,-1 0 0 0 0,-4 3 0 0 0,6-6-17 0 0,0 1 0 0 0,0-1-1 0 0,0 0 1 0 0,-1 0 0 0 0,1 0-1 0 0,0 0 1 0 0,0-1 0 0 0,0 1-1 0 0,-1-1 1 0 0,1 1 0 0 0,0-1-1 0 0,-1 0 1 0 0,1 1 0 0 0,0-1-1 0 0,-1-1 1 0 0,1 1 0 0 0,0 0-1 0 0,-1 0 1 0 0,1-1 0 0 0,0 0-1 0 0,0 1 1 0 0,-4-2 0 0 0,5 1-155 0 0,-9-11-2613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22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8288 0 0,'0'0'381'0'0,"0"-1"-6"0"0,3-6 2525 0 0,10 41-1491 0 0,8 57-1056 0 0,-15-46-602 0 0,-5-34 435 0 0,0 1 1 0 0,5 20 0 0 0,-3-22 112 0 0,-1 1-1 0 0,2 22 1 0 0,-3-23-200 0 0,0-1 0 0 0,0 1 0 0 0,6 17 0 0 0,13 25-31 0 0,-19-52 48 0 0,1-1 0 0 0,-1 0 0 0 0,1 0 0 0 0,-1 0 0 0 0,0 0 0 0 0,0 0 0 0 0,0 0 0 0 0,0 0 0 0 0,1-1 0 0 0,0-1 0 0 0,3-6 118 0 0,0 0-1 0 0,-1 0 1 0 0,0 0 0 0 0,-1 0-1 0 0,1-1 1 0 0,-2 0 0 0 0,0 1 0 0 0,2-16-1 0 0,8-28 238 0 0,25-49-267 0 0,-20 64-183 0 0,-13 32-94 0 0,-1 0 1 0 0,0-1 0 0 0,0 1 0 0 0,0-1 0 0 0,-1 0-1 0 0,2-13 1 0 0,-4 18-56 0 0,0 0 0 0 0,1 1 0 0 0,-1-1 0 0 0,0 0 0 0 0,1 0 0 0 0,-1 1 0 0 0,1-1-1 0 0,-1 0 1 0 0,1 1 0 0 0,0-1 0 0 0,-1 1 0 0 0,1-1 0 0 0,0 1 0 0 0,0-1 0 0 0,2-1 0 0 0,9-8-1089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22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0 5528 0 0,'-2'0'176'0'0,"1"1"1"0"0,0-1-1 0 0,-1 1 0 0 0,1-1 1 0 0,-1 1-1 0 0,1 0 0 0 0,0-1 1 0 0,0 1-1 0 0,-1 0 0 0 0,1 0 1 0 0,0 0-1 0 0,0 0 0 0 0,0 0 1 0 0,0 0-1 0 0,0 0 0 0 0,0 0 1 0 0,0 1-1 0 0,0-1 0 0 0,1 0 1 0 0,-1 1-1 0 0,0-1 0 0 0,0 2 1 0 0,1-3-73 0 0,-6 10 488 0 0,-1 0 0 0 0,0-1 0 0 0,0 0 0 0 0,-1 0 0 0 0,0-1 0 0 0,0 0-1 0 0,-14 10 1 0 0,8-6-214 0 0,-22 24 1 0 0,34-35-358 0 0,-3 5 3 0 0,6 15 55 0 0,0-18-77 0 0,0 1 1 0 0,0-1-1 0 0,0 0 1 0 0,1 0 0 0 0,-1 0-1 0 0,1 0 1 0 0,-1 0 0 0 0,1 0-1 0 0,0 0 1 0 0,0 0 0 0 0,0 0-1 0 0,1-1 1 0 0,-1 1 0 0 0,4 1-1 0 0,-4-1 1 0 0,1-1 0 0 0,-1 0-1 0 0,0 0 1 0 0,0 1 0 0 0,0-1-1 0 0,0 1 1 0 0,0 0 0 0 0,2 5 0 0 0,6 11-3 0 0,-8-14 0 0 0,0-1 0 0 0,1 1 0 0 0,-1 0 0 0 0,-1-1 0 0 0,1 1 0 0 0,1 9 0 0 0,2 15 89 0 0,-3-22-33 0 0,0 0-1 0 0,-1 0 1 0 0,0 0 0 0 0,-1 0 0 0 0,0 14 0 0 0,-9 46 647 0 0,4-42-441 0 0,4-18-177 0 0,-1 1-1 0 0,0-1 1 0 0,0 1-1 0 0,0-1 1 0 0,-1 0-1 0 0,-7 14 1 0 0,1-5 4 0 0,6-10-67 0 0,0-1 0 0 0,0 1 0 0 0,0-1 0 0 0,-7 8 0 0 0,9-12-24 0 0,0 0 1 0 0,0 0-1 0 0,1 0 0 0 0,-1-1 0 0 0,0 1 1 0 0,0 0-1 0 0,0 0 0 0 0,0-1 1 0 0,-1 1-1 0 0,1-1 0 0 0,0 1 1 0 0,0-1-1 0 0,0 1 0 0 0,0-1 0 0 0,-1 0 1 0 0,1 0-1 0 0,0 1 0 0 0,0-1 1 0 0,0 0-1 0 0,-1 0 0 0 0,1 0 0 0 0,0 0 1 0 0,0-1-1 0 0,-1 1 0 0 0,1 0 1 0 0,0 0-1 0 0,0-1 0 0 0,0 1 1 0 0,-2-1-1 0 0,-9-4-166 0 0,11 5 140 0 0,0 0 1 0 0,0 0 0 0 0,0 0-1 0 0,0-1 1 0 0,0 1 0 0 0,0 0-1 0 0,1-1 1 0 0,-1 1-1 0 0,0-1 1 0 0,0 1 0 0 0,0-1-1 0 0,1 1 1 0 0,-1-1 0 0 0,0 1-1 0 0,1-1 1 0 0,-1 0-1 0 0,1 1 1 0 0,-1-1 0 0 0,0 0-1 0 0,1 0 1 0 0,0 1 0 0 0,-1-1-1 0 0,1 0 1 0 0,-1 0-1 0 0,1 0 1 0 0,0 0 0 0 0,0 0-1 0 0,-1 1 1 0 0,1-3-1 0 0,-4-8-668 0 0,3 10 375 0 0,0 0 0 0 0,1 0 1 0 0,-1-1-1 0 0,1 1 1 0 0,0 0-1 0 0,-1 0 1 0 0,1-1-1 0 0,0 1 1 0 0,0 0-1 0 0,0-1 1 0 0,-1 1-1 0 0,2 0 0 0 0,-1-1 1 0 0,0-1-1 0 0,4-12-4425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31:23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1101 4144 0 0,'2'-12'333'0'0,"1"-1"0"0"0,-2 1 0 0 0,1 0 0 0 0,-2-25 0 0 0,1-4 2132 0 0,8-118 2729 0 0,9-111-1015 0 0,25-130-2372 0 0,-40 379-1801 0 0,-1 3 6 0 0,1 0 0 0 0,1 0 0 0 0,0 0 0 0 0,2 1-1 0 0,7-18 1 0 0,-12 36-20 0 0,1-1 0 0 0,-1 1 0 0 0,0 0 0 0 0,0-1 0 0 0,0 1 0 0 0,0 0 0 0 0,0 0 0 0 0,1 0 0 0 0,-2 0 0 0 0,1 0 0 0 0,0 0 0 0 0,0 0 0 0 0,0 0 0 0 0,0 2 0 0 0,2 6-30 0 0,0 0-1 0 0,-1 1 1 0 0,-1-1 0 0 0,0 1-1 0 0,0-1 1 0 0,0 1-1 0 0,-1-1 1 0 0,-1 1-1 0 0,-2 12 1 0 0,1 21-262 0 0,-6 98-1309 0 0,3-76 361 0 0,3-50 900 0 0,0 0 1 0 0,1 0-1 0 0,1 0 0 0 0,1 0 0 0 0,3 23 1 0 0,-1-23 175 0 0,3 12-103 0 0,-5-23 250 0 0,1 0 0 0 0,-1 0-1 0 0,1 0 1 0 0,0 0 0 0 0,0 0 0 0 0,0 0 0 0 0,4 4 0 0 0,-5-6 26 0 0,0-1 1 0 0,1 1 0 0 0,-1-1 0 0 0,0 0-1 0 0,1 0 1 0 0,-1 0 0 0 0,1 0 0 0 0,-1 0 0 0 0,1 0-1 0 0,0 0 1 0 0,-1 0 0 0 0,1 0 0 0 0,0-1-1 0 0,0 1 1 0 0,-1-1 0 0 0,1 1 0 0 0,0-1 0 0 0,0 0-1 0 0,0 0 1 0 0,0 0 0 0 0,0 0 0 0 0,-1 0-1 0 0,1 0 1 0 0,0 0 0 0 0,0-1 0 0 0,0 1 0 0 0,0-1-1 0 0,-1 1 1 0 0,3-2 0 0 0,19-5 107 0 0,-20 7-71 0 0,1-1 0 0 0,-1 0 1 0 0,0 0-1 0 0,0 0 0 0 0,0 0 1 0 0,0 0-1 0 0,0-1 0 0 0,-1 1 1 0 0,4-3-1 0 0,-5 3-145 0 0,11 30 270 0 0,10 192 3394 0 0,-20-193-3434 0 0,-1-16 29 0 0,0-1 1 0 0,1 0-1 0 0,0 0 1 0 0,1 0-1 0 0,0 0 1 0 0,0 0-1 0 0,2 0 1 0 0,-1-1-1 0 0,1 0 1 0 0,1 0-1 0 0,-1 0 1 0 0,11 12-1 0 0,-8-13-104 0 0,10 10-5423 0 0,-5-10-657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46:46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2704 920 0 0,'0'0'5824'0'0,"2"2"-5680"0"0,21 9 250 0 0,-22-10 668 0 0,12-6-312 0 0,-10 3-706 0 0,0 2 19 0 0,0-1-1 0 0,0 0 0 0 0,0 1 1 0 0,-1-1-1 0 0,1 1 1 0 0,0 0-1 0 0,0 0 0 0 0,5 0 1 0 0,13-3 100 0 0,0 5-50 0 0,-6 1 97 0 0,0-1 1 0 0,28 0 0 0 0,52-8 454 0 0,67-7-90 0 0,-159 13-442 0 0,1 0-41 0 0,217-13 668 0 0,-185 11-583 0 0,-25 2-128 0 0,-1 0 1 0 0,0-1-1 0 0,14-2 1 0 0,46-6 142 0 0,-49 5-85 0 0,1 1 1 0 0,41-2 0 0 0,-39 5-24 0 0,1-2 0 0 0,33-7 1 0 0,-20 2-46 0 0,62-3 0 0 0,-81 9-37 0 0,122-1 29 0 0,-74 3-9 0 0,38 0 149 0 0,-1-10-43 0 0,-27 12 53 0 0,-31-5-96 0 0,70 3 0 0 0,-33 1-31 0 0,-27-4-43 0 0,-34 0 15 0 0,35 2 1 0 0,324 12 336 0 0,-201-2-11 0 0,98-19-4 0 0,-163 7-158 0 0,-66 2-91 0 0,61-7 0 0 0,-1-2-27 0 0,9-2 131 0 0,209-29-127 0 0,-254 31-76 0 0,37-6 0 0 0,280-41 352 0 0,-331 47-237 0 0,0-2-1 0 0,88-31 1 0 0,-14 5 309 0 0,41-16-585 0 0,96-24 234 0 0,-190 52 103 0 0,97-30 174 0 0,222-102-1 0 0,-195 73-65 0 0,26-13-11 0 0,-191 78-268 0 0,-9 5 11 0 0,-2-1 1 0 0,37-25-1 0 0,-38 21 6 0 0,-3 3 31 0 0,38-37 0 0 0,-5-1-20 0 0,38-41 120 0 0,-55 52-30 0 0,-21 24-30 0 0,-2-1 1 0 0,0-1-1 0 0,18-28 0 0 0,-12 13 69 0 0,-14 23-43 0 0,0 0 1 0 0,9-23-1 0 0,10-18 274 0 0,-20 39-283 0 0,0 1 0 0 0,-1-1 0 0 0,9-29-1 0 0,26-77 46 0 0,-4 18-41 0 0,-24 66 62 0 0,13-45-1 0 0,8-20-99 0 0,2-4-228 0 0,-15 27 35 0 0,-18 64 114 0 0,1 0-1 0 0,1-1 1 0 0,14-25 0 0 0,-11 23 4 0 0,-1 1-1 0 0,6-22 1 0 0,-1 11-3 0 0,-11 23 4 0 0,0 1 1 0 0,1-1 0 0 0,-1 0-1 0 0,2-10 1 0 0,13-45 61 0 0,-10 39-39 0 0,-6 17-21 0 0,1-1 0 0 0,-1 0 0 0 0,0 0 0 0 0,0 0 0 0 0,0 0 0 0 0,0-5 0 0 0,-2 8-4 0 0,1 1 0 0 0,-1 1 0 0 0,1-1 0 0 0,0 0 0 0 0,0 0 0 0 0,0 1 0 0 0,0-1 0 0 0,-1 0 0 0 0,1 1 0 0 0,0-1 0 0 0,0 0 0 0 0,1 1 0 0 0,-1-1 0 0 0,0 0 0 0 0,0 0 0 0 0,0 1 0 0 0,0-1 0 0 0,1 0 0 0 0,-1 1 0 0 0,0-1 0 0 0,0 0 0 0 0,1 1 0 0 0,0-1 0 0 0,2-7-10 0 0,-2 6-45 0 0,-1 1-76 0 0,0-1 109 0 0,0 0-21 0 0,-1-7 32 0 0,-2 1 1 0 0,0 5-33 0 0,-4-4 32 0 0,0 2 11 0 0,1-1-26 0 0,5 3 0 0 0,-14-7 14 0 0,15 10 11 0 0,0 0 0 0 0,-1-1 0 0 0,1 1 0 0 0,-1 0-1 0 0,1-1 1 0 0,-1 1 0 0 0,1 0 0 0 0,-1-1 0 0 0,1 1 0 0 0,-1 0-1 0 0,1 0 1 0 0,-1 0 0 0 0,1-1 0 0 0,-1 1 0 0 0,1 0-1 0 0,-1 0 1 0 0,1 0 0 0 0,-1 0 0 0 0,1 0 0 0 0,-1 0 0 0 0,0 0-1 0 0,1 0 1 0 0,-1 0 0 0 0,1 0 0 0 0,-1 0 0 0 0,1 1 0 0 0,-1-1-1 0 0,1 0 1 0 0,-1 0 0 0 0,1 0 0 0 0,-1 1 0 0 0,1-1-1 0 0,-1 0 1 0 0,1 1 0 0 0,-1-1 0 0 0,1 0 0 0 0,-1 1 0 0 0,1 0-1 0 0,-1-1-5 0 0,-21 12-9 0 0,17-10 8 0 0,-1 1-1 0 0,1 0 1 0 0,0 0 0 0 0,0 0-1 0 0,0 1 1 0 0,-4 4-1 0 0,0 0 9 0 0,-1 0 0 0 0,0 0 0 0 0,-18 9 0 0 0,13-8 0 0 0,9-4 0 0 0,2-1-10 0 0,4-4-44 0 0,5-9-10 0 0,51-36 11 0 0,-52 41 45 0 0,0 1 0 0 0,1-1 0 0 0,0 1 0 0 0,-1 0 0 0 0,1 0 0 0 0,0 1 1 0 0,10-4-1 0 0,16-10-4 0 0,-17 6 7 0 0,26-16-30 0 0,-37 24 33 0 0,1 0-1 0 0,-1 0 1 0 0,1 1 0 0 0,-1-1-1 0 0,1 1 1 0 0,-1 0 0 0 0,1 0-1 0 0,0 0 1 0 0,5 0-1 0 0,11-4 3 0 0,-18 5 0 0 0,0-1 0 0 0,0 0 0 0 0,0 0 0 0 0,0 1 0 0 0,0-1 0 0 0,0 1 0 0 0,1 0 0 0 0,-1 0 0 0 0,0 0 0 0 0,0 0 0 0 0,1 0 0 0 0,2 0 0 0 0,38 9 0 0 0,-39-8-4 0 0,0 1-1 0 0,0-1 1 0 0,0 1-1 0 0,0 0 0 0 0,-1 0 1 0 0,1 1-1 0 0,-1-1 1 0 0,0 1-1 0 0,0-1 1 0 0,1 1-1 0 0,-2 0 0 0 0,1 0 1 0 0,3 4-1 0 0,8 16 5 0 0,3 6 0 0 0,-11-15 0 0 0,1 0 0 0 0,0 0 0 0 0,1-1 0 0 0,1 0 0 0 0,0-1 0 0 0,1 0 0 0 0,0 0 0 0 0,21 18 0 0 0,-11-11 0 0 0,24 32 0 0 0,-38-44-5 0 0,0 0-1 0 0,1-1 0 0 0,13 11 0 0 0,9 9-24 0 0,2 2-4398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17:46:50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3953 7400 0 0,'0'0'2305'0'0,"12"-5"-1933"0"0,-8 5-360 0 0,27-13-13 0 0,-31 13 1 0 0,2-1 0 0 0,-1 0 0 0 0,1 0 0 0 0,-1 1 0 0 0,1-1 0 0 0,0 1 0 0 0,-1-1 0 0 0,1 1 0 0 0,0 0 0 0 0,-1-1 0 0 0,1 1 0 0 0,0 0 0 0 0,0 0 0 0 0,-1 0 0 0 0,1 1 0 0 0,0-1 0 0 0,0 0 0 0 0,-1 1 0 0 0,1-1 0 0 0,0 1 0 0 0,-1-1 0 0 0,1 1 0 0 0,2 1 0 0 0,39 12 0 0 0,-36-12 52 0 0,1 0 1 0 0,0-1-1 0 0,0 0 0 0 0,0 0 1 0 0,1 0-1 0 0,-1-1 1 0 0,0-1-1 0 0,10-1 1 0 0,14 1 125 0 0,108 11 1022 0 0,-87-1-1026 0 0,70-2 394 0 0,-73-4-466 0 0,-10 1-28 0 0,-23-1-8 0 0,0-2 0 0 0,1 0 0 0 0,18-2 0 0 0,94-3 440 0 0,234-6 205 0 0,-259 17-437 0 0,-36-1-125 0 0,-69-6-149 0 0,61 3 126 0 0,81-5 0 0 0,74 0 167 0 0,-116 3-374 0 0,-55-1 72 0 0,259-4 18 0 0,-96-12 434 0 0,17-1 71 0 0,-27 4-295 0 0,214-23 12 0 0,-236 17-175 0 0,18-5-56 0 0,5 1 0 0 0,104-19 198 0 0,-110 11-81 0 0,4 0-39 0 0,61-8-28 0 0,622-113 641 0 0,-673 110-571 0 0,-77 12-108 0 0,126-33-14 0 0,116-31 150 0 0,63-20 60 0 0,22-24-72 0 0,-387 116-121 0 0,50-17-18 0 0,-69 20 3 0 0,143-59 0 0 0,86-34 67 0 0,28-13 10 0 0,-199 73-77 0 0,64-26 0 0 0,71-33 0 0 0,-125 60 0 0 0,-4 1 0 0 0,-47 17 0 0 0,-18 10 0 0 0,71-46 0 0 0,389-264 136 0 0,-476 312-129 0 0,184-125 122 0 0,-168 111-87 0 0,35-28 71 0 0,-15 5-6 0 0,46-42 159 0 0,0 0 32 0 0,53-42 58 0 0,-20 18-528 0 0,-93 77 171 0 0,-36 31 13 0 0,0-1 1 0 0,-1-1 0 0 0,-1 0 0 0 0,24-31-1 0 0,-27 24-12 0 0,7-10 0 0 0,-12 26 0 0 0,-2-1 0 0 0,1 0 0 0 0,-1-1 0 0 0,-1 0 0 0 0,0 0 0 0 0,11-24 0 0 0,20-58 160 0 0,-4 21-7 0 0,4-13-234 0 0,-7 25 81 0 0,10-16 0 0 0,-27 53 0 0 0,-11 18 0 0 0,1 0 0 0 0,-1-1 0 0 0,0 0 0 0 0,0 0 0 0 0,4-11 0 0 0,-5 11 0 0 0,0 1 0 0 0,1 0 0 0 0,0 0 0 0 0,0 0 0 0 0,1 0 0 0 0,-1 0 0 0 0,7-6 0 0 0,1-2 0 0 0,11-20 64 0 0,3 6-64 0 0,22-29-64 0 0,-41 48 64 0 0,5-3-24 0 0,-8 9-6 0 0,9-4 20 0 0,-3 0 10 0 0,-4-1-10 0 0,-2 3-2 0 0,-2 3 11 0 0,-1 0-1 0 0,1 0 1 0 0,0 0-1 0 0,0 0 1 0 0,-1 1-1 0 0,1-1 1 0 0,-1 0-1 0 0,1 0 1 0 0,-1 0-1 0 0,0-1 1 0 0,1 1-1 0 0,-1 0 1 0 0,0 0-1 0 0,0 0 1 0 0,1 0-1 0 0,-1 0 1 0 0,0 0-1 0 0,0 0 1 0 0,0 0-1 0 0,0-1 1 0 0,-1 1-1 0 0,1 0 1 0 0,0 0-1 0 0,0 0 1 0 0,-1 0-1 0 0,1 0 1 0 0,-1-1-1 0 0,-1-17-51 0 0,-17 7 61 0 0,13 9-22 0 0,-1 1-1 0 0,1-1 1 0 0,0 1-1 0 0,-1 0 1 0 0,0 0-1 0 0,-7 0 1 0 0,-1-1 92 0 0,11 3-107 0 0,0-1 0 0 0,-1 1 0 0 0,1 0 0 0 0,0 1 0 0 0,-1-1 0 0 0,1 1 0 0 0,0 0 0 0 0,0 0-1 0 0,-6 2 1 0 0,-26 4 195 0 0,-5 0-195 0 0,13-1-173 0 0,15-4 187 0 0,1 1-1 0 0,0 1 0 0 0,-23 9 1 0 0,-21 8-11 0 0,27-10 26 0 0,19-6 0 0 0,0-1 0 0 0,0 0 0 0 0,-15 4 0 0 0,16-4 12 0 0,7-4 343 0 0,12 6-667 0 0,-3-5 297 0 0,-1 1-1 0 0,1-1 1 0 0,0 0 0 0 0,-1-1-1 0 0,1 1 1 0 0,0-1-1 0 0,-1-1 1 0 0,1 1 0 0 0,0-1-1 0 0,-1-1 1 0 0,1 1 0 0 0,7-3-1 0 0,17-3 17 0 0,65-14-1 0 0,-67 13 0 0 0,55-8 0 0 0,-67 14-7 0 0,-1 0 0 0 0,0 1 0 0 0,0 1 0 0 0,1 1 0 0 0,-1 0 0 0 0,0 1 0 0 0,0 1 0 0 0,31 9-1 0 0,-37-8 8 0 0,1 0 0 0 0,-1 1 0 0 0,0 1 0 0 0,15 10 0 0 0,-20-12 0 0 0,0 0 0 0 0,-1 0 0 0 0,1 0 0 0 0,-1 0 0 0 0,0 1 0 0 0,0 0 0 0 0,-1 0 0 0 0,1 0 0 0 0,-1 0 0 0 0,3 7 0 0 0,-5-9 0 0 0,0 0 0 0 0,0 0 0 0 0,-1 1 0 0 0,1-1 0 0 0,-1 0 0 0 0,0 1 0 0 0,0-1 0 0 0,0 1 0 0 0,0-1 0 0 0,0 0 0 0 0,-1 1 0 0 0,1-1 0 0 0,-3 6 0 0 0,-2 4 0 0 0,0 0 0 0 0,-8 14 0 0 0,-3 6 0 0 0,1 6-23 0 0,7-22-132 0 0,1 1 0 0 0,1-1 0 0 0,0 1 0 0 0,1 1 0 0 0,1-1 0 0 0,1 1 0 0 0,-1 20-1 0 0,-2 35-1837 0 0,6-56 1155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3224 0 0,'0'0'143'0'0,"9"-23"26"0"0,-3 12 1405 0 0,7-25 11313 0 0,-13 34-11422 0 0,4-6 2835 0 0,0 26-4025 0 0,0 1-1 0 0,-1 0 1 0 0,0 1-1 0 0,-2-1 1 0 0,0 0-1 0 0,-4 31 1 0 0,2 3 256 0 0,-12 304 1425 0 0,5-53-1144 0 0,20-14-268 0 0,-6-240-803 0 0,0-44 20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14512 0 0,'0'0'1456'0'0,"0"2"-1334"0"0,0 76 3596 0 0,-4 231 1841 0 0,-19 159-4199 0 0,1-227-532 0 0,17-206-873 0 0,-4 20-190 0 0,-3-23-3173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12896 0 0,'0'0'5289'0'0,"13"0"-2771"0"0,-8-1-2115 0 0,1 0 0 0 0,-1 0 0 0 0,0-1 0 0 0,1 1 0 0 0,-1-1 0 0 0,0-1 0 0 0,0 1 0 0 0,0-1 0 0 0,6-4 0 0 0,3-1 109 0 0,193-94 2584 0 0,-99 51-2633 0 0,-75 38-429 0 0,-24 9-36 0 0,0 1 0 0 0,0-1 0 0 0,10-7 0 0 0,-6 3-407 0 0,48-30-307 0 0,-16 14-6906 0 0,-11 5-1013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4 280 13248 0 0,'0'0'1194'0'0,"-4"8"5459"0"0,17-10-6056 0 0,0-1-1 0 0,0-1 1 0 0,0 0-1 0 0,0 0 1 0 0,-1-1-1 0 0,0-1 1 0 0,16-9-1 0 0,336-175 1683 0 0,-341 179-2411 0 0,1 1 0 0 0,-1 1 0 0 0,2 2 1 0 0,-1 0-1 0 0,28-4 0 0 0,-20 13-938 0 0,-12 0-3640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5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12352 0 0,'-1'2'564'0'0,"-10"40"914"0"0,2 0 0 0 0,1 0 0 0 0,-1 56 0 0 0,-7 38 2397 0 0,-14 140-233 0 0,16-124-2655 0 0,8-103-695 0 0,1-11-174 0 0,1 1 1 0 0,2 0-1 0 0,1 0 1 0 0,6 45-1 0 0,-3-71-124 0 0,-2 0 0 0 0,1 0-1 0 0,-2 0 1 0 0,0 0-1 0 0,-3 17 1 0 0,0 0-570 0 0,4-29 564 0 0,0-1 1 0 0,0 1 0 0 0,0 0-1 0 0,0-1 1 0 0,0 1 0 0 0,0-1-1 0 0,0 1 1 0 0,0 0 0 0 0,0-1-1 0 0,1 1 1 0 0,-1-1-1 0 0,0 1 1 0 0,0-1 0 0 0,1 1-1 0 0,-1-1 1 0 0,0 1 0 0 0,1-1-1 0 0,-1 1 1 0 0,0-1 0 0 0,1 1-1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1 530 9672 0 0,'0'0'874'0'0,"1"-1"-718"0"0,57-40 8088 0 0,-8 5-3871 0 0,208-130-293 0 0,-69 48-3560 0 0,-126 80-388 0 0,79-35 1 0 0,-45 24-2119 0 0,-84 42 571 0 0,-4 6-65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6912 0 0,'-28'131'903'0'0,"8"-29"4152"0"0,-4 21 2020 0 0,5-1-3371 0 0,-11 66-911 0 0,-18 81-1164 0 0,39-180-1490 0 0,5-26-110 0 0,2-42-764 0 0,1 0-1 0 0,3 30 1 0 0,1-30-507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16184 0 0,'0'15'1722'0'0,"-3"26"-333"0"0,-12 69 0 0 0,6-51-143 0 0,-8 49 1387 0 0,-10 84-790 0 0,-12 74-922 0 0,15-94-675 0 0,-13 120-291 0 0,36-287-162 0 0,0 0 0 0 0,1 0 0 0 0,0 1 0 0 0,0-1 0 0 0,0 0-1 0 0,0 0 1 0 0,1 0 0 0 0,0 0 0 0 0,2 6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0:57:5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109 191 3224 0 0,'-12'-9'288'0'0,"10"7"355"0"0,1 1 0 0 0,-1-1 1 0 0,1 0-1 0 0,-1 0 0 0 0,1 0 1 0 0,0 0-1 0 0,0 0 0 0 0,0 0 0 0 0,0 0 1 0 0,0 0-1 0 0,0-1 0 0 0,1 1 1 0 0,-1 0-1 0 0,1 0 0 0 0,-1-1 0 0 0,1 1 1 0 0,0 0-1 0 0,0-4 0 0 0,5-21 5475 0 0,2 12-6276 0 0,-4 8 271 0 0,1 0 0 0 0,1 1 0 0 0,-1-1 0 0 0,1 1 0 0 0,0 0 0 0 0,1 1 0 0 0,-1-1 0 0 0,1 1 0 0 0,0 0 1 0 0,1 1-1 0 0,-1-1 0 0 0,1 1 0 0 0,0 0 0 0 0,0 1 0 0 0,0 0 0 0 0,0 0 0 0 0,1 0 0 0 0,-1 1 0 0 0,1 0 0 0 0,-1 1 0 0 0,1 0 0 0 0,0 0 0 0 0,11 0 0 0 0,-12 2-68 0 0,0 1 1 0 0,-1 0-1 0 0,1 0 0 0 0,-1 1 0 0 0,1 0 0 0 0,11 7 0 0 0,7 2 31 0 0,-15-7 22 0 0,1 0 0 0 0,-1 1 0 0 0,0 0 1 0 0,0 1-1 0 0,-1 0 0 0 0,12 11 0 0 0,-10-7 6 0 0,0 0-1 0 0,-1 2 1 0 0,-1-1 0 0 0,0 1-1 0 0,-1 0 1 0 0,0 1 0 0 0,8 20-1 0 0,-7-12 37 0 0,-2 0 0 0 0,-1 0 0 0 0,0 1 0 0 0,-1 0 0 0 0,-2-1 0 0 0,0 2 0 0 0,-2-1 0 0 0,-2 37 0 0 0,-1-43-13 0 0,-1 0 0 0 0,0 0 0 0 0,-1 0 0 0 0,-1 0 1 0 0,-1-1-1 0 0,-1 1 0 0 0,0-2 0 0 0,-1 1 0 0 0,-19 28 0 0 0,6-14 269 0 0,-3-2-1 0 0,0 0 1 0 0,-46 41-1 0 0,53-55-358 0 0,-1 0 0 0 0,0-1 0 0 0,-1-1 0 0 0,-26 13 0 0 0,30-18-62 0 0,1-1 1 0 0,-1-1-1 0 0,0 0 1 0 0,-1 0 0 0 0,1-2-1 0 0,-30 4 1 0 0,41-7-149 0 0,0 0 0 0 0,0 0 1 0 0,0 0-1 0 0,0-1 0 0 0,0 1 1 0 0,0-1-1 0 0,0 0 0 0 0,0 0 1 0 0,0 0-1 0 0,1-1 0 0 0,-8-3 1 0 0,-11-10-1055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6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43 137 1840 0 0,'0'-20'10842'0'0,"0"19"-10736"0"0,0 1 0 0 0,1 0-1 0 0,-1 0 1 0 0,0 0 0 0 0,0 0-1 0 0,0 0 1 0 0,0-1 0 0 0,0 1-1 0 0,0 0 1 0 0,0 0-1 0 0,0 0 1 0 0,0 0 0 0 0,0-1-1 0 0,0 1 1 0 0,0 0 0 0 0,0 0-1 0 0,0 0 1 0 0,0 0 0 0 0,-2-2 1267 0 0,2 2-1267 0 0,0 0 0 0 0,0 0-1 0 0,0 0 1 0 0,0 0 0 0 0,0 0-1 0 0,-1 0 1 0 0,1 0 0 0 0,0 0-1 0 0,0 0 1 0 0,0-1-1 0 0,0 1 1 0 0,0 0 0 0 0,-1 0-1 0 0,-6 6 1323 0 0,-5 15-673 0 0,-6 235 2025 0 0,15-166-2246 0 0,12 292 103 0 0,-1-234-692 0 0,-7-93 40 0 0,-1-16 16 0 0,7 49-1 0 0,6 15 0 0 0,-8-92-9 0 0,0-13-14 0 0,4-10-15 0 0,-9 11 36 0 0,20-29-30 0 0,-13 20 24 0 0,0 0 0 0 0,0 0 0 0 0,-2-1 0 0 0,9-19 0 0 0,-7 13-3 0 0,1 1 1 0 0,0 0-1 0 0,1 0 0 0 0,1 1 0 0 0,23-27 0 0 0,-28 37-21 0 0,-2 1 13 0 0,0 0 0 0 0,1 0 0 0 0,0 1 0 0 0,0 0 0 0 0,0-1 0 0 0,0 1 0 0 0,1 1 0 0 0,-1-1 0 0 0,1 1 0 0 0,-1 0 0 0 0,1 0 0 0 0,0 0-1 0 0,0 1 1 0 0,0-1 0 0 0,0 1 0 0 0,0 0 0 0 0,7 0 0 0 0,-10 2 12 0 0,0-1-1 0 0,0 0 0 0 0,0 1 1 0 0,0-1-1 0 0,0 1 1 0 0,0 0-1 0 0,0 0 0 0 0,0 0 1 0 0,0 0-1 0 0,0 0 1 0 0,-1 0-1 0 0,1 0 0 0 0,0 0 1 0 0,-1 1-1 0 0,2 1 1 0 0,21 25-59 0 0,-20-23 45 0 0,8 12 7 0 0,0-1 0 0 0,0 2 0 0 0,-2 0 0 0 0,0 0 0 0 0,-1 1 0 0 0,-1 0 0 0 0,9 32 0 0 0,-9-25 14 0 0,18 42 0 0 0,3 11 0 0 0,-17-55 15 0 0,-10-23 54 0 0,6-5 75 0 0,-5 3-111 0 0,0-1-1 0 0,-1 0 1 0 0,0 0-1 0 0,1 0 1 0 0,-1-1-1 0 0,0 1 1 0 0,0 0 0 0 0,0-1-1 0 0,0 1 1 0 0,-1-1-1 0 0,1 0 1 0 0,-1 1-1 0 0,2-4 1 0 0,13-45 380 0 0,-8 23-148 0 0,2-11 53 0 0,-1 0 1 0 0,3-50 0 0 0,0 3-13 0 0,24-191 153 0 0,3-17-78 0 0,-30 239-380 0 0,33-151-14 0 0,-32 162-113 0 0,16-51-392 0 0,-22 85 233 0 0,0 0 0 0 0,1 1 0 0 0,0-1 1 0 0,0 1-1 0 0,1 0 0 0 0,13-16 0 0 0,-7 12-1006 0 0,-7 4-48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7832 0 0,'-10'5'848'0'0,"1"1"-609"0"0,4-4 284 0 0,1 1 1 0 0,-1-1-1 0 0,1 1 0 0 0,-1 1 0 0 0,1-1 0 0 0,0 0 1 0 0,0 1-1 0 0,1 0 0 0 0,-1 0 0 0 0,1 0 1 0 0,0 0-1 0 0,0 1 0 0 0,0-1 0 0 0,-3 10 0 0 0,-34 110 2363 0 0,35-110-2666 0 0,1 2 0 0 0,0-1 0 0 0,-2 24 1 0 0,-5 21 324 0 0,10-50-450 0 0,-1-1 1 0 0,1 1-1 0 0,1 0 0 0 0,0 12 0 0 0,-1 19 173 0 0,1-34-225 0 0,0 0 0 0 0,0 0 0 0 0,1 0 0 0 0,0 0-1 0 0,3 11 1 0 0,-3-12-11 0 0,1 1 0 0 0,-1-1-1 0 0,-1 1 1 0 0,1-1 0 0 0,-1 0-1 0 0,-1 12 1 0 0,1-16-17 0 0,-1 0 1 0 0,1 0-1 0 0,0 0 1 0 0,0-1-1 0 0,0 1 0 0 0,0 0 1 0 0,0 0-1 0 0,0 0 1 0 0,0-1-1 0 0,0 1 0 0 0,1 0 1 0 0,-1 0-1 0 0,1-1 1 0 0,-1 1-1 0 0,1 0 0 0 0,0 0 1 0 0,0-1-1 0 0,0 1 1 0 0,0-1-1 0 0,0 1 0 0 0,0-1 1 0 0,2 3-1 0 0,-1-3 7 0 0,0 0-1 0 0,0 1 0 0 0,1-1 0 0 0,-1 0 1 0 0,0 0-1 0 0,1-1 0 0 0,-1 1 1 0 0,1 0-1 0 0,-1-1 0 0 0,1 1 1 0 0,-1-1-1 0 0,1 0 0 0 0,-1 0 0 0 0,4 0 1 0 0,5-1 22 0 0,0-1-1 0 0,0 0 1 0 0,0-1 0 0 0,0 0-1 0 0,0-1 1 0 0,12-5 0 0 0,-9 2-56 0 0,-1 0 0 0 0,-1-1 0 0 0,1-1 1 0 0,-1 0-1 0 0,0 0 0 0 0,12-14 0 0 0,-17 15-712 0 0,-1 1 0 0 0,0-1-1 0 0,6-10 1 0 0,-7 6-827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7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37 326 7368 0 0,'28'1'2628'0'0,"-16"0"-795"0"0,1-1 0 0 0,23-2-1 0 0,-32 1-1800 0 0,-1 1-1 0 0,0-1 1 0 0,1 0-1 0 0,-1 0 0 0 0,0 0 1 0 0,0 0-1 0 0,0-1 1 0 0,0 1-1 0 0,0-1 0 0 0,0 0 1 0 0,0 0-1 0 0,-1 0 1 0 0,1 0-1 0 0,-1-1 0 0 0,4-3 1 0 0,4-6-264 0 0,2-4-21 0 0</inkml:trace>
  <inkml:trace contextRef="#ctx0" brushRef="#br0" timeOffset="1">1 1 8752 0 0,'18'0'1531'0'0,"1"0"0"0"0,-1 0 0 0 0,26 5 0 0 0,28 2 2168 0 0,-40-11-3831 0 0,-15 4-528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7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11976 0 0,'-2'38'1414'0'0,"-12"68"1"0"0,0-1 2241 0 0,10-64-3103 0 0,3 1 0 0 0,4 42-1 0 0,-2-75-530 0 0,0 6-115 0 0,1-1 0 0 0,7 27 0 0 0,-6-38-2361 0 0,0-8 1042 0 0,4-17-725 0 0,-6 17 1220 0 0,4-13-1273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14 413 2304 0 0,'0'-4'-68'0'0,"0"-76"660"0"0,8-104 6940 0 0,-6 174-7061 0 0,-1 0 0 0 0,1 0-1 0 0,1 0 1 0 0,0 1 0 0 0,0-1 0 0 0,6-11 0 0 0,-6 17-209 0 0,-1-1 0 0 0,1 1 0 0 0,0-1 0 0 0,0 1-1 0 0,0 0 1 0 0,0 0 0 0 0,1 0 0 0 0,0 1 0 0 0,-1-1 0 0 0,1 1 0 0 0,1 0-1 0 0,-1 0 1 0 0,8-4 0 0 0,-9 6-156 0 0,-1 0 1 0 0,1 0-1 0 0,0 0 0 0 0,-1 0 0 0 0,1 0 0 0 0,0 1 0 0 0,0-1 1 0 0,-1 1-1 0 0,1 0 0 0 0,0 0 0 0 0,0 0 0 0 0,0 0 1 0 0,0 1-1 0 0,-1-1 0 0 0,1 1 0 0 0,0-1 0 0 0,0 1 1 0 0,3 1-1 0 0,-3 0-5 0 0,1 1-1 0 0,-1-1 1 0 0,0 0 0 0 0,1 1 0 0 0,-1 0 0 0 0,0 0-1 0 0,-1 0 1 0 0,1 0 0 0 0,0 0 0 0 0,-1 0-1 0 0,3 5 1 0 0,2 7 162 0 0,0 0 0 0 0,-1 0 0 0 0,0 1 0 0 0,6 30-1 0 0,-11-35-127 0 0,0 0 0 0 0,-1 1 1 0 0,0-1-1 0 0,0 0 0 0 0,-2 0 0 0 0,1 0 0 0 0,-1 0 0 0 0,-1 0 0 0 0,-4 14 0 0 0,5-20-122 0 0,0 1-1 0 0,0-1 1 0 0,-1 1-1 0 0,0-1 1 0 0,0 0 0 0 0,0 0-1 0 0,0 0 1 0 0,-1-1 0 0 0,0 1-1 0 0,0-1 1 0 0,0 0 0 0 0,-1 0-1 0 0,1 0 1 0 0,-1 0-1 0 0,0-1 1 0 0,0 0 0 0 0,0 0-1 0 0,-8 3 1 0 0,10-5-126 0 0,-5 0 289 0 0,8-1-209 0 0,0 0 1 0 0,0 1-1 0 0,0-1 0 0 0,0 0 1 0 0,-1 0-1 0 0,1 0 0 0 0,0 0 1 0 0,0 0-1 0 0,0 1 0 0 0,0-1 1 0 0,0 0-1 0 0,0 0 0 0 0,0 0 0 0 0,0 0 1 0 0,0 1-1 0 0,0-1 0 0 0,0 0 1 0 0,0 0-1 0 0,0 0 0 0 0,0 0 1 0 0,0 1-1 0 0,0-1 0 0 0,0 0 1 0 0,0 0-1 0 0,0 0 0 0 0,0 0 1 0 0,0 0-1 0 0,1 1 0 0 0,-1-1 0 0 0,0 0 1 0 0,0 0-1 0 0,0 0 0 0 0,0 0 1 0 0,0 0-1 0 0,0 0 0 0 0,0 1 1 0 0,1-1-1 0 0,-1 0 0 0 0,0 0 1 0 0,0 0-1 0 0,0 0 0 0 0,0 0 1 0 0,0 0-1 0 0,1 0 0 0 0,-1 0 0 0 0,0 0 1 0 0,0 0-1 0 0,0 0 0 0 0,0 0 1 0 0,1 0-1 0 0,38 27 34 0 0,-15-8 208 0 0,-17-14-40 0 0,-1-1 1 0 0,0 1-1 0 0,0 1 0 0 0,0-1 0 0 0,-1 1 1 0 0,0 0-1 0 0,0 0 0 0 0,8 14 0 0 0,-12-17 3 0 0,1 1-1 0 0,-1 0 0 0 0,-1 0 0 0 0,1 0 1 0 0,-1 0-1 0 0,1 0 0 0 0,-1 0 0 0 0,0 0 1 0 0,0 0-1 0 0,-1 0 0 0 0,1 0 0 0 0,-3 8 1 0 0,0-1 95 0 0,-1 1 1 0 0,0-1 0 0 0,-6 12 0 0 0,-1-1-102 0 0,-1-1 0 0 0,0 0 0 0 0,-24 30 1 0 0,32-47-191 0 0,0 1 1 0 0,0-1-1 0 0,0 1 1 0 0,0-1-1 0 0,-1 0 0 0 0,1-1 1 0 0,-1 1-1 0 0,0-1 1 0 0,0 0-1 0 0,-1 0 1 0 0,1 0-1 0 0,-1-1 1 0 0,1 0-1 0 0,-1 0 0 0 0,0 0 1 0 0,1-1-1 0 0,-1 0 1 0 0,0 0-1 0 0,0 0 1 0 0,-10-1-1 0 0,14 0-77 0 0,1-1 0 0 0,-1 1 0 0 0,0 0 0 0 0,0-1 0 0 0,0 0 0 0 0,0 1 0 0 0,0-1 0 0 0,1 0 0 0 0,-1 0 0 0 0,0 0 0 0 0,1 0 0 0 0,-3-3 0 0 0,-10-12-6923 0 0,6 2-1034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 23 8752 0 0,'-2'-2'221'0'0,"-1"-1"1"0"0,1 1-1 0 0,-1 1 1 0 0,0-1 0 0 0,0 0-1 0 0,0 0 1 0 0,0 1-1 0 0,0 0 1 0 0,0-1-1 0 0,0 1 1 0 0,0 1 0 0 0,0-1-1 0 0,-1 0 1 0 0,1 1-1 0 0,-5-1 1 0 0,-7 1 1678 0 0,-1 0 0 0 0,-16 2 1 0 0,23-1-1556 0 0,-124 23 3080 0 0,61-9-2458 0 0,36-6-592 0 0,-46 16 0 0 0,56-16-247 0 0,18-6-94 0 0,1-1 0 0 0,-1 2 0 0 0,1-1 0 0 0,0 1 1 0 0,0 0-1 0 0,0 0 0 0 0,0 1 0 0 0,1 0 0 0 0,-1 0 0 0 0,1 1 1 0 0,-8 10-1 0 0,11-12-29 0 0,0 0-1 0 0,0 1 1 0 0,1-1 0 0 0,0 1-1 0 0,0-1 1 0 0,0 1 0 0 0,0 0-1 0 0,1 0 1 0 0,0 0 0 0 0,0 0-1 0 0,0 0 1 0 0,0 0 0 0 0,1 0-1 0 0,0 0 1 0 0,0 0 0 0 0,0 1 0 0 0,1-1-1 0 0,0 0 1 0 0,1 6 0 0 0,1-3-9 0 0,-1 1 1 0 0,1-1-1 0 0,1 0 1 0 0,-1 0-1 0 0,1 0 1 0 0,1-1-1 0 0,-1 1 1 0 0,1-1-1 0 0,7 7 1 0 0,-3-4-1 0 0,1 0 0 0 0,1-1 1 0 0,0 0-1 0 0,21 13 0 0 0,-6-4 38 0 0,0 1-1 0 0,-2 2 0 0 0,0 0 1 0 0,-1 1-1 0 0,-2 2 0 0 0,0 0 1 0 0,30 47-1 0 0,-36-49 50 0 0,-5-9-14 0 0,-1 1 0 0 0,-1-1 0 0 0,11 26 0 0 0,-9-12 98 0 0,-3 1 1 0 0,7 37 0 0 0,-10-44-57 0 0,-3-11-25 0 0,0 1-1 0 0,0-1 1 0 0,-1 1-1 0 0,-1-1 1 0 0,0 1-1 0 0,0-1 1 0 0,-5 19-1 0 0,-28 69 686 0 0,27-82-676 0 0,-2 0 0 0 0,0 0 0 0 0,-1-1 1 0 0,0 0-1 0 0,-1 0 0 0 0,-1-2 0 0 0,-20 20 0 0 0,25-28-76 0 0,1 0-1 0 0,-1 0 1 0 0,0-1 0 0 0,0 0-1 0 0,-1 0 1 0 0,1-1 0 0 0,-1 0-1 0 0,0-1 1 0 0,0 1-1 0 0,0-1 1 0 0,0-1 0 0 0,0 1-1 0 0,0-1 1 0 0,0-1 0 0 0,0 0-1 0 0,0 0 1 0 0,-1 0-1 0 0,-14-4 1 0 0,7 1-50 0 0,2 0-1 0 0,-1-2 1 0 0,0 1-1 0 0,1-2 0 0 0,0 0 1 0 0,0-1-1 0 0,1 0 1 0 0,0-1-1 0 0,-18-13 1 0 0,26 17-80 0 0,0-1 0 0 0,1 1 0 0 0,-1-1 0 0 0,1 0 0 0 0,0 0 0 0 0,-5-9 1 0 0,7 13 0 0 0,1-1 0 0 0,0 0 0 0 0,0 0 0 0 0,1 0 0 0 0,-1 0 0 0 0,0 0 0 0 0,1 0 0 0 0,-1 0 0 0 0,1 0 1 0 0,0 0-1 0 0,-1 0 0 0 0,1 0 0 0 0,0 0 0 0 0,0 0 0 0 0,0 0 0 0 0,1 0 0 0 0,-1-1 0 0 0,0 1 0 0 0,1 0 0 0 0,0 0 1 0 0,-1 0-1 0 0,1 0 0 0 0,0 1 0 0 0,1-3 0 0 0,23-28-4155 0 0,-12 16-3112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9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91 472 5064 0 0,'-3'41'333'0'0,"1"-4"1217"0"0,-8-13 9653 0 0,10-24-11092 0 0,0 0 1 0 0,0-1-1 0 0,0 1 0 0 0,0 0 0 0 0,0 0 0 0 0,0 0 0 0 0,0 0 0 0 0,-1 0 0 0 0,1-1 0 0 0,0 1 1 0 0,-9-20 2187 0 0,-5-22-1678 0 0,0-8-393 0 0,2 0 0 0 0,2 0 0 0 0,3-2 1 0 0,-2-72-1 0 0,9 102-204 0 0,6-39 0 0 0,-5 53-10 0 0,1-1 0 0 0,0 1 0 0 0,1-1 1 0 0,0 1-1 0 0,0 0 0 0 0,0 0 0 0 0,8-12 0 0 0,-10 17 19 0 0,15-10 154 0 0,-13 12-195 0 0,0 0 0 0 0,-1 0-1 0 0,1 0 1 0 0,0 0 0 0 0,0 0-1 0 0,0 1 1 0 0,0-1 0 0 0,0 1-1 0 0,0 0 1 0 0,0 0 0 0 0,0 0-1 0 0,-1 0 1 0 0,1 1 0 0 0,0-1-1 0 0,0 1 1 0 0,0 0 0 0 0,0 0-1 0 0,0 0 1 0 0,-1 0 0 0 0,1 0-1 0 0,-1 0 1 0 0,4 3 0 0 0,4 1 60 0 0,-1 1 1 0 0,1 0-1 0 0,-1 1 0 0 0,12 11 1 0 0,-8-4 48 0 0,-1 1 1 0 0,-1 1-1 0 0,0 0 1 0 0,-1 1-1 0 0,10 21 1 0 0,-4-9 26 0 0,-8-12-35 0 0,-1 0 0 0 0,0 1-1 0 0,-2 0 1 0 0,0 0 0 0 0,0 0-1 0 0,-2 1 1 0 0,0 0 0 0 0,-2 0-1 0 0,0-1 1 0 0,0 1 0 0 0,-4 22-1 0 0,2-29-11 0 0,-1-1 0 0 0,-1 0 0 0 0,0 0 1 0 0,0 0-1 0 0,-1 0 0 0 0,0-1 0 0 0,-1 1 0 0 0,0-1 0 0 0,0 0 0 0 0,-2-1 0 0 0,1 1 0 0 0,-1-1 0 0 0,0 0 0 0 0,-1-1 0 0 0,-14 14 1 0 0,18-20-101 0 0,1 0 0 0 0,0 0 0 0 0,-1 0 1 0 0,1 0-1 0 0,-1-1 0 0 0,1 1 0 0 0,-1-1 1 0 0,0 0-1 0 0,0 0 0 0 0,0 0 1 0 0,1 0-1 0 0,-1-1 0 0 0,0 0 0 0 0,0 0 1 0 0,0 0-1 0 0,0 0 0 0 0,0 0 0 0 0,0-1 1 0 0,0 0-1 0 0,0 0 0 0 0,1 0 1 0 0,-1 0-1 0 0,0 0 0 0 0,1-1 0 0 0,-7-3 1 0 0,2 0-642 0 0,0-1 0 0 0,1 1 1 0 0,0-1-1 0 0,0 0 0 0 0,0-1 0 0 0,1 0 1 0 0,0 0-1 0 0,0 0 0 0 0,-8-15 1 0 0,4 2-1379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29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15000 0 0,'0'0'730'0'0,"-13"16"173"0"0,8-11-805 0 0,0 1 1 0 0,-1-1-1 0 0,0 0 0 0 0,0-1 1 0 0,-9 6-1 0 0,8-6 293 0 0,0 0-1 0 0,1 1 1 0 0,0 0 0 0 0,-9 9 0 0 0,-40 49 1868 0 0,-78 120 0 0 0,128-174-2144 0 0,0 1 1 0 0,0-1-1 0 0,1 1 0 0 0,0 0 0 0 0,1 1 0 0 0,0-1 1 0 0,0 1-1 0 0,1-1 0 0 0,-1 18 0 0 0,3-23-79 0 0,0-1 0 0 0,0 0 0 0 0,0 0 0 0 0,1 1-1 0 0,-1-1 1 0 0,1 0 0 0 0,0 0 0 0 0,0 0 0 0 0,1 1 0 0 0,-1-1 0 0 0,1-1-1 0 0,0 1 1 0 0,0 0 0 0 0,0 0 0 0 0,0-1 0 0 0,1 1 0 0 0,0-1 0 0 0,-1 0-1 0 0,1 1 1 0 0,0-1 0 0 0,1-1 0 0 0,-1 1 0 0 0,0 0 0 0 0,1-1 0 0 0,0 0-1 0 0,4 3 1 0 0,0-2-76 0 0,-1-1 1 0 0,1 1-1 0 0,0-2 0 0 0,-1 1 0 0 0,1-1 0 0 0,0 0 0 0 0,0 0 1 0 0,0-1-1 0 0,0 0 0 0 0,9-2 0 0 0,8-2-525 0 0,45-12 0 0 0,-57 12-172 0 0,0-1 0 0 0,0 0 0 0 0,17-10 0 0 0,-28 15 675 0 0,28-17-1496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9040 0 0,'0'0'816'0'0,"0"12"-656"0"0,-6 52 2749 0 0,3-41-2025 0 0,-19 304 6105 0 0,14-152-6909 0 0,7-152-469 0 0,0-15-125 0 0,1 0 0 0 0,0 0-1 0 0,0-1 1 0 0,1 1 0 0 0,0 0-1 0 0,2 8 1 0 0,2-4-1071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0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4144 0 0,'1'11'371'0'0,"19"50"184"0"0,-6-25 2704 0 0,-8-19-1871 0 0,1-1-1 0 0,1 0 1 0 0,1-1 0 0 0,17 25-1 0 0,-4-11-129 0 0,32 32-1 0 0,-35-42-1056 0 0,2-1 0 0 0,29 21 0 0 0,-39-32-348 0 0,1-3-12 0 0</inkml:trace>
  <inkml:trace contextRef="#ctx0" brushRef="#br0" timeOffset="1">124 164 18687 0 0,'0'0'912'0'0,"3"-11"-400"0"0,2 3 8 0 0,0-4-416 0 0,-5 1-104 0 0,3-5 0 0 0,7 4 0 0 0,-5 1 176 0 0,3-5 16 0 0,0 0 0 0 0,5 4 0 0 0,2-2-712 0 0,1 1-144 0 0,-2 1-24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1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12608 0 0,'-5'9'1142'0'0,"2"-3"-1009"0"0,-1 1 0 0 0,1-1 0 0 0,-2-1 0 0 0,1 1 0 0 0,-8 7 0 0 0,6-6 504 0 0,0 0 0 0 0,0 0 1 0 0,-6 11-1 0 0,-3 11 571 0 0,-55 108 1625 0 0,61-116-2497 0 0,1 1 0 0 0,1 0 1 0 0,1 0-1 0 0,-5 39 0 0 0,10-46-181 0 0,1 0 0 0 0,0-1-1 0 0,3 19 1 0 0,-1-13-114 0 0,-1-17-12 0 0,0 0 0 0 0,-1-1 0 0 0,1 1-1 0 0,0-1 1 0 0,0 1 0 0 0,0-1 0 0 0,1 0-1 0 0,-1 1 1 0 0,1-1 0 0 0,-1 0 0 0 0,1 0-1 0 0,0 0 1 0 0,-1 0 0 0 0,1 0 0 0 0,0 0-1 0 0,1-1 1 0 0,-1 1 0 0 0,0 0 0 0 0,0-1 0 0 0,1 0-1 0 0,-1 0 1 0 0,0 1 0 0 0,1-1 0 0 0,4 1-1 0 0,-1 0 95 0 0,0-1-1 0 0,0 1 1 0 0,0-1-1 0 0,0 0 1 0 0,1-1-1 0 0,-1 1 1 0 0,0-1-1 0 0,0-1 1 0 0,9 0-1 0 0,2-5-27 0 0,-9 0-172 0 0,0 0 1 0 0,0-1-1 0 0,-1 1 1 0 0,0-2-1 0 0,0 1 0 0 0,0-1 1 0 0,-1 0-1 0 0,8-14 1 0 0,3-3-452 0 0,-8 9-1118 0 0,-1 0-506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1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1 431 10592 0 0,'0'0'964'0'0,"14"7"1736"0"0,-12-6-2482 0 0,1 0 1 0 0,0 0 0 0 0,0-1 0 0 0,0 1 0 0 0,0 0 0 0 0,-1-1-1 0 0,1 0 1 0 0,0 0 0 0 0,0 0 0 0 0,0 0 0 0 0,0 0 0 0 0,0-1 0 0 0,0 1-1 0 0,0-1 1 0 0,-1 0 0 0 0,1 0 0 0 0,0 0 0 0 0,-1 0 0 0 0,1 0-1 0 0,0 0 1 0 0,3-3 0 0 0,25-25-160 0 0,-11 11-5503 0 0,-9 9-441 0 0</inkml:trace>
  <inkml:trace contextRef="#ctx0" brushRef="#br0" timeOffset="1">103 208 12176 0 0,'-15'-16'544'0'0,"12"8"104"0"0,3 2-520 0 0,0-7-128 0 0,0 1 0 0 0,0-2 0 0 0,3-2 800 0 0,-3-1 136 0 0,10 3 24 0 0,-2-3 7 0 0,2 6-775 0 0,-2 0-192 0 0,0-2 0 0 0,7 6 0 0 0,1-1-488 0 0,2 0-143 0 0,22-3-25 0 0,-6 6-8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1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13216 0 0,'0'0'584'0'0,"13"0"120"0"0,0 0-560 0 0,2-8-144 0 0,1-4 0 0 0,2 4 0 0 0,0-3 560 0 0,5-1 80 0 0,-2 1 23 0 0,5-2 1 0 0,-4 2-392 0 0,4-1-80 0 0,0 1-8 0 0,-3 3-8 0 0,-5-3-112 0 0,-2 6-64 0 0,7-7 64 0 0</inkml:trace>
  <inkml:trace contextRef="#ctx0" brushRef="#br0" timeOffset="1">339 0 11056 0 0,'0'4'68'0'0,"0"0"0"0"0,0-1 0 0 0,0 1 0 0 0,-1-1 0 0 0,1 1 0 0 0,-1-1-1 0 0,0 1 1 0 0,0-1 0 0 0,0 0 0 0 0,-1 1 0 0 0,1-1 0 0 0,-1 0 0 0 0,1 0 0 0 0,-1 0 0 0 0,0 0 0 0 0,-1 0 0 0 0,-4 5 0 0 0,-8 14-91 0 0,-1 6 2768 0 0,-21 54 0 0 0,7-13-97 0 0,21-48-2317 0 0,2-1 1 0 0,0 2-1 0 0,1-1 0 0 0,1 1 1 0 0,-4 39-1 0 0,10-33-731 0 0,5-9-5705 0 0,-1-7-716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21 18599 0 0,'0'0'900'0'0,"-13"-17"240"0"0,11 16-1098 0 0,-1 1 0 0 0,1-1 0 0 0,0 1-1 0 0,-1-1 1 0 0,1 1 0 0 0,0 0-1 0 0,-1-1 1 0 0,1 1 0 0 0,-1 0 0 0 0,1 1-1 0 0,0-1 1 0 0,-1 0 0 0 0,1 1 0 0 0,0-1-1 0 0,-1 1 1 0 0,1 0 0 0 0,0 0-1 0 0,-3 1 1 0 0,-7 4 406 0 0,1 1 0 0 0,-14 9-1 0 0,-4 3-11 0 0,20-14-416 0 0,0 0 0 0 0,0 1 0 0 0,0 0-1 0 0,1 1 1 0 0,-1-1 0 0 0,2 2 0 0 0,-13 13 0 0 0,18-18-25 0 0,-1 1 0 0 0,0 0 0 0 0,1-1 0 0 0,0 1 0 0 0,0 0 1 0 0,0 0-1 0 0,0 1 0 0 0,1-1 0 0 0,0 0 0 0 0,0 0 1 0 0,0 1-1 0 0,0-1 0 0 0,1 1 0 0 0,-1-1 0 0 0,1 1 1 0 0,0-1-1 0 0,1 1 0 0 0,-1-1 0 0 0,1 0 0 0 0,2 9 1 0 0,8 17 134 0 0,2 0 0 0 0,2-1 1 0 0,0 0-1 0 0,33 44 0 0 0,-40-61 19 0 0,-6-9-97 0 0,9 13 249 0 0,-1-1-1 0 0,0 1 1 0 0,-2 1 0 0 0,12 29 0 0 0,-17-33 77 0 0,-2 1 1 0 0,1 0 0 0 0,-2 0 0 0 0,0-1 0 0 0,0 1-1 0 0,-1 0 1 0 0,-4 15 0 0 0,1-16-244 0 0,0 0 0 0 0,-1-1-1 0 0,0 1 1 0 0,-1-1 0 0 0,0 0 0 0 0,-1-1 0 0 0,-1 0-1 0 0,0 0 1 0 0,0 0 0 0 0,-11 10 0 0 0,13-16-150 0 0,0 0 0 0 0,0 0 0 0 0,-1-1 0 0 0,0 1 0 0 0,1-1-1 0 0,-2-1 1 0 0,1 1 0 0 0,0-1 0 0 0,-1-1 0 0 0,1 1 0 0 0,-1-1 0 0 0,0-1 0 0 0,0 1 0 0 0,-15 0 0 0 0,3-2-802 0 0,-1-1-1 0 0,1 0 1 0 0,0-2-1 0 0,-35-8 1 0 0,35 3-5643 0 0,6-2-1889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2760 0 0,'0'0'6450'0'0,"23"-10"382"0"0,14-29-3379 0 0,-35 38-3005 0 0,11-3 448 0 0,3-2-240 0 0,1 0 0 0 0,28-4 0 0 0,-30 7-459 0 0,0-1-1 0 0,-1 0 0 0 0,1-1 0 0 0,18-8 1 0 0,-1-5 473 0 0,32-15 94 0 0,-57 30-834 0 0,0 0 1 0 0,0 1-1 0 0,0 0 0 0 0,0 0 1 0 0,1 1-1 0 0,-1 0 1 0 0,9-1-1 0 0,-14 2-658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3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3680 0 0,'0'0'167'0'0,"6"15"1755"0"0,-5-7-298 0 0,-1 1-1 0 0,1 0 0 0 0,-2 11 1 0 0,0-10-1119 0 0,0 1 0 0 0,-1-1 0 0 0,0 0 0 0 0,-1-1 0 0 0,-3 11 0 0 0,0 10-18 0 0,2-5-143 0 0,-2 1 144 0 0,0 0 1 0 0,-2 53-1 0 0,5-48-80 0 0,-8 45 0 0 0,-8 38-132 0 0,-2 5-38 0 0,-9 36-15 0 0,30-155-149 0 0,0 1 1 0 0,0-1-1 0 0,-1 0 0 0 0,1 0 1 0 0,0 0-1 0 0,0 1 0 0 0,0-1 1 0 0,0 0-1 0 0,0 0 0 0 0,0 0 1 0 0,0 1-1 0 0,0-1 0 0 0,0 0 1 0 0,0 0-1 0 0,0 1 0 0 0,0-1 1 0 0,0 0-1 0 0,1 0 0 0 0,-1 0 1 0 0,0 1-1 0 0,0-1 0 0 0,0 0 1 0 0,0 0-1 0 0,0 0 0 0 0,0 0 1 0 0,0 1-1 0 0,1-1 0 0 0,-1 0 1 0 0,0 0-1 0 0,0 0 0 0 0,0 0 1 0 0,0 0-1 0 0,1 1 0 0 0,-1-1 1 0 0,0 0-1 0 0,0 0 0 0 0,0 0 1 0 0,1 0-1 0 0,10-2 1213 0 0,19-12-861 0 0,-22 10 10 0 0,39-25 588 0 0,-44 28-975 0 0,-2 0 1 0 0,1 0-1 0 0,0-1 0 0 0,0 1 0 0 0,0-1 1 0 0,-1 1-1 0 0,1-1 0 0 0,-1 0 1 0 0,3-3-1 0 0,-3 3-8 0 0,1 0 0 0 0,-1 1 0 0 0,1-1 0 0 0,-1 0-1 0 0,1 1 1 0 0,0-1 0 0 0,-1 1 0 0 0,1-1 0 0 0,0 1 0 0 0,0 0 0 0 0,4-2 0 0 0,7-2 99 0 0,1 0 1 0 0,-1-1-1 0 0,-1 0 1 0 0,15-10 0 0 0,-26 15-261 0 0,0 0-22 0 0,0 1-149 0 0,10-9 415 0 0,-6 3-5077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0 144 4608 0 0,'0'0'857'0'0,"18"-4"6634"0"0,-9 1-5856 0 0,1 0 1 0 0,0-1 0 0 0,-1-1-1 0 0,17-9 1 0 0,-14 5-1437 0 0,0 0-1 0 0,0 0 1 0 0,-1-1 0 0 0,0 0-1 0 0,11-15 1 0 0,-4-3-2082 0 0,-13 17 191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1-24T21:15:34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15664 0 0,'0'0'2391'0'0,"9"-3"-1591"0"0,3-2 16 0 0,1 1 8 0 0,-3 1-456 0 0,-2-2-88 0 0,2 2-24 0 0,-2-2 0 0 0,10 2-656 0 0,-10 0-136 0 0,23-5-24 0 0,0 0-8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48C4-5EFF-452E-9369-31FF4347F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B2043-8EE5-4AFD-88ED-D77D86213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6D6A6-669B-4ED5-956B-C225F3F6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5894A-26F9-43B1-B8D1-20071517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65512-9EF0-4D68-9B06-07511BE5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461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11A2-7792-44CF-919F-F0DA036F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B4576-1043-4523-B25A-EE45AB566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572FF-19CA-4829-8840-B99569F6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78237-C414-415D-8449-D25D9FA46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5A19E-FE95-4338-A600-FBEE7E97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399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77EE0-51AD-4341-BC11-EC12B0DE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ECF40-7BA0-4D76-B5AF-83D85A7F7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3723F-AEE9-45EF-BF8B-B4AF1145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1B1E1-BB42-4BFD-958D-3C3A721A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CA0E4-2846-489F-A2B9-1E2A9F23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741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CE93-31AA-4136-B180-969BC8F8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8D9E-E36F-4427-8277-38B6640F7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DB6D4-F28C-4FFA-863F-293A8BF5C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8D101-6509-458E-90D2-1C7678FA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22AA3-DE8E-402A-A736-A79C42C5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2E4F0-8E3D-4ACF-A259-1ADF1A4E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326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836B-287F-4955-B99D-D9570D453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F74D7-E26C-4849-9C28-D4C6112B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767FA-64ED-494F-B661-69A0845F1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4DF9C-BCB5-4427-978D-797F86D48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8A55C-38CE-41C9-A6F4-153A2E722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687A4-ABA7-4AFE-AF32-1E44E407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D0265-6E27-4BE4-84E7-7127178E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9E02D-4B41-4F0C-B80E-133F55A6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1258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A63E-C9B9-4150-BE30-913C51CC0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0D631-6900-4D7F-A20B-4570D510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9EE22-92C0-4EFB-A854-128ABDA1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F8E69-2F09-48C1-A5F5-B2029F20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446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EDFE76-FE11-42B9-BA34-FA4D14E6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60ED5-4B22-4635-BEEC-F7BFD08A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A4B4E-6387-459A-9689-D33C05A3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129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E962-C828-4CFF-89A6-A5B25C60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DD363-8048-433D-A6AB-FFB7905FA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AAFAB-F270-458D-B493-FC4C46FFF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46F7F-CBAB-40DC-BDD7-F2B13004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2F8B0-C284-47CF-8CCB-7168D29E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96CA-6D26-4250-946C-6F17F33E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7821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A498-B301-414F-96B6-116CB18A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BB9BE-1D73-4262-9FA2-C78803ECB3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ED2A4-27A4-4CE5-B4B5-A06E72DCF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6952A-CE7D-42C6-A56F-4BF6AB5F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8BAB6-4A0E-4B0A-A654-3217B147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73958-70F1-4A4C-8452-E60D222A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137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E65C-CC17-4753-83B6-EABBCC36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772F8-E5E2-494B-929A-5F14A47C3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42766-C2B9-41EA-832F-A624297A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2EDE-3B91-402F-8BBB-59056D4E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7899-C835-405C-947F-E60A2EE8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7811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CB710-AFEE-4168-80A1-D350A65CE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88269-E13D-4BC0-BC79-38AC5D3D8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DC4D6-C26D-4793-B19A-AE03B1605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4CAF-C85B-48AC-B1AD-77FC1617B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F604B-63C4-4668-BC3E-FA2EAF187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259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4EBEC-EE88-407B-BC76-4FF71268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2D48D-34C0-43A5-9A74-210FEF5B1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6D66F-51B3-486E-8217-A4F39A5FC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F7637-5F6C-4837-BEAF-E32B6CD20E59}" type="datetimeFigureOut">
              <a:rPr lang="en-IE" smtClean="0"/>
              <a:t>25/11/2020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BB0D7-9AD4-4334-8032-889A1FDB5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A9044-7354-45BF-990E-ABCEC2BCC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16D27-9F84-49BF-A176-54EEF12FADE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728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customXml" Target="../ink/ink5.xml"/><Relationship Id="rId4" Type="http://schemas.openxmlformats.org/officeDocument/2006/relationships/image" Target="../media/image5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11.xml"/><Relationship Id="rId18" Type="http://schemas.openxmlformats.org/officeDocument/2006/relationships/image" Target="../media/image25.png"/><Relationship Id="rId3" Type="http://schemas.openxmlformats.org/officeDocument/2006/relationships/image" Target="../media/image16.png"/><Relationship Id="rId21" Type="http://schemas.openxmlformats.org/officeDocument/2006/relationships/customXml" Target="../ink/ink15.xml"/><Relationship Id="rId7" Type="http://schemas.openxmlformats.org/officeDocument/2006/relationships/customXml" Target="../ink/ink8.xml"/><Relationship Id="rId12" Type="http://schemas.openxmlformats.org/officeDocument/2006/relationships/image" Target="../media/image22.png"/><Relationship Id="rId17" Type="http://schemas.openxmlformats.org/officeDocument/2006/relationships/customXml" Target="../ink/ink13.xml"/><Relationship Id="rId2" Type="http://schemas.openxmlformats.org/officeDocument/2006/relationships/customXml" Target="../ink/ink7.xml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customXml" Target="../ink/ink10.xml"/><Relationship Id="rId5" Type="http://schemas.openxmlformats.org/officeDocument/2006/relationships/image" Target="../media/image18.png"/><Relationship Id="rId15" Type="http://schemas.openxmlformats.org/officeDocument/2006/relationships/customXml" Target="../ink/ink12.xml"/><Relationship Id="rId10" Type="http://schemas.openxmlformats.org/officeDocument/2006/relationships/image" Target="../media/image21.png"/><Relationship Id="rId19" Type="http://schemas.openxmlformats.org/officeDocument/2006/relationships/customXml" Target="../ink/ink14.xml"/><Relationship Id="rId4" Type="http://schemas.openxmlformats.org/officeDocument/2006/relationships/image" Target="../media/image17.png"/><Relationship Id="rId9" Type="http://schemas.openxmlformats.org/officeDocument/2006/relationships/customXml" Target="../ink/ink9.xml"/><Relationship Id="rId14" Type="http://schemas.openxmlformats.org/officeDocument/2006/relationships/image" Target="../media/image23.png"/><Relationship Id="rId22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31.png"/><Relationship Id="rId4" Type="http://schemas.openxmlformats.org/officeDocument/2006/relationships/customXml" Target="../ink/ink16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customXml" Target="../ink/ink26.xml"/><Relationship Id="rId26" Type="http://schemas.openxmlformats.org/officeDocument/2006/relationships/customXml" Target="../ink/ink29.xml"/><Relationship Id="rId39" Type="http://schemas.openxmlformats.org/officeDocument/2006/relationships/image" Target="../media/image52.png"/><Relationship Id="rId21" Type="http://schemas.openxmlformats.org/officeDocument/2006/relationships/image" Target="../media/image42.png"/><Relationship Id="rId34" Type="http://schemas.openxmlformats.org/officeDocument/2006/relationships/customXml" Target="../ink/ink33.xml"/><Relationship Id="rId42" Type="http://schemas.openxmlformats.org/officeDocument/2006/relationships/customXml" Target="../ink/ink37.xml"/><Relationship Id="rId47" Type="http://schemas.openxmlformats.org/officeDocument/2006/relationships/image" Target="../media/image56.png"/><Relationship Id="rId50" Type="http://schemas.openxmlformats.org/officeDocument/2006/relationships/customXml" Target="../ink/ink41.xml"/><Relationship Id="rId55" Type="http://schemas.openxmlformats.org/officeDocument/2006/relationships/image" Target="../media/image60.png"/><Relationship Id="rId7" Type="http://schemas.openxmlformats.org/officeDocument/2006/relationships/image" Target="../media/image35.png"/><Relationship Id="rId2" Type="http://schemas.openxmlformats.org/officeDocument/2006/relationships/customXml" Target="../ink/ink18.xml"/><Relationship Id="rId16" Type="http://schemas.openxmlformats.org/officeDocument/2006/relationships/customXml" Target="../ink/ink25.xml"/><Relationship Id="rId29" Type="http://schemas.openxmlformats.org/officeDocument/2006/relationships/image" Target="../media/image47.png"/><Relationship Id="rId11" Type="http://schemas.openxmlformats.org/officeDocument/2006/relationships/image" Target="../media/image37.png"/><Relationship Id="rId24" Type="http://schemas.openxmlformats.org/officeDocument/2006/relationships/customXml" Target="../ink/ink28.xml"/><Relationship Id="rId32" Type="http://schemas.openxmlformats.org/officeDocument/2006/relationships/customXml" Target="../ink/ink32.xml"/><Relationship Id="rId37" Type="http://schemas.openxmlformats.org/officeDocument/2006/relationships/image" Target="../media/image51.png"/><Relationship Id="rId40" Type="http://schemas.openxmlformats.org/officeDocument/2006/relationships/customXml" Target="../ink/ink36.xml"/><Relationship Id="rId45" Type="http://schemas.openxmlformats.org/officeDocument/2006/relationships/image" Target="../media/image55.png"/><Relationship Id="rId53" Type="http://schemas.openxmlformats.org/officeDocument/2006/relationships/image" Target="../media/image59.png"/><Relationship Id="rId5" Type="http://schemas.openxmlformats.org/officeDocument/2006/relationships/image" Target="../media/image34.png"/><Relationship Id="rId19" Type="http://schemas.openxmlformats.org/officeDocument/2006/relationships/image" Target="../media/image41.png"/><Relationship Id="rId4" Type="http://schemas.openxmlformats.org/officeDocument/2006/relationships/customXml" Target="../ink/ink19.xml"/><Relationship Id="rId9" Type="http://schemas.openxmlformats.org/officeDocument/2006/relationships/image" Target="../media/image36.png"/><Relationship Id="rId14" Type="http://schemas.openxmlformats.org/officeDocument/2006/relationships/customXml" Target="../ink/ink24.xml"/><Relationship Id="rId22" Type="http://schemas.openxmlformats.org/officeDocument/2006/relationships/customXml" Target="../ink/ink27.xml"/><Relationship Id="rId27" Type="http://schemas.openxmlformats.org/officeDocument/2006/relationships/image" Target="../media/image46.png"/><Relationship Id="rId30" Type="http://schemas.openxmlformats.org/officeDocument/2006/relationships/customXml" Target="../ink/ink31.xml"/><Relationship Id="rId35" Type="http://schemas.openxmlformats.org/officeDocument/2006/relationships/image" Target="../media/image50.png"/><Relationship Id="rId43" Type="http://schemas.openxmlformats.org/officeDocument/2006/relationships/image" Target="../media/image54.png"/><Relationship Id="rId48" Type="http://schemas.openxmlformats.org/officeDocument/2006/relationships/customXml" Target="../ink/ink40.xml"/><Relationship Id="rId56" Type="http://schemas.openxmlformats.org/officeDocument/2006/relationships/customXml" Target="../ink/ink44.xml"/><Relationship Id="rId8" Type="http://schemas.openxmlformats.org/officeDocument/2006/relationships/customXml" Target="../ink/ink21.xml"/><Relationship Id="rId51" Type="http://schemas.openxmlformats.org/officeDocument/2006/relationships/image" Target="../media/image58.png"/><Relationship Id="rId3" Type="http://schemas.openxmlformats.org/officeDocument/2006/relationships/image" Target="../media/image33.png"/><Relationship Id="rId12" Type="http://schemas.openxmlformats.org/officeDocument/2006/relationships/customXml" Target="../ink/ink23.xml"/><Relationship Id="rId17" Type="http://schemas.openxmlformats.org/officeDocument/2006/relationships/image" Target="../media/image40.png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38" Type="http://schemas.openxmlformats.org/officeDocument/2006/relationships/customXml" Target="../ink/ink35.xml"/><Relationship Id="rId46" Type="http://schemas.openxmlformats.org/officeDocument/2006/relationships/customXml" Target="../ink/ink39.xml"/><Relationship Id="rId20" Type="http://schemas.openxmlformats.org/officeDocument/2006/relationships/image" Target="../media/image30.png"/><Relationship Id="rId41" Type="http://schemas.openxmlformats.org/officeDocument/2006/relationships/image" Target="../media/image53.png"/><Relationship Id="rId54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5" Type="http://schemas.openxmlformats.org/officeDocument/2006/relationships/image" Target="../media/image39.png"/><Relationship Id="rId23" Type="http://schemas.openxmlformats.org/officeDocument/2006/relationships/image" Target="../media/image44.png"/><Relationship Id="rId28" Type="http://schemas.openxmlformats.org/officeDocument/2006/relationships/customXml" Target="../ink/ink30.xml"/><Relationship Id="rId36" Type="http://schemas.openxmlformats.org/officeDocument/2006/relationships/customXml" Target="../ink/ink34.xml"/><Relationship Id="rId49" Type="http://schemas.openxmlformats.org/officeDocument/2006/relationships/image" Target="../media/image57.png"/><Relationship Id="rId57" Type="http://schemas.openxmlformats.org/officeDocument/2006/relationships/image" Target="../media/image61.png"/><Relationship Id="rId10" Type="http://schemas.openxmlformats.org/officeDocument/2006/relationships/customXml" Target="../ink/ink22.xml"/><Relationship Id="rId31" Type="http://schemas.openxmlformats.org/officeDocument/2006/relationships/image" Target="../media/image48.png"/><Relationship Id="rId44" Type="http://schemas.openxmlformats.org/officeDocument/2006/relationships/customXml" Target="../ink/ink38.xml"/><Relationship Id="rId52" Type="http://schemas.openxmlformats.org/officeDocument/2006/relationships/customXml" Target="../ink/ink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prendiendoarduino.wordpress.com/tag/protocolos/" TargetMode="Externa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06A8-424A-496E-9819-2E136FEFEB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Internet of Things prototyping with Firebase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4BC58-98BF-4989-A779-C575B0A602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Tutorial</a:t>
            </a:r>
          </a:p>
        </p:txBody>
      </p:sp>
    </p:spTree>
    <p:extLst>
      <p:ext uri="{BB962C8B-B14F-4D97-AF65-F5344CB8AC3E}">
        <p14:creationId xmlns:p14="http://schemas.microsoft.com/office/powerpoint/2010/main" val="273353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7A14E-83B7-4066-B198-842A86D9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49674"/>
            <a:ext cx="4284420" cy="1687143"/>
          </a:xfrm>
        </p:spPr>
        <p:txBody>
          <a:bodyPr anchor="t">
            <a:normAutofit/>
          </a:bodyPr>
          <a:lstStyle/>
          <a:p>
            <a:r>
              <a:rPr lang="en-IE">
                <a:solidFill>
                  <a:schemeClr val="bg1"/>
                </a:solidFill>
              </a:rPr>
              <a:t>Firebase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642750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4A8D-FA42-4E25-B9DE-FC7BD4C3E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22" y="849338"/>
            <a:ext cx="4293299" cy="1487480"/>
          </a:xfrm>
        </p:spPr>
        <p:txBody>
          <a:bodyPr>
            <a:normAutofit lnSpcReduction="10000"/>
          </a:bodyPr>
          <a:lstStyle/>
          <a:p>
            <a:r>
              <a:rPr lang="en-IE" sz="1200" b="1" i="0" dirty="0">
                <a:effectLst/>
                <a:latin typeface="arial" panose="020B0604020202020204" pitchFamily="34" charset="0"/>
              </a:rPr>
              <a:t>Firebase</a:t>
            </a:r>
            <a:r>
              <a:rPr lang="en-IE" sz="1200" b="0" i="0" dirty="0">
                <a:effectLst/>
                <a:latin typeface="arial" panose="020B0604020202020204" pitchFamily="34" charset="0"/>
              </a:rPr>
              <a:t> is a Backend-as-a-Service (BaaS)</a:t>
            </a:r>
          </a:p>
          <a:p>
            <a:r>
              <a:rPr lang="en-GB" sz="1200" dirty="0"/>
              <a:t>Generally used for creating mobile and web applications</a:t>
            </a:r>
            <a:endParaRPr lang="en-US" sz="1200" dirty="0"/>
          </a:p>
          <a:p>
            <a:r>
              <a:rPr lang="en-IE" sz="1200" dirty="0"/>
              <a:t>Also handy for IoT</a:t>
            </a:r>
          </a:p>
          <a:p>
            <a:pPr lvl="1"/>
            <a:r>
              <a:rPr lang="en-IE" sz="1200" dirty="0"/>
              <a:t>Provides persistence, file storage, APIs and SDKs for lots of languages</a:t>
            </a:r>
          </a:p>
          <a:p>
            <a:r>
              <a:rPr lang="en-IE" sz="1600" dirty="0"/>
              <a:t>One stop shop for all the services we need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44F24-8B44-4FC2-921E-7F922364D5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4" r="-2" b="-2"/>
          <a:stretch/>
        </p:blipFill>
        <p:spPr>
          <a:xfrm>
            <a:off x="1155556" y="2631774"/>
            <a:ext cx="9889765" cy="357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0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AE6A5-6C5A-4C39-B001-78D87A35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IE" sz="4000"/>
              <a:t>Smart Doorbell – Existing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DB5BC-642C-4431-A487-C82FAE0B0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 lnSpcReduction="10000"/>
          </a:bodyPr>
          <a:lstStyle/>
          <a:p>
            <a:r>
              <a:rPr lang="en-IE" sz="2000" dirty="0"/>
              <a:t>Email image of person when press doorbell(button)</a:t>
            </a:r>
          </a:p>
          <a:p>
            <a:r>
              <a:rPr lang="en-IE" sz="2000" dirty="0"/>
              <a:t>Pros:</a:t>
            </a:r>
          </a:p>
          <a:p>
            <a:pPr lvl="1"/>
            <a:r>
              <a:rPr lang="en-IE" sz="1600" dirty="0"/>
              <a:t>Everybody has/use email</a:t>
            </a:r>
          </a:p>
          <a:p>
            <a:pPr lvl="1"/>
            <a:r>
              <a:rPr lang="en-IE" sz="1600" dirty="0"/>
              <a:t>Email inbox acts a record of doorbell event (can retrieve after event/later)</a:t>
            </a:r>
          </a:p>
          <a:p>
            <a:r>
              <a:rPr lang="en-IE" sz="2000" dirty="0"/>
              <a:t>Cons:</a:t>
            </a:r>
          </a:p>
          <a:p>
            <a:pPr lvl="1"/>
            <a:r>
              <a:rPr lang="en-IE" sz="1600" dirty="0"/>
              <a:t>Images stored on RPi (not very accessible to other apps/limited space)</a:t>
            </a:r>
          </a:p>
          <a:p>
            <a:pPr lvl="1"/>
            <a:r>
              <a:rPr lang="en-IE" sz="1600" dirty="0"/>
              <a:t>Email not really “dedicated” client(message could be lost/buried/junk)</a:t>
            </a:r>
          </a:p>
          <a:p>
            <a:pPr lvl="1"/>
            <a:r>
              <a:rPr lang="en-IE" sz="1600" dirty="0" err="1"/>
              <a:t>Rpi</a:t>
            </a:r>
            <a:r>
              <a:rPr lang="en-IE" sz="1600" dirty="0"/>
              <a:t> app “tightly coupled” to email server. Any change would require code change on RPi</a:t>
            </a:r>
          </a:p>
          <a:p>
            <a:pPr lvl="1"/>
            <a:r>
              <a:rPr lang="en-IE" sz="1600" dirty="0"/>
              <a:t>Only can be used via email (not very extensible)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BE646-73B4-467A-963C-F87E16D44E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4" r="2" b="3226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4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A8ED1-C5A0-4747-AFA6-F3167C245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557190"/>
            <a:ext cx="5170852" cy="1671564"/>
          </a:xfrm>
        </p:spPr>
        <p:txBody>
          <a:bodyPr>
            <a:normAutofit/>
          </a:bodyPr>
          <a:lstStyle/>
          <a:p>
            <a:r>
              <a:rPr lang="en-IE" sz="4000" dirty="0"/>
              <a:t>Smart Doorbell: New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E639E-1633-48A0-A573-8F4CA90AE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074" y="2398030"/>
            <a:ext cx="5180245" cy="3731058"/>
          </a:xfrm>
        </p:spPr>
        <p:txBody>
          <a:bodyPr>
            <a:normAutofit/>
          </a:bodyPr>
          <a:lstStyle/>
          <a:p>
            <a:r>
              <a:rPr lang="en-IE" sz="2000" dirty="0"/>
              <a:t>Use “Event-based” architecture</a:t>
            </a:r>
          </a:p>
          <a:p>
            <a:r>
              <a:rPr lang="en-IE" sz="2000" dirty="0"/>
              <a:t>Take a photo when the button is pressed</a:t>
            </a:r>
          </a:p>
          <a:p>
            <a:pPr lvl="1"/>
            <a:r>
              <a:rPr lang="en-IE" sz="1600" dirty="0"/>
              <a:t>Physical Computing</a:t>
            </a:r>
          </a:p>
          <a:p>
            <a:r>
              <a:rPr lang="en-IE" sz="2000" dirty="0"/>
              <a:t>Store image files in accessible file store</a:t>
            </a:r>
          </a:p>
          <a:p>
            <a:pPr lvl="1"/>
            <a:r>
              <a:rPr lang="en-IE" sz="1600" dirty="0"/>
              <a:t>Firebase Storage</a:t>
            </a:r>
          </a:p>
          <a:p>
            <a:r>
              <a:rPr lang="en-IE" sz="2000" dirty="0"/>
              <a:t>Publish “image” events when they happen</a:t>
            </a:r>
          </a:p>
          <a:p>
            <a:pPr lvl="1"/>
            <a:r>
              <a:rPr lang="en-IE" sz="1600" dirty="0"/>
              <a:t>Firebase Realtime DB</a:t>
            </a:r>
          </a:p>
          <a:p>
            <a:r>
              <a:rPr lang="en-IE" dirty="0"/>
              <a:t>View in connected app</a:t>
            </a:r>
          </a:p>
          <a:p>
            <a:pPr lvl="1"/>
            <a:r>
              <a:rPr lang="en-IE" dirty="0"/>
              <a:t>Glitch Web app</a:t>
            </a:r>
          </a:p>
          <a:p>
            <a:pPr lvl="1"/>
            <a:endParaRPr lang="en-IE" dirty="0"/>
          </a:p>
          <a:p>
            <a:endParaRPr lang="en-IE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624E7-509D-4052-886E-D2C9548BA0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8" r="15646" b="-1"/>
          <a:stretch/>
        </p:blipFill>
        <p:spPr>
          <a:xfrm>
            <a:off x="6264725" y="471998"/>
            <a:ext cx="5170852" cy="5571898"/>
          </a:xfrm>
          <a:prstGeom prst="rect">
            <a:avLst/>
          </a:prstGeom>
          <a:effectLst/>
        </p:spPr>
      </p:pic>
      <p:sp>
        <p:nvSpPr>
          <p:cNvPr id="5" name="Callout: Line 4">
            <a:extLst>
              <a:ext uri="{FF2B5EF4-FFF2-40B4-BE49-F238E27FC236}">
                <a16:creationId xmlns:a16="http://schemas.microsoft.com/office/drawing/2014/main" id="{19A83108-F052-4011-8BAE-A7F2D4148DE6}"/>
              </a:ext>
            </a:extLst>
          </p:cNvPr>
          <p:cNvSpPr/>
          <p:nvPr/>
        </p:nvSpPr>
        <p:spPr>
          <a:xfrm>
            <a:off x="6096000" y="1651462"/>
            <a:ext cx="2560320" cy="2477193"/>
          </a:xfrm>
          <a:prstGeom prst="borderCallout1">
            <a:avLst>
              <a:gd name="adj1" fmla="val -6306"/>
              <a:gd name="adj2" fmla="val 33225"/>
              <a:gd name="adj3" fmla="val -30998"/>
              <a:gd name="adj4" fmla="val 837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E063FB-42D2-4A64-AFCA-A9F9964876E5}"/>
              </a:ext>
            </a:extLst>
          </p:cNvPr>
          <p:cNvSpPr txBox="1"/>
          <p:nvPr/>
        </p:nvSpPr>
        <p:spPr>
          <a:xfrm>
            <a:off x="5347789" y="557189"/>
            <a:ext cx="201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Physical Computing</a:t>
            </a: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B9C0057E-550A-448B-B293-592F8FC7A505}"/>
              </a:ext>
            </a:extLst>
          </p:cNvPr>
          <p:cNvSpPr/>
          <p:nvPr/>
        </p:nvSpPr>
        <p:spPr>
          <a:xfrm>
            <a:off x="9147245" y="3800066"/>
            <a:ext cx="1969642" cy="2329022"/>
          </a:xfrm>
          <a:prstGeom prst="borderCallout1">
            <a:avLst>
              <a:gd name="adj1" fmla="val 53656"/>
              <a:gd name="adj2" fmla="val -4196"/>
              <a:gd name="adj3" fmla="val 58708"/>
              <a:gd name="adj4" fmla="val -4311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FBBC2-DBA3-4046-8090-E8DEA5C64CBA}"/>
              </a:ext>
            </a:extLst>
          </p:cNvPr>
          <p:cNvSpPr txBox="1"/>
          <p:nvPr/>
        </p:nvSpPr>
        <p:spPr>
          <a:xfrm>
            <a:off x="6910383" y="4964577"/>
            <a:ext cx="146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Web App Dev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:a16="http://schemas.microsoft.com/office/drawing/2014/main" id="{599E1A36-4F1C-4365-BCD4-C595F1881862}"/>
              </a:ext>
            </a:extLst>
          </p:cNvPr>
          <p:cNvSpPr/>
          <p:nvPr/>
        </p:nvSpPr>
        <p:spPr>
          <a:xfrm>
            <a:off x="9147245" y="557189"/>
            <a:ext cx="2113730" cy="1920004"/>
          </a:xfrm>
          <a:prstGeom prst="borderCallout1">
            <a:avLst>
              <a:gd name="adj1" fmla="val -6306"/>
              <a:gd name="adj2" fmla="val 33225"/>
              <a:gd name="adj3" fmla="val -16278"/>
              <a:gd name="adj4" fmla="val 558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44C8E-53C2-4949-A8A0-4F8E6CA3B19C}"/>
              </a:ext>
            </a:extLst>
          </p:cNvPr>
          <p:cNvSpPr txBox="1"/>
          <p:nvPr/>
        </p:nvSpPr>
        <p:spPr>
          <a:xfrm>
            <a:off x="9490298" y="-39404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BaaS/”Cloud” Computing</a:t>
            </a:r>
          </a:p>
        </p:txBody>
      </p:sp>
    </p:spTree>
    <p:extLst>
      <p:ext uri="{BB962C8B-B14F-4D97-AF65-F5344CB8AC3E}">
        <p14:creationId xmlns:p14="http://schemas.microsoft.com/office/powerpoint/2010/main" val="284543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10" grpId="0"/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C09E-1C8B-425F-B229-B99EF865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Event-Based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CFB57-E0A2-4EC7-AB79-9E5A6D7C7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E" dirty="0"/>
              <a:t>Nothing new, but really useful for highly scalable and adaptable applications</a:t>
            </a:r>
          </a:p>
          <a:p>
            <a:pPr lvl="1"/>
            <a:r>
              <a:rPr lang="en-IE" dirty="0"/>
              <a:t>Scalable – ability to scale up/increase number of users/devices in a solution.</a:t>
            </a:r>
          </a:p>
          <a:p>
            <a:pPr lvl="1"/>
            <a:r>
              <a:rPr lang="en-IE" dirty="0"/>
              <a:t>Adaptable – ability to change/alter/update a solution, for both small and complex applications</a:t>
            </a:r>
          </a:p>
          <a:p>
            <a:r>
              <a:rPr lang="en-IE" dirty="0"/>
              <a:t>Consider the following for the smart doorbell application:</a:t>
            </a:r>
          </a:p>
          <a:p>
            <a:pPr lvl="1"/>
            <a:r>
              <a:rPr lang="en-IE" dirty="0"/>
              <a:t>“I want to increase the number of users/clients from 1 to 10”</a:t>
            </a:r>
          </a:p>
          <a:p>
            <a:pPr lvl="2"/>
            <a:r>
              <a:rPr lang="en-IE" dirty="0"/>
              <a:t>Email solution: Send email to 10 different emails, need to get 10 email addresses and update program on RPi. 10 emails with attachments stored in different SMTP servers- duplication. NOT VERY SCALABLE.</a:t>
            </a:r>
          </a:p>
          <a:p>
            <a:pPr lvl="2"/>
            <a:r>
              <a:rPr lang="en-IE" dirty="0"/>
              <a:t>Firebase solution: Give the users access to the Glitch Web App. No change to the RPi code. Just increase in traffic to Firebase (no big deal).</a:t>
            </a:r>
          </a:p>
          <a:p>
            <a:pPr lvl="1"/>
            <a:r>
              <a:rPr lang="en-IE" dirty="0"/>
              <a:t>“I want to try more functionality, for example send a SMS/Push Notification to the house owner when the button is pressed”</a:t>
            </a:r>
          </a:p>
          <a:p>
            <a:pPr lvl="2"/>
            <a:r>
              <a:rPr lang="en-IE" dirty="0"/>
              <a:t>Email solution: Update code on RPi to do this as well as the email (SMS/Push Notification/email). </a:t>
            </a:r>
            <a:r>
              <a:rPr lang="en-IE" dirty="0" err="1"/>
              <a:t>Rpi</a:t>
            </a:r>
            <a:r>
              <a:rPr lang="en-IE" dirty="0"/>
              <a:t> is doing a lot now (not “cohesive”). NOT VERY ADAPTABLE. Best just to get your apps/services to “do one thing and do it well”</a:t>
            </a:r>
          </a:p>
          <a:p>
            <a:pPr lvl="2"/>
            <a:r>
              <a:rPr lang="en-IE" dirty="0"/>
              <a:t>Firebase solution: Develop a separate SMS service that subscribes/receives for “door event” and sends </a:t>
            </a:r>
            <a:r>
              <a:rPr lang="en-IE" dirty="0" err="1"/>
              <a:t>sms</a:t>
            </a:r>
            <a:r>
              <a:rPr lang="en-IE" dirty="0"/>
              <a:t> when it occurs. No change to existing code at all! (aside:  could use Firebase cloud function for this…). </a:t>
            </a:r>
          </a:p>
        </p:txBody>
      </p:sp>
    </p:spTree>
    <p:extLst>
      <p:ext uri="{BB962C8B-B14F-4D97-AF65-F5344CB8AC3E}">
        <p14:creationId xmlns:p14="http://schemas.microsoft.com/office/powerpoint/2010/main" val="291920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D6B4-603F-4202-B4EB-F131AB49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Event Based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889B-5BC0-41BF-8C96-586E42CA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50FC5-AB9D-4063-8D51-C5F08352A7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8" r="15646" b="-1"/>
          <a:stretch/>
        </p:blipFill>
        <p:spPr>
          <a:xfrm>
            <a:off x="718975" y="1690688"/>
            <a:ext cx="4072099" cy="4387927"/>
          </a:xfrm>
          <a:prstGeom prst="rect">
            <a:avLst/>
          </a:prstGeom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4DDE13-A8E6-4D13-A26D-2CA9318255FB}"/>
              </a:ext>
            </a:extLst>
          </p:cNvPr>
          <p:cNvSpPr/>
          <p:nvPr/>
        </p:nvSpPr>
        <p:spPr>
          <a:xfrm>
            <a:off x="5871654" y="2139737"/>
            <a:ext cx="1878623" cy="927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Notification Service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05419D-7FB3-46F3-8040-0592BC83B6FE}"/>
              </a:ext>
            </a:extLst>
          </p:cNvPr>
          <p:cNvGrpSpPr/>
          <p:nvPr/>
        </p:nvGrpSpPr>
        <p:grpSpPr>
          <a:xfrm>
            <a:off x="4195527" y="2582651"/>
            <a:ext cx="1514520" cy="252000"/>
            <a:chOff x="4306364" y="2632527"/>
            <a:chExt cx="151452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C2ED049-2457-4B8C-895A-D1033BF13119}"/>
                    </a:ext>
                  </a:extLst>
                </p14:cNvPr>
                <p14:cNvContentPartPr/>
                <p14:nvPr/>
              </p14:nvContentPartPr>
              <p14:xfrm>
                <a:off x="4438484" y="2757447"/>
                <a:ext cx="1358280" cy="50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C2ED049-2457-4B8C-895A-D1033BF1311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29844" y="2748807"/>
                  <a:ext cx="1375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1F23D6-5BF0-4F6B-A7CD-24F047E3C3B7}"/>
                    </a:ext>
                  </a:extLst>
                </p14:cNvPr>
                <p14:cNvContentPartPr/>
                <p14:nvPr/>
              </p14:nvContentPartPr>
              <p14:xfrm>
                <a:off x="5638364" y="2632527"/>
                <a:ext cx="182520" cy="236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1F23D6-5BF0-4F6B-A7CD-24F047E3C3B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29724" y="2623887"/>
                  <a:ext cx="200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3A429C-9470-44C9-B9EB-1CC003F2F45E}"/>
                    </a:ext>
                  </a:extLst>
                </p14:cNvPr>
                <p14:cNvContentPartPr/>
                <p14:nvPr/>
              </p14:nvContentPartPr>
              <p14:xfrm>
                <a:off x="4306364" y="2653407"/>
                <a:ext cx="323280" cy="23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3A429C-9470-44C9-B9EB-1CC003F2F4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97364" y="2644767"/>
                  <a:ext cx="340920" cy="248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725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F87945-A001-489F-9D9B-7D9435F0B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39" y="347471"/>
            <a:ext cx="11100816" cy="18013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3F208-9F27-48B2-8DF7-62C802FF5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r>
              <a:rPr lang="en-IE">
                <a:solidFill>
                  <a:schemeClr val="bg1"/>
                </a:solidFill>
              </a:rPr>
              <a:t>Getting Firebase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982ED-01D9-499B-B50B-49BD62B8FD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87" b="-1"/>
          <a:stretch/>
        </p:blipFill>
        <p:spPr>
          <a:xfrm>
            <a:off x="841248" y="2516777"/>
            <a:ext cx="6236208" cy="36601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8A5DC-6BA5-420F-9530-FA74215BA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6848" y="2516777"/>
            <a:ext cx="3803904" cy="3660185"/>
          </a:xfrm>
        </p:spPr>
        <p:txBody>
          <a:bodyPr anchor="ctr">
            <a:normAutofit/>
          </a:bodyPr>
          <a:lstStyle/>
          <a:p>
            <a:r>
              <a:rPr lang="en-IE" sz="2200" dirty="0"/>
              <a:t>It’s free. You just need a Google ID.</a:t>
            </a:r>
          </a:p>
          <a:p>
            <a:r>
              <a:rPr lang="en-IE" sz="2200" dirty="0"/>
              <a:t>Go to the </a:t>
            </a:r>
            <a:r>
              <a:rPr lang="en-IE" sz="2200" b="1" dirty="0"/>
              <a:t>Firebase Console </a:t>
            </a:r>
            <a:r>
              <a:rPr lang="en-IE" sz="2200" dirty="0"/>
              <a:t>to start creating “projects” and access Firebase Services</a:t>
            </a:r>
          </a:p>
          <a:p>
            <a:r>
              <a:rPr lang="en-IE" sz="2200" dirty="0"/>
              <a:t>Create the services you require</a:t>
            </a:r>
          </a:p>
          <a:p>
            <a:pPr marL="0" indent="0">
              <a:buNone/>
            </a:pPr>
            <a:endParaRPr lang="en-IE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03E981-B554-47D9-884A-E1FDE122E972}"/>
                  </a:ext>
                </a:extLst>
              </p14:cNvPr>
              <p14:cNvContentPartPr/>
              <p14:nvPr/>
            </p14:nvContentPartPr>
            <p14:xfrm>
              <a:off x="5127868" y="1562584"/>
              <a:ext cx="4840200" cy="2638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03E981-B554-47D9-884A-E1FDE122E9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8868" y="1553584"/>
                <a:ext cx="4857840" cy="26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9C0CED-074C-4556-B094-E99CCF34D771}"/>
                  </a:ext>
                </a:extLst>
              </p14:cNvPr>
              <p14:cNvContentPartPr/>
              <p14:nvPr/>
            </p14:nvContentPartPr>
            <p14:xfrm>
              <a:off x="5058388" y="2672104"/>
              <a:ext cx="399240" cy="455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9C0CED-074C-4556-B094-E99CCF34D7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49388" y="2663104"/>
                <a:ext cx="416880" cy="47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308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37C0-EB81-476F-ADFC-65C0D0ED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Using Firebase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7C9AF-60C7-4758-B971-131AFB4B9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31032" cy="2792424"/>
          </a:xfrm>
        </p:spPr>
        <p:txBody>
          <a:bodyPr>
            <a:normAutofit fontScale="55000" lnSpcReduction="20000"/>
          </a:bodyPr>
          <a:lstStyle/>
          <a:p>
            <a:r>
              <a:rPr lang="en-IE" dirty="0"/>
              <a:t>Firebase software development kit (SDK) allows you to access Firebase programmatically</a:t>
            </a:r>
          </a:p>
          <a:p>
            <a:r>
              <a:rPr lang="en-IE" dirty="0"/>
              <a:t>SDK available for most mainstream programming languages/Environments</a:t>
            </a:r>
          </a:p>
          <a:p>
            <a:pPr lvl="1"/>
            <a:r>
              <a:rPr lang="en-IE" dirty="0"/>
              <a:t>Python</a:t>
            </a:r>
          </a:p>
          <a:p>
            <a:pPr lvl="1"/>
            <a:r>
              <a:rPr lang="en-IE" dirty="0" err="1"/>
              <a:t>Javascript</a:t>
            </a:r>
            <a:endParaRPr lang="en-IE" dirty="0"/>
          </a:p>
          <a:p>
            <a:pPr lvl="1"/>
            <a:r>
              <a:rPr lang="en-IE" dirty="0"/>
              <a:t>Android/iOS</a:t>
            </a:r>
          </a:p>
          <a:p>
            <a:r>
              <a:rPr lang="en-IE" dirty="0"/>
              <a:t>Must have authentication details to access services</a:t>
            </a:r>
          </a:p>
          <a:p>
            <a:pPr lvl="1"/>
            <a:r>
              <a:rPr lang="en-IE" dirty="0"/>
              <a:t>For example, </a:t>
            </a:r>
            <a:r>
              <a:rPr lang="en-IE" dirty="0" err="1"/>
              <a:t>serviceAccountKey.json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Need to “Register an app” with Firebase first.</a:t>
            </a:r>
          </a:p>
          <a:p>
            <a:pPr lvl="1"/>
            <a:r>
              <a:rPr lang="en-IE" b="1" dirty="0"/>
              <a:t>Download this from Firebase for your programming language.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1A2B4-0C30-450E-B077-6DC993A4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738" y="5205516"/>
            <a:ext cx="7467187" cy="15373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2820FB-FCF2-400E-A57A-D7B16E6D2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463" y="1420790"/>
            <a:ext cx="4648200" cy="2457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3BBD008-772E-40BC-B44A-0DC538B3E4FF}"/>
                  </a:ext>
                </a:extLst>
              </p14:cNvPr>
              <p14:cNvContentPartPr/>
              <p14:nvPr/>
            </p14:nvContentPartPr>
            <p14:xfrm>
              <a:off x="7447004" y="3945087"/>
              <a:ext cx="641160" cy="1301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3BBD008-772E-40BC-B44A-0DC538B3E4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38364" y="3936447"/>
                <a:ext cx="658800" cy="13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430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89AD-B6F8-47BD-8C32-B5250B94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Firebase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A439-D33C-43CF-B035-43CBA8A77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Use it to store and manage media generated by devices and apps.</a:t>
            </a:r>
          </a:p>
          <a:p>
            <a:r>
              <a:rPr lang="en-IE" dirty="0"/>
              <a:t>This use case: </a:t>
            </a:r>
          </a:p>
          <a:p>
            <a:pPr lvl="1"/>
            <a:r>
              <a:rPr lang="en-IE" dirty="0"/>
              <a:t>upload images from RPi</a:t>
            </a:r>
          </a:p>
          <a:p>
            <a:pPr lvl="1"/>
            <a:r>
              <a:rPr lang="en-IE" dirty="0"/>
              <a:t>Have accessible using public URL </a:t>
            </a:r>
          </a:p>
          <a:p>
            <a:r>
              <a:rPr lang="en-IE" dirty="0"/>
              <a:t>Stores files in </a:t>
            </a:r>
            <a:r>
              <a:rPr lang="en-IE" i="1" dirty="0"/>
              <a:t>bucket</a:t>
            </a:r>
          </a:p>
          <a:p>
            <a:r>
              <a:rPr lang="en-IE" dirty="0"/>
              <a:t>Programming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Authenticate with Firebase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Create reference to a Storage Bucket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Create a “Blob” in the Bucket (blob is </a:t>
            </a:r>
            <a:r>
              <a:rPr lang="en-GB" dirty="0"/>
              <a:t>an array of bytes 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Upload File using the blob</a:t>
            </a:r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951FE-EB3C-494F-981B-EABFD26C0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489" y="4588712"/>
            <a:ext cx="3648075" cy="1304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379F5-D37E-4C5E-A981-6AB24B8DA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489" y="4198187"/>
            <a:ext cx="4019550" cy="390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6B4F57-36FF-44F3-8BA9-801659D90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489" y="3960062"/>
            <a:ext cx="294322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8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EF6F2-F2BA-43CD-AC1E-9E9F1E6BA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156ED3-D2AA-4235-B778-A5529BBB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Firebase Storage: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35D31D-02E8-47D9-949A-ED1895E8F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40" y="1601192"/>
            <a:ext cx="10426791" cy="2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82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9968-2423-4C8E-9438-D017F302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Firebase Storage: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6AC51-3A1B-4335-8ED5-BB2EDCA2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By default, authentication required to read and write</a:t>
            </a:r>
          </a:p>
          <a:p>
            <a:r>
              <a:rPr lang="en-IE" dirty="0"/>
              <a:t>Can change in </a:t>
            </a:r>
            <a:r>
              <a:rPr lang="en-IE" i="1" dirty="0"/>
              <a:t>Rules </a:t>
            </a:r>
            <a:r>
              <a:rPr lang="en-IE" dirty="0"/>
              <a:t> to allow reads/writes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D1660-E939-4D17-A0E0-49DB650AE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58" y="2930800"/>
            <a:ext cx="7868007" cy="403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7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D901-E063-4C32-BE4D-A5A43BAA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Firebase Realtime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565AD-AE82-44EA-8488-91C1CFCF4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Cloud-based database that uses live connections to the app.</a:t>
            </a:r>
          </a:p>
          <a:p>
            <a:pPr lvl="1"/>
            <a:r>
              <a:rPr lang="en-US" dirty="0"/>
              <a:t>The data is stored a json objects and is only intended for text, to allow for fast responses.</a:t>
            </a:r>
          </a:p>
          <a:p>
            <a:r>
              <a:rPr lang="en-IE" dirty="0"/>
              <a:t>Useful for constantly changing data</a:t>
            </a:r>
          </a:p>
          <a:p>
            <a:pPr lvl="1"/>
            <a:r>
              <a:rPr lang="en-GB" dirty="0"/>
              <a:t>differs from traditional databases containing persistent data, mostly unaffected by time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endParaRPr lang="en-US" dirty="0"/>
          </a:p>
        </p:txBody>
      </p:sp>
      <p:pic>
        <p:nvPicPr>
          <p:cNvPr id="1026" name="Picture 2" descr="Flutter + Firebase Realtime DB =🔥 | by Ritankar Paul | Medium">
            <a:extLst>
              <a:ext uri="{FF2B5EF4-FFF2-40B4-BE49-F238E27FC236}">
                <a16:creationId xmlns:a16="http://schemas.microsoft.com/office/drawing/2014/main" id="{79C0ECE4-07AB-44A0-A837-B5C976A04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746" y="91675"/>
            <a:ext cx="1752052" cy="175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469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Firebase Realtime DB: Pushing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707775" cy="4598323"/>
          </a:xfrm>
        </p:spPr>
        <p:txBody>
          <a:bodyPr>
            <a:normAutofit/>
          </a:bodyPr>
          <a:lstStyle/>
          <a:p>
            <a:r>
              <a:rPr lang="en-US" dirty="0"/>
              <a:t>The data is stored as a </a:t>
            </a:r>
            <a:r>
              <a:rPr lang="en-US" dirty="0" err="1"/>
              <a:t>json</a:t>
            </a:r>
            <a:r>
              <a:rPr lang="en-US" dirty="0"/>
              <a:t> object.</a:t>
            </a:r>
          </a:p>
          <a:p>
            <a:pPr lvl="1"/>
            <a:r>
              <a:rPr lang="en-US" dirty="0"/>
              <a:t>Each new entry assigned a unique key.</a:t>
            </a:r>
          </a:p>
          <a:p>
            <a:pPr lvl="1"/>
            <a:r>
              <a:rPr lang="en-US" dirty="0"/>
              <a:t>Push or Set data from client</a:t>
            </a:r>
          </a:p>
          <a:p>
            <a:r>
              <a:rPr lang="en-IE" dirty="0"/>
              <a:t>Programming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Authenticate with Firebase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dirty="0"/>
              <a:t>Create reference to “node” in DB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Push JSON data on to DB</a:t>
            </a:r>
            <a:endParaRPr lang="en-IE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6C186D-0BE9-481A-B6C2-0D26EA904F9E}"/>
                  </a:ext>
                </a:extLst>
              </p14:cNvPr>
              <p14:cNvContentPartPr/>
              <p14:nvPr/>
            </p14:nvContentPartPr>
            <p14:xfrm>
              <a:off x="5571967" y="2015751"/>
              <a:ext cx="8388350" cy="1651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6C186D-0BE9-481A-B6C2-0D26EA904F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8645" y="1990567"/>
                <a:ext cx="8426875" cy="1689496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9A32F9C-BFFA-4756-9EB1-F5E84D6D7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575" y="5205795"/>
            <a:ext cx="3359858" cy="1474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CFB85C-64C7-4D89-8BBF-F23FA9FA9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37" y="1515688"/>
            <a:ext cx="2957911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B560A3-CEE2-4986-966C-9B9372F179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575" y="4653345"/>
            <a:ext cx="3714750" cy="552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AD3337A-A025-4E6D-8573-7A3B43795A48}"/>
                  </a:ext>
                </a:extLst>
              </p14:cNvPr>
              <p14:cNvContentPartPr/>
              <p14:nvPr/>
            </p14:nvContentPartPr>
            <p14:xfrm>
              <a:off x="6309535" y="3752531"/>
              <a:ext cx="267480" cy="876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AD3337A-A025-4E6D-8573-7A3B43795A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00895" y="3743891"/>
                <a:ext cx="285120" cy="89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2024538F-10C8-466F-A32C-980A9AD1AF00}"/>
              </a:ext>
            </a:extLst>
          </p:cNvPr>
          <p:cNvGrpSpPr/>
          <p:nvPr/>
        </p:nvGrpSpPr>
        <p:grpSpPr>
          <a:xfrm>
            <a:off x="7699135" y="2811131"/>
            <a:ext cx="985320" cy="621000"/>
            <a:chOff x="7699135" y="2811131"/>
            <a:chExt cx="985320" cy="6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D5D608F-6681-4776-8F1B-7F9697A053A0}"/>
                    </a:ext>
                  </a:extLst>
                </p14:cNvPr>
                <p14:cNvContentPartPr/>
                <p14:nvPr/>
              </p14:nvContentPartPr>
              <p14:xfrm>
                <a:off x="7699135" y="2936411"/>
                <a:ext cx="842400" cy="38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D5D608F-6681-4776-8F1B-7F9697A053A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90495" y="2927411"/>
                  <a:ext cx="860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893F2A-8EA7-4170-9F89-EDEC7B01455E}"/>
                    </a:ext>
                  </a:extLst>
                </p14:cNvPr>
                <p14:cNvContentPartPr/>
                <p14:nvPr/>
              </p14:nvContentPartPr>
              <p14:xfrm>
                <a:off x="8380255" y="2811131"/>
                <a:ext cx="304200" cy="32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893F2A-8EA7-4170-9F89-EDEC7B0145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71255" y="2802131"/>
                  <a:ext cx="3218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6A8DA0-AF51-43E7-8C4E-C62E9DEB7A0D}"/>
                    </a:ext>
                  </a:extLst>
                </p14:cNvPr>
                <p14:cNvContentPartPr/>
                <p14:nvPr/>
              </p14:nvContentPartPr>
              <p14:xfrm>
                <a:off x="7840615" y="3072491"/>
                <a:ext cx="29880" cy="306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6A8DA0-AF51-43E7-8C4E-C62E9DEB7A0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31615" y="3063491"/>
                  <a:ext cx="475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E7BFCE-EBC3-4DE9-B42C-241E1F0BBDE5}"/>
                    </a:ext>
                  </a:extLst>
                </p14:cNvPr>
                <p14:cNvContentPartPr/>
                <p14:nvPr/>
              </p14:nvContentPartPr>
              <p14:xfrm>
                <a:off x="7829455" y="3085451"/>
                <a:ext cx="71280" cy="135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E7BFCE-EBC3-4DE9-B42C-241E1F0BBDE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20455" y="3076451"/>
                  <a:ext cx="88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6C2CA5-7A67-4660-97CE-D4BC2107550B}"/>
                    </a:ext>
                  </a:extLst>
                </p14:cNvPr>
                <p14:cNvContentPartPr/>
                <p14:nvPr/>
              </p14:nvContentPartPr>
              <p14:xfrm>
                <a:off x="7909735" y="3240971"/>
                <a:ext cx="90360" cy="145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6C2CA5-7A67-4660-97CE-D4BC2107550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01095" y="3232331"/>
                  <a:ext cx="108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0574FA9-39B2-4724-BDA1-0E1022155D57}"/>
                    </a:ext>
                  </a:extLst>
                </p14:cNvPr>
                <p14:cNvContentPartPr/>
                <p14:nvPr/>
              </p14:nvContentPartPr>
              <p14:xfrm>
                <a:off x="8029615" y="3190931"/>
                <a:ext cx="75960" cy="223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0574FA9-39B2-4724-BDA1-0E1022155D5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020615" y="3181931"/>
                  <a:ext cx="936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ADCC92-1396-4A3E-854E-B671A7BB7316}"/>
                    </a:ext>
                  </a:extLst>
                </p14:cNvPr>
                <p14:cNvContentPartPr/>
                <p14:nvPr/>
              </p14:nvContentPartPr>
              <p14:xfrm>
                <a:off x="8121055" y="3035771"/>
                <a:ext cx="141120" cy="396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ADCC92-1396-4A3E-854E-B671A7BB731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12415" y="3026771"/>
                  <a:ext cx="158760" cy="41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59050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75AF-A5D5-4CAA-8786-163F6500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sz="3700"/>
              <a:t>Application: Connecting to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7EE88-4BAC-4C9D-B782-656E2EA6D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Can create connection to Realtime DB from many other services</a:t>
            </a:r>
          </a:p>
          <a:p>
            <a:pPr lvl="1"/>
            <a:r>
              <a:rPr lang="en-IE" sz="2000" dirty="0"/>
              <a:t>Uses Web Sockets</a:t>
            </a:r>
          </a:p>
          <a:p>
            <a:r>
              <a:rPr lang="en-IE" sz="2000" dirty="0"/>
              <a:t>Every change on the DB is passed to all connected processes/devices</a:t>
            </a:r>
          </a:p>
          <a:p>
            <a:r>
              <a:rPr lang="en-IE" sz="2000" dirty="0"/>
              <a:t>Use this to notify web app that new image uploaded </a:t>
            </a:r>
          </a:p>
          <a:p>
            <a:pPr lvl="1"/>
            <a:r>
              <a:rPr lang="en-IE" sz="1600" dirty="0"/>
              <a:t>Or any other app in the future, for example if we develop an Android app tomorrow!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B7C1A4-6E08-4A66-9EA8-9E6C2313832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862" y="1264180"/>
            <a:ext cx="6019331" cy="432639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908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2E77-DBEC-429E-B05A-5FDD9DD1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Glitch Web App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54C5C7-1B0C-49D5-BA47-1775835C2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334" y="411265"/>
            <a:ext cx="8166642" cy="6160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92D5DA-F7AE-458A-8403-BE8D5E8E5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730" y="2926058"/>
            <a:ext cx="5381625" cy="1571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4A07353-BA87-43ED-AA37-1EEFAF03CE2D}"/>
                  </a:ext>
                </a:extLst>
              </p14:cNvPr>
              <p14:cNvContentPartPr/>
              <p14:nvPr/>
            </p14:nvContentPartPr>
            <p14:xfrm>
              <a:off x="4913308" y="3958384"/>
              <a:ext cx="2786400" cy="978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4A07353-BA87-43ED-AA37-1EEFAF03CE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4668" y="3949744"/>
                <a:ext cx="2804040" cy="9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D9F798-8403-4EAF-8B18-9B7399D5D65E}"/>
                  </a:ext>
                </a:extLst>
              </p14:cNvPr>
              <p14:cNvContentPartPr/>
              <p14:nvPr/>
            </p14:nvContentPartPr>
            <p14:xfrm>
              <a:off x="5504428" y="3776944"/>
              <a:ext cx="4311000" cy="1437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D9F798-8403-4EAF-8B18-9B7399D5D6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95428" y="3767944"/>
                <a:ext cx="4328640" cy="14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740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3F53-59B9-4E65-BB05-4C1AD81D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Realtime DB Connection: </a:t>
            </a:r>
            <a:r>
              <a:rPr lang="en-IE" dirty="0" err="1"/>
              <a:t>WebSockets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4205-8689-4440-86FB-50D223967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292929"/>
                </a:solidFill>
                <a:effectLst/>
                <a:latin typeface="charter"/>
              </a:rPr>
              <a:t> Allows real-time interactive communication between the client browser and a server</a:t>
            </a:r>
          </a:p>
          <a:p>
            <a:r>
              <a:rPr lang="en-GB" dirty="0">
                <a:solidFill>
                  <a:srgbClr val="292929"/>
                </a:solidFill>
                <a:latin typeface="charter"/>
              </a:rPr>
              <a:t>Application layer protocol that </a:t>
            </a:r>
            <a:r>
              <a:rPr lang="en-GB" b="0" i="0" dirty="0">
                <a:solidFill>
                  <a:srgbClr val="292929"/>
                </a:solidFill>
                <a:effectLst/>
                <a:latin typeface="charter"/>
              </a:rPr>
              <a:t>allows bidirectional data flow.</a:t>
            </a:r>
            <a:endParaRPr lang="en-I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FFC539-8B36-4195-BB35-DDDD50DB6BBD}"/>
              </a:ext>
            </a:extLst>
          </p:cNvPr>
          <p:cNvGrpSpPr/>
          <p:nvPr/>
        </p:nvGrpSpPr>
        <p:grpSpPr>
          <a:xfrm>
            <a:off x="2217440" y="3296651"/>
            <a:ext cx="1359000" cy="598680"/>
            <a:chOff x="1387124" y="3285567"/>
            <a:chExt cx="135900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40B5810-8679-4846-8697-DEAFD17ADC7F}"/>
                    </a:ext>
                  </a:extLst>
                </p14:cNvPr>
                <p14:cNvContentPartPr/>
                <p14:nvPr/>
              </p14:nvContentPartPr>
              <p14:xfrm>
                <a:off x="1397924" y="3442887"/>
                <a:ext cx="17640" cy="441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40B5810-8679-4846-8697-DEAFD17ADC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89284" y="3434247"/>
                  <a:ext cx="352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9334FFA-42BD-42CB-AB72-ADA4EAA85B27}"/>
                    </a:ext>
                  </a:extLst>
                </p14:cNvPr>
                <p14:cNvContentPartPr/>
                <p14:nvPr/>
              </p14:nvContentPartPr>
              <p14:xfrm>
                <a:off x="1553084" y="3413007"/>
                <a:ext cx="27360" cy="439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9334FFA-42BD-42CB-AB72-ADA4EAA85B2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44444" y="3404007"/>
                  <a:ext cx="450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FA4DCA-3545-4B9D-9B04-3D67DF1D8182}"/>
                    </a:ext>
                  </a:extLst>
                </p14:cNvPr>
                <p14:cNvContentPartPr/>
                <p14:nvPr/>
              </p14:nvContentPartPr>
              <p14:xfrm>
                <a:off x="1387124" y="3619647"/>
                <a:ext cx="227880" cy="111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2FA4DCA-3545-4B9D-9B04-3D67DF1D81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8124" y="3610647"/>
                  <a:ext cx="245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8EA306-85AF-41C3-8F6D-1BCCAAA6A055}"/>
                    </a:ext>
                  </a:extLst>
                </p14:cNvPr>
                <p14:cNvContentPartPr/>
                <p14:nvPr/>
              </p14:nvContentPartPr>
              <p14:xfrm>
                <a:off x="1771604" y="3407607"/>
                <a:ext cx="253800" cy="104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8EA306-85AF-41C3-8F6D-1BCCAAA6A05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62604" y="3398607"/>
                  <a:ext cx="271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EC028A-E4CC-49D0-8200-1F4CC7A3ED8F}"/>
                    </a:ext>
                  </a:extLst>
                </p14:cNvPr>
                <p14:cNvContentPartPr/>
                <p14:nvPr/>
              </p14:nvContentPartPr>
              <p14:xfrm>
                <a:off x="1929284" y="3415887"/>
                <a:ext cx="42840" cy="438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EC028A-E4CC-49D0-8200-1F4CC7A3ED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0644" y="3407247"/>
                  <a:ext cx="6048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D7E237-C36B-4C2C-82A6-419D710A28D9}"/>
                    </a:ext>
                  </a:extLst>
                </p14:cNvPr>
                <p14:cNvContentPartPr/>
                <p14:nvPr/>
              </p14:nvContentPartPr>
              <p14:xfrm>
                <a:off x="2128004" y="3341367"/>
                <a:ext cx="317160" cy="191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D7E237-C36B-4C2C-82A6-419D710A28D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19364" y="3332367"/>
                  <a:ext cx="334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04454B-5CD4-4D43-8CB7-BB3C69633D41}"/>
                    </a:ext>
                  </a:extLst>
                </p14:cNvPr>
                <p14:cNvContentPartPr/>
                <p14:nvPr/>
              </p14:nvContentPartPr>
              <p14:xfrm>
                <a:off x="2293604" y="3406167"/>
                <a:ext cx="66600" cy="432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04454B-5CD4-4D43-8CB7-BB3C69633D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84604" y="3397167"/>
                  <a:ext cx="842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4A68CE-6F5B-4FEB-9E0F-A62881751F4F}"/>
                    </a:ext>
                  </a:extLst>
                </p14:cNvPr>
                <p14:cNvContentPartPr/>
                <p14:nvPr/>
              </p14:nvContentPartPr>
              <p14:xfrm>
                <a:off x="2536244" y="3315087"/>
                <a:ext cx="62640" cy="472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4A68CE-6F5B-4FEB-9E0F-A62881751F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27604" y="3306087"/>
                  <a:ext cx="802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1506E0C-10DF-47E8-B43C-112615FDF405}"/>
                    </a:ext>
                  </a:extLst>
                </p14:cNvPr>
                <p14:cNvContentPartPr/>
                <p14:nvPr/>
              </p14:nvContentPartPr>
              <p14:xfrm>
                <a:off x="2551364" y="3285567"/>
                <a:ext cx="194760" cy="329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1506E0C-10DF-47E8-B43C-112615FDF4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42364" y="3276567"/>
                  <a:ext cx="212400" cy="347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DA4C992-14C8-4BC1-9BA1-82774ED5EFA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5372" y="4073989"/>
            <a:ext cx="5043137" cy="22186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AD6D77-4CBF-4C4F-814E-FFF5208E7A3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84320" y="4245631"/>
            <a:ext cx="5387602" cy="204700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8E733943-F987-4582-BC21-56E7E2169D16}"/>
              </a:ext>
            </a:extLst>
          </p:cNvPr>
          <p:cNvGrpSpPr/>
          <p:nvPr/>
        </p:nvGrpSpPr>
        <p:grpSpPr>
          <a:xfrm>
            <a:off x="7150364" y="3341727"/>
            <a:ext cx="592560" cy="520920"/>
            <a:chOff x="7150364" y="3341727"/>
            <a:chExt cx="592560" cy="52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CB4B3D-2375-4D95-A688-76F055054FD0}"/>
                    </a:ext>
                  </a:extLst>
                </p14:cNvPr>
                <p14:cNvContentPartPr/>
                <p14:nvPr/>
              </p14:nvContentPartPr>
              <p14:xfrm>
                <a:off x="7150364" y="3341727"/>
                <a:ext cx="303120" cy="52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CB4B3D-2375-4D95-A688-76F055054FD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41364" y="3332727"/>
                  <a:ext cx="3207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E0FE8F-07A8-44C1-9FCA-D59915298E63}"/>
                    </a:ext>
                  </a:extLst>
                </p14:cNvPr>
                <p14:cNvContentPartPr/>
                <p14:nvPr/>
              </p14:nvContentPartPr>
              <p14:xfrm>
                <a:off x="7468964" y="3628287"/>
                <a:ext cx="102960" cy="218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E0FE8F-07A8-44C1-9FCA-D59915298E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59964" y="3619287"/>
                  <a:ext cx="1206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B27C13D-C99D-4A8D-975B-19426974F725}"/>
                    </a:ext>
                  </a:extLst>
                </p14:cNvPr>
                <p14:cNvContentPartPr/>
                <p14:nvPr/>
              </p14:nvContentPartPr>
              <p14:xfrm>
                <a:off x="7448084" y="3640167"/>
                <a:ext cx="79560" cy="118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B27C13D-C99D-4A8D-975B-19426974F7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39444" y="3631527"/>
                  <a:ext cx="97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7A53427-FCA7-48B8-BE4F-65EF8FC95B1D}"/>
                    </a:ext>
                  </a:extLst>
                </p14:cNvPr>
                <p14:cNvContentPartPr/>
                <p14:nvPr/>
              </p14:nvContentPartPr>
              <p14:xfrm>
                <a:off x="7636724" y="3645207"/>
                <a:ext cx="12600" cy="179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7A53427-FCA7-48B8-BE4F-65EF8FC95B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27724" y="3636207"/>
                  <a:ext cx="30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030BE4D-9E83-4D9D-A640-92FC145C52A7}"/>
                    </a:ext>
                  </a:extLst>
                </p14:cNvPr>
                <p14:cNvContentPartPr/>
                <p14:nvPr/>
              </p14:nvContentPartPr>
              <p14:xfrm>
                <a:off x="7648964" y="3575007"/>
                <a:ext cx="93960" cy="276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030BE4D-9E83-4D9D-A640-92FC145C52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40324" y="3566367"/>
                  <a:ext cx="11160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29706DF-EC59-4234-BB0A-4510D5D3BB30}"/>
              </a:ext>
            </a:extLst>
          </p:cNvPr>
          <p:cNvGrpSpPr/>
          <p:nvPr/>
        </p:nvGrpSpPr>
        <p:grpSpPr>
          <a:xfrm>
            <a:off x="8315324" y="3403647"/>
            <a:ext cx="1293840" cy="519840"/>
            <a:chOff x="8315324" y="3403647"/>
            <a:chExt cx="1293840" cy="51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F8ED8C5-D169-4AF3-97DB-97C915237DE8}"/>
                    </a:ext>
                  </a:extLst>
                </p14:cNvPr>
                <p14:cNvContentPartPr/>
                <p14:nvPr/>
              </p14:nvContentPartPr>
              <p14:xfrm>
                <a:off x="8315324" y="3403647"/>
                <a:ext cx="237600" cy="446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F8ED8C5-D169-4AF3-97DB-97C915237D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06324" y="3395007"/>
                  <a:ext cx="2552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6169E21-9556-47D2-A580-6918D75BF559}"/>
                    </a:ext>
                  </a:extLst>
                </p14:cNvPr>
                <p14:cNvContentPartPr/>
                <p14:nvPr/>
              </p14:nvContentPartPr>
              <p14:xfrm>
                <a:off x="8579924" y="3659247"/>
                <a:ext cx="114120" cy="228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6169E21-9556-47D2-A580-6918D75BF55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570924" y="3650247"/>
                  <a:ext cx="131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653213-36A1-45B0-B6AD-B32B801C77B3}"/>
                    </a:ext>
                  </a:extLst>
                </p14:cNvPr>
                <p14:cNvContentPartPr/>
                <p14:nvPr/>
              </p14:nvContentPartPr>
              <p14:xfrm>
                <a:off x="8711324" y="3689487"/>
                <a:ext cx="125640" cy="20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653213-36A1-45B0-B6AD-B32B801C77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2684" y="3680847"/>
                  <a:ext cx="1432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6E7D1B4-0419-486B-A108-8C48AE1233C2}"/>
                    </a:ext>
                  </a:extLst>
                </p14:cNvPr>
                <p14:cNvContentPartPr/>
                <p14:nvPr/>
              </p14:nvContentPartPr>
              <p14:xfrm>
                <a:off x="8940284" y="3671487"/>
                <a:ext cx="15120" cy="252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6E7D1B4-0419-486B-A108-8C48AE1233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31644" y="3662487"/>
                  <a:ext cx="32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14A38A-2A95-47CD-8634-D7E9FBBA9CBE}"/>
                    </a:ext>
                  </a:extLst>
                </p14:cNvPr>
                <p14:cNvContentPartPr/>
                <p14:nvPr/>
              </p14:nvContentPartPr>
              <p14:xfrm>
                <a:off x="8939204" y="3688407"/>
                <a:ext cx="101160" cy="198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14A38A-2A95-47CD-8634-D7E9FBBA9C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30564" y="3679407"/>
                  <a:ext cx="118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559F84-818E-4377-A5CB-93FE627F5F35}"/>
                    </a:ext>
                  </a:extLst>
                </p14:cNvPr>
                <p14:cNvContentPartPr/>
                <p14:nvPr/>
              </p14:nvContentPartPr>
              <p14:xfrm>
                <a:off x="9115964" y="3691287"/>
                <a:ext cx="88560" cy="201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559F84-818E-4377-A5CB-93FE627F5F3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07324" y="3682287"/>
                  <a:ext cx="106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A84591C-D4FD-4FC8-8FC4-DF50F92B68C0}"/>
                    </a:ext>
                  </a:extLst>
                </p14:cNvPr>
                <p14:cNvContentPartPr/>
                <p14:nvPr/>
              </p14:nvContentPartPr>
              <p14:xfrm>
                <a:off x="9145844" y="3616407"/>
                <a:ext cx="92160" cy="15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A84591C-D4FD-4FC8-8FC4-DF50F92B68C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37204" y="3607767"/>
                  <a:ext cx="109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369280-3866-4EBA-B512-24AD8DA97A92}"/>
                    </a:ext>
                  </a:extLst>
                </p14:cNvPr>
                <p14:cNvContentPartPr/>
                <p14:nvPr/>
              </p14:nvContentPartPr>
              <p14:xfrm>
                <a:off x="9286604" y="3674367"/>
                <a:ext cx="122400" cy="177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369280-3866-4EBA-B512-24AD8DA97A9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77604" y="3665367"/>
                  <a:ext cx="140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4586D4-48FB-4EE4-9039-E0DF52698077}"/>
                    </a:ext>
                  </a:extLst>
                </p14:cNvPr>
                <p14:cNvContentPartPr/>
                <p14:nvPr/>
              </p14:nvContentPartPr>
              <p14:xfrm>
                <a:off x="9451124" y="3593007"/>
                <a:ext cx="158040" cy="304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4586D4-48FB-4EE4-9039-E0DF526980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42484" y="3584007"/>
                  <a:ext cx="1756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B7A2561-CCD8-4C23-8F4A-6D260E2169C3}"/>
                    </a:ext>
                  </a:extLst>
                </p14:cNvPr>
                <p14:cNvContentPartPr/>
                <p14:nvPr/>
              </p14:nvContentPartPr>
              <p14:xfrm>
                <a:off x="9288404" y="3654567"/>
                <a:ext cx="147600" cy="62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B7A2561-CCD8-4C23-8F4A-6D260E2169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79404" y="3645567"/>
                  <a:ext cx="165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6CB4FC-32E2-46F0-8589-0B59D6D62844}"/>
                    </a:ext>
                  </a:extLst>
                </p14:cNvPr>
                <p14:cNvContentPartPr/>
                <p14:nvPr/>
              </p14:nvContentPartPr>
              <p14:xfrm>
                <a:off x="9125684" y="3600207"/>
                <a:ext cx="87120" cy="29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6CB4FC-32E2-46F0-8589-0B59D6D6284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16684" y="3591567"/>
                  <a:ext cx="1047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669142-7A44-4F57-9665-0B3F61FA1B5A}"/>
                    </a:ext>
                  </a:extLst>
                </p14:cNvPr>
                <p14:cNvContentPartPr/>
                <p14:nvPr/>
              </p14:nvContentPartPr>
              <p14:xfrm>
                <a:off x="9121004" y="3733407"/>
                <a:ext cx="66960" cy="52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669142-7A44-4F57-9665-0B3F61FA1B5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12004" y="3724407"/>
                  <a:ext cx="84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71E1F9A-885B-48D1-9CA1-415A54ACDA93}"/>
                    </a:ext>
                  </a:extLst>
                </p14:cNvPr>
                <p14:cNvContentPartPr/>
                <p14:nvPr/>
              </p14:nvContentPartPr>
              <p14:xfrm>
                <a:off x="9154124" y="3660327"/>
                <a:ext cx="56880" cy="18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71E1F9A-885B-48D1-9CA1-415A54ACDA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45124" y="3651687"/>
                  <a:ext cx="7452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367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D1E87-4DD3-4EDC-9759-129D4EFD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vs </a:t>
            </a:r>
            <a:r>
              <a:rPr lang="en-IE" dirty="0" err="1"/>
              <a:t>WebSockets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5540-2039-4D74-B0E6-D5765776C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4113" cy="4351338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b="1" dirty="0"/>
              <a:t>HTTP</a:t>
            </a:r>
            <a:r>
              <a:rPr lang="en-US" dirty="0"/>
              <a:t> is half-duplex, a one-way communication protocol</a:t>
            </a:r>
            <a:br>
              <a:rPr lang="en-US" dirty="0"/>
            </a:br>
            <a:r>
              <a:rPr lang="en-US" dirty="0">
                <a:latin typeface="Wingdings" charset="2"/>
              </a:rPr>
              <a:t> </a:t>
            </a:r>
            <a:r>
              <a:rPr lang="en-US" dirty="0"/>
              <a:t>Client Polls only, then server send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Complex, Inefficient, Wasteful 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It is designed for file transfer, or server any other static resources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endParaRPr lang="en-US" dirty="0"/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dirty="0"/>
          </a:p>
          <a:p>
            <a:endParaRPr lang="en-I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CDFE0-2E11-4620-BE6E-648AA257E0F6}"/>
              </a:ext>
            </a:extLst>
          </p:cNvPr>
          <p:cNvSpPr txBox="1"/>
          <p:nvPr/>
        </p:nvSpPr>
        <p:spPr>
          <a:xfrm>
            <a:off x="6849689" y="1369804"/>
            <a:ext cx="41563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2800" b="1" dirty="0" err="1"/>
              <a:t>WebSockets</a:t>
            </a:r>
            <a:r>
              <a:rPr lang="en-GB" sz="2800" dirty="0"/>
              <a:t> is TCP based, bi-directional, full-duplex messaging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Establish connection (Single TCP connection)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Send messages in both direction (Bi-directional)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Send message independent of each other (Full Duplex)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2800" dirty="0"/>
              <a:t>End connection </a:t>
            </a:r>
          </a:p>
        </p:txBody>
      </p:sp>
    </p:spTree>
    <p:extLst>
      <p:ext uri="{BB962C8B-B14F-4D97-AF65-F5344CB8AC3E}">
        <p14:creationId xmlns:p14="http://schemas.microsoft.com/office/powerpoint/2010/main" val="4078991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0A08-044F-4DE3-8DCD-8D1FC976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HTTP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38FE1-0D4E-4593-8C36-2B0B52ED1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Many web apps require near </a:t>
            </a:r>
            <a:r>
              <a:rPr lang="en-US" dirty="0" err="1"/>
              <a:t>realtime</a:t>
            </a:r>
            <a:r>
              <a:rPr lang="en-US" dirty="0"/>
              <a:t> response</a:t>
            </a:r>
          </a:p>
          <a:p>
            <a:pPr lvl="1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 err="1"/>
              <a:t>NetFlix</a:t>
            </a:r>
            <a:r>
              <a:rPr lang="en-US" dirty="0"/>
              <a:t>, </a:t>
            </a:r>
            <a:r>
              <a:rPr lang="en-US" dirty="0" err="1"/>
              <a:t>Youtube</a:t>
            </a:r>
            <a:r>
              <a:rPr lang="en-US" dirty="0"/>
              <a:t>,...</a:t>
            </a:r>
          </a:p>
          <a:p>
            <a:pPr lvl="1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Online stock trading, sensor/device monitoring</a:t>
            </a:r>
          </a:p>
          <a:p>
            <a:pPr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HTTP is not designed for those applications</a:t>
            </a:r>
          </a:p>
          <a:p>
            <a:pPr lvl="1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large overhead</a:t>
            </a:r>
          </a:p>
          <a:p>
            <a:pPr lvl="1" fontAlgn="auto">
              <a:spcAft>
                <a:spcPts val="0"/>
              </a:spcAft>
              <a:buFont typeface="Arial"/>
              <a:buChar char="•"/>
              <a:defRPr/>
            </a:pPr>
            <a:r>
              <a:rPr lang="en-US" dirty="0"/>
              <a:t>one-way communication, not efficient</a:t>
            </a:r>
          </a:p>
          <a:p>
            <a:pPr>
              <a:buFont typeface="Arial"/>
              <a:buChar char="•"/>
              <a:defRPr/>
            </a:pPr>
            <a:r>
              <a:rPr lang="en-US" dirty="0" err="1"/>
              <a:t>WebSockets</a:t>
            </a:r>
            <a:r>
              <a:rPr lang="en-US" dirty="0"/>
              <a:t> has lower overhead and more suited for these types of apps.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92477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9F554B77-4EC5-4BA1-8E9A-0D47BB30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212725"/>
            <a:ext cx="10515600" cy="1325563"/>
          </a:xfrm>
        </p:spPr>
        <p:txBody>
          <a:bodyPr/>
          <a:lstStyle/>
          <a:p>
            <a:r>
              <a:rPr lang="en-US" altLang="en-US" dirty="0" err="1"/>
              <a:t>Websocket</a:t>
            </a:r>
            <a:r>
              <a:rPr lang="en-US" altLang="en-US" dirty="0"/>
              <a:t> vs HTTP Example: Header overhead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B81D6CDD-CDB4-41AC-9D4C-1F82D9604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38288"/>
            <a:ext cx="10515600" cy="650875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Assume HTTP header is </a:t>
            </a:r>
            <a:r>
              <a:rPr lang="fi-FI" altLang="en-US" dirty="0"/>
              <a:t>871 </a:t>
            </a:r>
            <a:r>
              <a:rPr lang="en-US" altLang="en-US" dirty="0"/>
              <a:t>bytes (some are 2000bytes!)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After initial handshake, </a:t>
            </a:r>
            <a:r>
              <a:rPr lang="en-US" altLang="en-US" dirty="0" err="1"/>
              <a:t>WebSockets</a:t>
            </a:r>
            <a:r>
              <a:rPr lang="en-US" altLang="en-US" dirty="0"/>
              <a:t> only use 2 bytes in each message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fi-FI" altLang="en-US" dirty="0"/>
          </a:p>
        </p:txBody>
      </p:sp>
      <p:sp>
        <p:nvSpPr>
          <p:cNvPr id="19461" name="TextBox 5">
            <a:extLst>
              <a:ext uri="{FF2B5EF4-FFF2-40B4-BE49-F238E27FC236}">
                <a16:creationId xmlns:a16="http://schemas.microsoft.com/office/drawing/2014/main" id="{981D0D47-B252-4040-A7B0-37808B11D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328" y="3330060"/>
            <a:ext cx="6844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b="1" dirty="0"/>
              <a:t>HTTP</a:t>
            </a:r>
          </a:p>
        </p:txBody>
      </p:sp>
      <p:sp>
        <p:nvSpPr>
          <p:cNvPr id="19462" name="TextBox 6">
            <a:extLst>
              <a:ext uri="{FF2B5EF4-FFF2-40B4-BE49-F238E27FC236}">
                <a16:creationId xmlns:a16="http://schemas.microsoft.com/office/drawing/2014/main" id="{78F19857-475B-49A9-B08B-5748B2E23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9012" y="3330060"/>
            <a:ext cx="18588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b="1" dirty="0" err="1"/>
              <a:t>WebSockets</a:t>
            </a:r>
            <a:endParaRPr lang="en-US" alt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EDE4F3-26A2-49DA-A6C6-4F39598FDF13}"/>
              </a:ext>
            </a:extLst>
          </p:cNvPr>
          <p:cNvSpPr txBox="1"/>
          <p:nvPr/>
        </p:nvSpPr>
        <p:spPr>
          <a:xfrm>
            <a:off x="532360" y="3866539"/>
            <a:ext cx="55636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1,000 clients polling every second: Network traffic is </a:t>
            </a:r>
          </a:p>
          <a:p>
            <a:r>
              <a:rPr lang="en-GB" sz="2800" dirty="0"/>
              <a:t>(871 x 1,000) = 871,000 bytes = 6,968,000 bits per second </a:t>
            </a:r>
          </a:p>
          <a:p>
            <a:r>
              <a:rPr lang="en-GB" sz="2800" dirty="0"/>
              <a:t>(6.6 Mbps)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1EDB9-02E0-42EC-B756-F30388B01467}"/>
              </a:ext>
            </a:extLst>
          </p:cNvPr>
          <p:cNvSpPr txBox="1"/>
          <p:nvPr/>
        </p:nvSpPr>
        <p:spPr>
          <a:xfrm>
            <a:off x="6672004" y="3866539"/>
            <a:ext cx="498763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Utopia"/>
              </a:rPr>
              <a:t> 1,000 clients receive 1 message per second: Network traffic is </a:t>
            </a:r>
          </a:p>
          <a:p>
            <a:pPr eaLnBrk="1" hangingPunct="1"/>
            <a:r>
              <a:rPr lang="en-US" altLang="en-US" sz="2800" dirty="0">
                <a:latin typeface="Utopia"/>
              </a:rPr>
              <a:t>(2 x</a:t>
            </a:r>
            <a:r>
              <a:rPr lang="en-US" altLang="en-US" sz="2800" dirty="0">
                <a:latin typeface="Symbol" panose="05050102010706020507" pitchFamily="18" charset="2"/>
              </a:rPr>
              <a:t> </a:t>
            </a:r>
            <a:r>
              <a:rPr lang="en-US" altLang="en-US" sz="2800" dirty="0">
                <a:latin typeface="Utopia"/>
              </a:rPr>
              <a:t>1,000) = 2,000 bytes = 16,000 bits per second </a:t>
            </a:r>
          </a:p>
          <a:p>
            <a:pPr eaLnBrk="1" hangingPunct="1"/>
            <a:r>
              <a:rPr lang="en-US" altLang="en-US" sz="2800" dirty="0">
                <a:latin typeface="Utopia"/>
              </a:rPr>
              <a:t>(0.015 Mbps) </a:t>
            </a:r>
            <a:endParaRPr lang="en-US" altLang="en-US" sz="2800" dirty="0">
              <a:latin typeface="Symbol" panose="05050102010706020507" pitchFamily="18" charset="2"/>
            </a:endParaRPr>
          </a:p>
          <a:p>
            <a:endParaRPr lang="en-I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04166F1-FB0A-40BD-8FFE-E4E784DE8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53967" y="1871674"/>
            <a:ext cx="64389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452F4-078E-4722-B77C-95D67359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WebSockets vs MQTT (why not use MQTT)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BBBBA-42AA-4B0C-AD89-6E2122BC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9219" cy="4351338"/>
          </a:xfrm>
        </p:spPr>
        <p:txBody>
          <a:bodyPr/>
          <a:lstStyle/>
          <a:p>
            <a:r>
              <a:rPr lang="en-IE" dirty="0"/>
              <a:t>Actually you can do </a:t>
            </a:r>
            <a:r>
              <a:rPr lang="en-IE" b="0" i="0" dirty="0">
                <a:solidFill>
                  <a:srgbClr val="303030"/>
                </a:solidFill>
                <a:effectLst/>
                <a:latin typeface="Gudea"/>
              </a:rPr>
              <a:t>MQTT over </a:t>
            </a:r>
            <a:r>
              <a:rPr lang="en-IE" b="0" i="0" dirty="0" err="1">
                <a:solidFill>
                  <a:srgbClr val="303030"/>
                </a:solidFill>
                <a:effectLst/>
                <a:latin typeface="Gudea"/>
              </a:rPr>
              <a:t>Websockets</a:t>
            </a:r>
            <a:r>
              <a:rPr lang="en-IE" b="0" i="0" dirty="0">
                <a:solidFill>
                  <a:srgbClr val="303030"/>
                </a:solidFill>
                <a:effectLst/>
                <a:latin typeface="Gudea"/>
              </a:rPr>
              <a:t> if you want.</a:t>
            </a:r>
          </a:p>
          <a:p>
            <a:r>
              <a:rPr lang="en-IE" dirty="0">
                <a:solidFill>
                  <a:srgbClr val="303030"/>
                </a:solidFill>
                <a:latin typeface="Gudea"/>
              </a:rPr>
              <a:t>Web browsers don’t have MQTT protocol (HTTP and </a:t>
            </a:r>
            <a:r>
              <a:rPr lang="en-IE" dirty="0" err="1">
                <a:solidFill>
                  <a:srgbClr val="303030"/>
                </a:solidFill>
                <a:latin typeface="Gudea"/>
              </a:rPr>
              <a:t>WebSockets</a:t>
            </a:r>
            <a:r>
              <a:rPr lang="en-IE" dirty="0">
                <a:solidFill>
                  <a:srgbClr val="303030"/>
                </a:solidFill>
                <a:latin typeface="Gudea"/>
              </a:rPr>
              <a:t>)</a:t>
            </a:r>
          </a:p>
          <a:p>
            <a:r>
              <a:rPr lang="en-IE" dirty="0"/>
              <a:t>Broker has to support Web Sockets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59D1E-A795-4B03-B086-3948D414F61F}"/>
              </a:ext>
            </a:extLst>
          </p:cNvPr>
          <p:cNvSpPr txBox="1"/>
          <p:nvPr/>
        </p:nvSpPr>
        <p:spPr>
          <a:xfrm>
            <a:off x="6586777" y="5871052"/>
            <a:ext cx="6438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900" dirty="0">
                <a:hlinkClick r:id="rId3" tooltip="https://aprendiendoarduino.wordpress.com/tag/protocolos/"/>
              </a:rPr>
              <a:t>This Photo</a:t>
            </a:r>
            <a:r>
              <a:rPr lang="en-IE" sz="900" dirty="0"/>
              <a:t> by Unknown Author is licensed under </a:t>
            </a:r>
            <a:r>
              <a:rPr lang="en-IE" sz="900" dirty="0">
                <a:hlinkClick r:id="rId4" tooltip="https://creativecommons.org/licenses/by-nc-sa/3.0/"/>
              </a:rPr>
              <a:t>CC BY-SA-NC</a:t>
            </a:r>
            <a:endParaRPr lang="en-IE" sz="900" dirty="0"/>
          </a:p>
        </p:txBody>
      </p:sp>
    </p:spTree>
    <p:extLst>
      <p:ext uri="{BB962C8B-B14F-4D97-AF65-F5344CB8AC3E}">
        <p14:creationId xmlns:p14="http://schemas.microsoft.com/office/powerpoint/2010/main" val="2008877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1107</Words>
  <Application>Microsoft Office PowerPoint</Application>
  <PresentationFormat>Widescreen</PresentationFormat>
  <Paragraphs>130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</vt:lpstr>
      <vt:lpstr>Calibri</vt:lpstr>
      <vt:lpstr>Calibri Light</vt:lpstr>
      <vt:lpstr>charter</vt:lpstr>
      <vt:lpstr>Gudea</vt:lpstr>
      <vt:lpstr>Symbol</vt:lpstr>
      <vt:lpstr>Utopia</vt:lpstr>
      <vt:lpstr>Wingdings</vt:lpstr>
      <vt:lpstr>Office Theme</vt:lpstr>
      <vt:lpstr>Internet of Things prototyping with Firebase</vt:lpstr>
      <vt:lpstr>Firebase</vt:lpstr>
      <vt:lpstr>Smart Doorbell – Existing Solution</vt:lpstr>
      <vt:lpstr>Smart Doorbell: New Solution</vt:lpstr>
      <vt:lpstr>Event-Based Architecture</vt:lpstr>
      <vt:lpstr>Event Based Architecture</vt:lpstr>
      <vt:lpstr>Getting Firebase</vt:lpstr>
      <vt:lpstr>Using Firebase</vt:lpstr>
      <vt:lpstr>Firebase Storage</vt:lpstr>
      <vt:lpstr>Firebase Storage: Files</vt:lpstr>
      <vt:lpstr>Firebase Storage: Rules</vt:lpstr>
      <vt:lpstr>Firebase Realtime DB</vt:lpstr>
      <vt:lpstr>Firebase Realtime DB: Pushing Data</vt:lpstr>
      <vt:lpstr>Application: Connecting to DB</vt:lpstr>
      <vt:lpstr>Glitch Web App</vt:lpstr>
      <vt:lpstr>Realtime DB Connection: WebSockets</vt:lpstr>
      <vt:lpstr>HTTP vs WebSockets</vt:lpstr>
      <vt:lpstr>HTTP Limitations</vt:lpstr>
      <vt:lpstr>Websocket vs HTTP Example: Header overhead</vt:lpstr>
      <vt:lpstr>WebSockets vs MQTT (why not use MQTT)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 prototyping with Firebase</dc:title>
  <dc:creator>Frank X Walsh</dc:creator>
  <cp:lastModifiedBy>Frank X Walsh</cp:lastModifiedBy>
  <cp:revision>20</cp:revision>
  <dcterms:created xsi:type="dcterms:W3CDTF">2020-11-24T17:36:25Z</dcterms:created>
  <dcterms:modified xsi:type="dcterms:W3CDTF">2020-11-25T13:33:09Z</dcterms:modified>
</cp:coreProperties>
</file>