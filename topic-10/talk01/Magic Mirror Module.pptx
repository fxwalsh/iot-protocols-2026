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0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7:34:25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8338 9936 0 0,'-28'0'170'0'0,"19"0"-35"0"0,1 0 0 0 0,-1 1 0 0 0,0 0 0 0 0,1 0-1 0 0,-1 1 1 0 0,1 0 0 0 0,-1 0-135 0 0,-11 0 1248 0 0,44 6-986 0 0,0-3-244 0 0,-23-4-18 0 0,1-1 0 0 0,-1 0 0 0 0,1 0-1 0 0,-1 1 1 0 0,1-1 0 0 0,0 1 0 0 0,-1-1 0 0 0,0 1 0 0 0,1 0 0 0 0,-1-1 0 0 0,1 1 0 0 0,-1 0 0 0 0,0 0 0 0 0,1 0-1 0 0,-1 0 1 0 0,0 0 0 0 0,0 1 0 0 0,0-1 0 0 0,0 0 0 0 0,0 0 0 0 0,0 1 0 0 0,0-1 0 0 0,-1 0 0 0 0,1 1 0 0 0,0 1 0 0 0,1-2 9 0 0,0 1 0 0 0,-1 0 0 0 0,1-1 1 0 0,0 1-1 0 0,0-1 0 0 0,0 1 1 0 0,0-1-1 0 0,1 0 0 0 0,-1 0 1 0 0,0 0-1 0 0,0 0 0 0 0,1 0 0 0 0,-1-1 1 0 0,0 1-1 0 0,1-1 0 0 0,-1 0 1 0 0,1 1-1 0 0,0-1-9 0 0,28 10 162 0 0,30 23 377 0 0,-53-30-398 0 0,1 1 0 0 0,-1 0-1 0 0,0 0 1 0 0,0 1 0 0 0,0 0-1 0 0,-1 1 1 0 0,1-1 0 0 0,-1 1-1 0 0,-1 1 1 0 0,1-1 0 0 0,2 4-141 0 0,-3-3 80 0 0,0-1 0 0 0,0 0 1 0 0,1-1-1 0 0,0 1 0 0 0,0-1 1 0 0,1-1-1 0 0,7 5-80 0 0,29 20 246 0 0,-36-24-183 0 0,0 1 1 0 0,0-1-1 0 0,0 0 1 0 0,1-1-1 0 0,7 3-63 0 0,-8-4 34 0 0,-1 0 0 0 0,0 1 0 0 0,0 0 0 0 0,0 0 0 0 0,0 1 0 0 0,0 0 0 0 0,-1 0 0 0 0,4 3-34 0 0,1 3 27 0 0,1-1 1 0 0,0-1 0 0 0,0 0-1 0 0,1-1 1 0 0,1 0-1 0 0,1-1-27 0 0,30 19 45 0 0,-15-9 42 0 0,1-1-1 0 0,24 7-86 0 0,13 7 506 0 0,-7-4 1177 0 0,57 16-1683 0 0,-3-1 389 0 0,13 9-613 0 0,2-6-1 0 0,2-5 1 0 0,1-7 0 0 0,36 1 224 0 0,135 21 172 0 0,298 56 82 0 0,-486-86-187 0 0,457 116 770 0 0,357 85-397 0 0,-469-144-435 0 0,-121-24 78 0 0,150 21 261 0 0,5-7 138 0 0,2-22 0 0 0,407-16-482 0 0,-32-43 298 0 0,-2-47 224 0 0,-601 17-352 0 0,-120 16-84 0 0,135-26 167 0 0,71-30-253 0 0,273-93 142 0 0,-461 126-91 0 0,-34 9-27 0 0,497-145 218 0 0,-220 40 393 0 0,277-142-635 0 0,-322 127 237 0 0,85-53-157 0 0,-245 112-80 0 0,146-76 72 0 0,362-231 208 0 0,-498 274-217 0 0,64-59-63 0 0,10-8 129 0 0,-1 0-75 0 0,-99 66-44 0 0,371-271-10 0 0,-382 271 0 0 0,-113 88 0 0 0,-18 12 0 0 0,26-23 0 0 0,186-152 0 0 0,-104 86 32 0 0,-5-6 0 0 0,97-112-32 0 0,-121 124 0 0 0,73-49 0 0 0,34-28 0 0 0,123-144 0 0 0,-155 145 0 0 0,-68 67 0 0 0,32-39 27 0 0,-8-7 0 0 0,-7-6-27 0 0,-74 89 13 0 0,60-52-13 0 0,23-24-3 0 0,59-96 3 0 0,-153 181 0 0 0,-32 39 0 0 0,-1-1 0 0 0,11-20 0 0 0,45-68 0 0 0,6 3 0 0 0,10 0 0 0 0,9-13 11 0 0,-11 5 42 0 0,-74 97-53 0 0,-1 0 0 0 0,5-14 0 0 0,16-21 0 0 0,-1-1 0 0 0,4-13 0 0 0,-20 32 0 0 0,24-50 0 0 0,-29 42 0 0 0,-22 49 0 0 0,1 0 0 0 0,1 0 0 0 0,0 1 0 0 0,3-5 0 0 0,-1 2 0 0 0,0-1 0 0 0,-2 0 0 0 0,0 0 0 0 0,4-13 0 0 0,9-28 0 0 0,107-244-162 0 0,14-23 172 0 0,-76 175-72 0 0,17-44 124 0 0,-54 127-62 0 0,17-29 0 0 0,15-30 0 0 0,-30 69 0 0 0,-11 23 0 0 0,-1 0 0 0 0,-2-1 0 0 0,4-16 0 0 0,-16 31-4 0 0,-2 15-6 0 0,-1 1 0 0 0,1-1 0 0 0,-1 1-1 0 0,1 0 1 0 0,0-1 0 0 0,1 1 0 0 0,-1 0-1 0 0,0-1 1 0 0,1 1 0 0 0,0 0 0 0 0,0 0 0 0 0,0 0-1 0 0,0 1 1 0 0,0-1 0 0 0,1-1 10 0 0,0 4-17 0 0,0-28-93 0 0,-3 24 87 0 0,1 3 15 0 0,-1 0 0 0 0,0 0 0 0 0,0 0 1 0 0,0 0-1 0 0,0-1 0 0 0,0 1 0 0 0,0 0 1 0 0,0 0-1 0 0,0 0 0 0 0,0 0 0 0 0,0 0 1 0 0,-1-1-1 0 0,1 1 0 0 0,0 0 0 0 0,-1 0 1 0 0,1 0-1 0 0,-1 0 0 0 0,1 0 0 0 0,-1 0 1 0 0,0 0-1 0 0,1 0 0 0 0,-1 0 0 0 0,0 1 1 0 0,0-1-1 0 0,0 0 8 0 0,-35-40-11 0 0,31 34 11 0 0,1 4-7 0 0,1 1 0 0 0,0 0-1 0 0,-1 0 1 0 0,0 0 0 0 0,0 1-1 0 0,1-1 1 0 0,-1 1 0 0 0,0 0-1 0 0,0 0 1 0 0,0 0 0 0 0,0 0-1 0 0,0 1 1 0 0,0 0 0 0 0,-1 0-1 0 0,1 0 1 0 0,-3 1 7 0 0,-19 2-96 0 0,15-2 51 0 0,1 0 0 0 0,0 0 0 0 0,-1 2-1 0 0,1-1 1 0 0,0 1 0 0 0,0 0 0 0 0,0 1 0 0 0,1 0 0 0 0,-1 1 0 0 0,0 1 45 0 0,-34 13 81 0 0,37-16-57 0 0,0-1 0 0 0,1 1 0 0 0,-1-1 0 0 0,1 2 0 0 0,0-1 0 0 0,-1 1-1 0 0,2 0 1 0 0,-1 0 0 0 0,-4 5-24 0 0,-21 21-162 0 0,18-19 58 0 0,1 1 1 0 0,0 1 0 0 0,1 0-1 0 0,-4 7 104 0 0,1-6-16 0 0,55-25-344 0 0,99-72 5 0 0,-83 48 309 0 0,1 2-1 0 0,54-22 47 0 0,-87 41-23 0 0,-22 11 19 0 0,1 1 0 0 0,0-1 0 0 0,0 1-1 0 0,0-1 1 0 0,0 1 0 0 0,0 1 0 0 0,0-1-1 0 0,0 0 1 0 0,1 1 0 0 0,-1 0-1 0 0,1 0 1 0 0,-1 0 0 0 0,1 1 0 0 0,-1-1-1 0 0,1 1 1 0 0,-1 0 0 0 0,1 1 0 0 0,-1-1-1 0 0,1 1 1 0 0,-1 0 0 0 0,1 0 0 0 0,-1 0-1 0 0,1 0 1 0 0,2 2 4 0 0,-4-1 0 0 0,0 0 0 0 0,-1 0-1 0 0,0 0 1 0 0,1 0 0 0 0,-1 0 0 0 0,0 0-1 0 0,0 1 1 0 0,0-1 0 0 0,0 1 0 0 0,0-1 0 0 0,-1 1-1 0 0,1 0 1 0 0,-1 0 0 0 0,0 0 0 0 0,0 0-1 0 0,0 0 1 0 0,0 0 0 0 0,0 0 0 0 0,-1 0 0 0 0,1 0-1 0 0,-1 0 1 0 0,0 0 0 0 0,0 0 0 0 0,0 1 0 0 0,0 14 24 0 0,-2-1 0 0 0,1 1 0 0 0,-2-1 0 0 0,-1 1-24 0 0,0 6 45 0 0,-26 152 266 0 0,24-127-270 0 0,2-1 0 0 0,2 0-1 0 0,3 0 1 0 0,1 1 0 0 0,3-1 0 0 0,2 0 0 0 0,7 23-41 0 0,-8-50-7 0 0,1 0-1 0 0,1-1 0 0 0,1 0 0 0 0,0 0 1 0 0,5 3 7 0 0,-13-20-48 0 0,1-1 0 0 0,0 0 1 0 0,0 1-1 0 0,0-1 0 0 0,0 0 1 0 0,0 0-1 0 0,0 0 0 0 0,1-1 1 0 0,-1 1-1 0 0,1 0 0 0 0,-1-1 1 0 0,2 1 47 0 0,21 5-6376 0 0,-9-6-661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7:34:27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2579 1 6792 0 0,'-145'18'736'0'0,"-55"8"1020"0"0,75-1-1078 0 0,14-4-190 0 0,-57 21-488 0 0,99-23 96 0 0,37-11-15 0 0,1 1 0 0 0,-27 12-81 0 0,-56 22 290 0 0,85-34-140 0 0,0 1 0 0 0,0 1 0 0 0,1 2 0 0 0,0 1 0 0 0,1 1 0 0 0,1 1 0 0 0,1 1 0 0 0,-2 3-150 0 0,-125 101 492 0 0,85-70-230 0 0,-49 49-262 0 0,78-63 90 0 0,-47 43 56 0 0,4 4 0 0 0,3 4 0 0 0,-18 32-146 0 0,-40 105 620 0 0,-29 43-12 0 0,137-219-500 0 0,-10 18 18 0 0,-26 65-126 0 0,51-102 7 0 0,2 1 0 0 0,1 1-1 0 0,1 0 1 0 0,2 1 0 0 0,-1 19-7 0 0,3-27-1 0 0,0 0 0 0 0,-1-1 0 0 0,-2 0 1 0 0,-2 5 0 0 0,-15 51 56 0 0,21-64-54 0 0,0 1-1 0 0,1-1 1 0 0,1 1 0 0 0,1 0 0 0 0,0 0 0 0 0,1 6-2 0 0,0 33 21 0 0,-1-44-14 0 0,1 0 0 0 0,0 0 0 0 0,0 0 0 0 0,1-1 0 0 0,1 1 1 0 0,1 2-8 0 0,12 73 82 0 0,-13-67-38 0 0,2 0 0 0 0,0 0 0 0 0,0 0 0 0 0,2 0 0 0 0,1 0 0 0 0,2 3-44 0 0,17 31 250 0 0,2-1 0 0 0,25 33-250 0 0,-41-70 89 0 0,0-1-1 0 0,1 0 1 0 0,1-1 0 0 0,0 0-1 0 0,1-1 1 0 0,0-1-1 0 0,1 0 1 0 0,0-1 0 0 0,1-1-1 0 0,1 0 1 0 0,4 0-89 0 0,83 39 290 0 0,-72-32-251 0 0,0-1 0 0 0,1-2 0 0 0,1-1 0 0 0,21 4-39 0 0,241 34 530 0 0,-178-41-616 0 0,0-4 0 0 0,0-6 0 0 0,8-6 86 0 0,-108 5 4 0 0,458-42 1613 0 0,-447 39-1935 0 0,64-12-22 0 0,0-4-1 0 0,-2-4 1 0 0,27-14 340 0 0,45-11 32 0 0,-76 24-14 0 0,-2-4 1 0 0,-1-4 0 0 0,-2-3-1 0 0,20-15-18 0 0,79-42 85 0 0,83-47 158 0 0,-218 112-192 0 0,-1-3 1 0 0,-1-2-1 0 0,-2-2 1 0 0,15-17-52 0 0,-27 23 37 0 0,8-9 12 0 0,-1-1 0 0 0,-2-2 0 0 0,13-20-49 0 0,-25 27 29 0 0,-3 0 0 0 0,0-1 1 0 0,-3-1-1 0 0,0 0 0 0 0,-3-2 1 0 0,-1 0-1 0 0,-2 0 0 0 0,-1-1 1 0 0,-3-1-1 0 0,0 0 0 0 0,-3 0 1 0 0,-1-10-30 0 0,-1 11 14 0 0,-1 17 24 0 0,0-1 0 0 0,-2 0 0 0 0,-2-16-38 0 0,-8-39 112 0 0,-3 1 0 0 0,-7-15-112 0 0,9 53 32 0 0,-1 0 0 0 0,-2 1 0 0 0,-2 1 0 0 0,-1 0 0 0 0,-6-6-32 0 0,-12-14 79 0 0,-1 1 1 0 0,-3 3 0 0 0,-3 1 0 0 0,-2 2-1 0 0,-1 1 1 0 0,-3 3 0 0 0,-2 2 0 0 0,-2 2-1 0 0,-1 3 1 0 0,-43-24-80 0 0,1 6 57 0 0,-3 5 0 0 0,-63-24-57 0 0,96 51 36 0 0,0 2 0 0 0,-1 4 1 0 0,-1 2-1 0 0,-58-6-36 0 0,15 10 24 0 0,0 5 0 0 0,-1 5 0 0 0,0 5 1 0 0,-67 10-25 0 0,37 7-37 0 0,2 5 0 0 0,0 7 0 0 0,-53 22 37 0 0,-319 117-1854 0 0,418-142 612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17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3792 540 4608 0 0,'0'0'353'0'0,"0"-3"-270"0"0,-1 1-1 0 0,1-1 1 0 0,-1 1-1 0 0,1 0 1 0 0,-1 0-1 0 0,0-1 1 0 0,0 1-1 0 0,0 0 1 0 0,-1 0-1 0 0,0-2-82 0 0,-36-33 3142 0 0,31 29-2824 0 0,1 1 1 0 0,-1-1 0 0 0,-1 2 0 0 0,1-1 0 0 0,-1 1 0 0 0,-1 0-1 0 0,1 1 1 0 0,-8-4-319 0 0,-60-27 354 0 0,52 24-312 0 0,-1 0-1 0 0,-1 1 0 0 0,0 2 0 0 0,-3-1-41 0 0,-39-9 50 0 0,26 7 0 0 0,0 2-1 0 0,0 1 1 0 0,-12 1-50 0 0,-78-4 17 0 0,-1 7 1 0 0,0 5-1 0 0,1 6 1 0 0,-1 5-1 0 0,2 7 1 0 0,0 5-1 0 0,1 6 1 0 0,-25 13-18 0 0,-20 12 0 0 0,-37 13 0 0 0,-3 11 0 0 0,44-1 0 0 0,4 8 0 0 0,-55 41 0 0 0,181-101 0 0 0,1 2 0 0 0,1 1 0 0 0,1 2 0 0 0,0 3 0 0 0,-61 50-1 0 0,59-52 7 0 0,2 2-1 0 0,-16 19-5 0 0,6-3 38 0 0,4-4 0 0 0,2 1 1 0 0,2 1 0 0 0,2 3-1 0 0,-9 18-38 0 0,13-10 68 0 0,3 0-1 0 0,-12 34-67 0 0,33-67 23 0 0,2 1-1 0 0,0-1 0 0 0,2 1 1 0 0,0 1-1 0 0,2-1 1 0 0,1 1-1 0 0,0 21-22 0 0,5 8 152 0 0,1-1 1 0 0,4 0-1 0 0,1 0 0 0 0,3-1 0 0 0,2 0 0 0 0,3 0 0 0 0,2-2 1 0 0,12 22-153 0 0,-16-39 36 0 0,1-1 0 0 0,2-1 0 0 0,1 0 0 0 0,2-2 1 0 0,1 0-1 0 0,1-1 0 0 0,23 23-36 0 0,-26-34 12 0 0,18 19 67 0 0,1-3 1 0 0,40 30-80 0 0,1-8 23 0 0,-1-1 111 0 0,68 37-134 0 0,-23-23 43 0 0,26 16 4 0 0,4-6 0 0 0,3-7 0 0 0,4-7-47 0 0,-140-59 1 0 0,137 49 169 0 0,68 10-170 0 0,119 13-51 0 0,433 103 134 0 0,-475-97-83 0 0,241 58 0 0 0,-418-109 0 0 0,-2 6 0 0 0,18 13 0 0 0,150 48 0 0 0,-160-63 0 0 0,449 126 0 0 0,-63-43 18 0 0,-288-79 482 0 0,198 10-500 0 0,-317-41 58 0 0,54 7-4 0 0,429 36 116 0 0,-149-42-42 0 0,14-20-128 0 0,55-36 54 0 0,-337 25-44 0 0,88-19 104 0 0,197-57-114 0 0,-309 60 14 0 0,60-19-14 0 0,-3-10 0 0 0,72-39 0 0 0,-154 48 29 0 0,-3-7 1 0 0,61-41-30 0 0,-26 13 5 0 0,-101 57 1 0 0,-1-1 0 0 0,-2-4 1 0 0,-2-2-1 0 0,-1-2 1 0 0,18-21-7 0 0,-41 33 32 0 0,0-1 0 0 0,-3-1 0 0 0,0-1 0 0 0,-2-1 0 0 0,-2-2 0 0 0,-1 0 0 0 0,-2-1 0 0 0,-1-1-1 0 0,0-6-30 0 0,2-13 65 0 0,-2 0 0 0 0,-3-1 0 0 0,2-26-66 0 0,-12 54 55 0 0,-2-1 0 0 0,-1 1 0 0 0,-1-1 0 0 0,-2 1 0 0 0,-1 0 0 0 0,-2-1 0 0 0,-4-19-55 0 0,-4-6 82 0 0,-3 1-1 0 0,-2 0 0 0 0,-2 1 1 0 0,-3 1-1 0 0,-2 1 0 0 0,-3 1 1 0 0,-1 1-1 0 0,-3 2 0 0 0,-2 0 1 0 0,-1 3-1 0 0,-3 1 0 0 0,-37-34-81 0 0,-245-210 568 0 0,181 174-297 0 0,-5 6 0 0 0,-41-16-271 0 0,-51-14 161 0 0,-41-7-161 0 0,-98-55 1 0 0,183 91-1 0 0,-5 9 0 0 0,-199-70 0 0 0,-352-85-82 0 0,494 178 4 0 0,31 8-154 0 0,-99-12 232 0 0,65 22-116 0 0,-74-14 30 0 0,-69 13 22 0 0,-94 11 64 0 0,9 18 230 0 0,-225 25-230 0 0,338 21 60 0 0,-22 19-60 0 0,17 24 0 0 0,-301 91 0 0 0,259-30 0 0 0,230-62 22 0 0,2 8-1 0 0,4 8 0 0 0,-162 91-21 0 0,242-102 0 0 0,4 3 0 0 0,-91 79 0 0 0,183-139 0 0 0,-44 35-173 0 0,1 3-1 0 0,3 2 0 0 0,1 2 1 0 0,2 2-1 0 0,3 2 0 0 0,1 2 0 0 0,-27 52 174 0 0,46-64-451 0 0,3 2 0 0 0,1 0-1 0 0,2 1 1 0 0,-6 38 451 0 0,14-62-180 0 0,-15 74-658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41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989 124 5984 0 0,'2'-1'158'0'0,"0"-1"0"0"0,0 0 1 0 0,0 1-1 0 0,0-1 0 0 0,0 0 1 0 0,0 0-1 0 0,0 0 0 0 0,0 0 0 0 0,-1 0 1 0 0,1-1-1 0 0,-1 1 0 0 0,0-1-158 0 0,0 2 353 0 0,0 0 0 0 0,0 0 0 0 0,0-1 0 0 0,-1 1 0 0 0,1 0 0 0 0,-1-1 1 0 0,1 1-1 0 0,-1 0 0 0 0,1-1 0 0 0,-1 1 0 0 0,0 0 0 0 0,0-1 0 0 0,0 1 0 0 0,0-1 0 0 0,0 1 0 0 0,0 0 0 0 0,0-1 0 0 0,0 1 0 0 0,0-1 0 0 0,-1 1 0 0 0,1 0 0 0 0,-1-1 0 0 0,1 1 0 0 0,-1 0 0 0 0,1-1 0 0 0,-1 0-353 0 0,-4-2 179 0 0,0-1 0 0 0,0 1 0 0 0,0 0 0 0 0,-1 0 0 0 0,1 1 0 0 0,-1 0 0 0 0,0 0 0 0 0,0 0 0 0 0,0 1 0 0 0,0-1 0 0 0,-1 2 0 0 0,-1-1-179 0 0,-83-12 507 0 0,54 10-529 0 0,23 3-12 0 0,0 1 0 0 0,0 0-1 0 0,0 1 1 0 0,0 0-1 0 0,0 1 1 0 0,1 1 0 0 0,-1 0-1 0 0,0 1 1 0 0,1 0-1 0 0,0 1 1 0 0,0 1 0 0 0,-9 5 34 0 0,-2 3-160 0 0,0 0 1 0 0,1 2 0 0 0,1 1 0 0 0,1 0 0 0 0,0 2-1 0 0,1 1 160 0 0,11-11 30 0 0,0 1-1 0 0,1 1 1 0 0,0-1-1 0 0,1 1 1 0 0,0 1-1 0 0,1-1 1 0 0,-2 7-31 0 0,5-12 80 0 0,1 0 0 0 0,-1-1 0 0 0,1 1 0 0 0,1 0 0 0 0,0 1 0 0 0,-1-1 0 0 0,2 0 0 0 0,-1 0 0 0 0,1 0 0 0 0,0 1 0 0 0,0-1 0 0 0,1 0 0 0 0,-1 0 0 0 0,1 0 0 0 0,1 0 0 0 0,1 5-79 0 0,11 43 173 0 0,-14-47-317 0 0,1-1 1 0 0,0 0-1 0 0,0 0 0 0 0,1 0 0 0 0,0 0 1 0 0,0 0-1 0 0,0 0 0 0 0,1-1 1 0 0,0 1-1 0 0,0-1 0 0 0,1 1 0 0 0,-1-1 1 0 0,1 0-1 0 0,0 0 0 0 0,1 0 144 0 0,20 22-821 0 0,-21-22 790 0 0,1 1 1 0 0,-1-1-1 0 0,1-1 0 0 0,1 1 1 0 0,-1-1-1 0 0,0 1 0 0 0,1-1 1 0 0,0-1-1 0 0,0 1 0 0 0,5 1 31 0 0,42 18-87 0 0,37 22 87 0 0,-74-35-9 0 0,-1 2 0 0 0,0 0 0 0 0,-1 0 0 0 0,0 2 0 0 0,-1-1 0 0 0,0 2 0 0 0,-1 0 0 0 0,1 3 9 0 0,-11-15 4 0 0,-1 0 0 0 0,0-1-1 0 0,0 1 1 0 0,0 0-1 0 0,0-1 1 0 0,-1 1-1 0 0,1 0 1 0 0,-1 0-1 0 0,0 0 1 0 0,1 0-1 0 0,-1 0 1 0 0,-1-1-1 0 0,1 1 1 0 0,0 0 0 0 0,-1 0-1 0 0,1 0 1 0 0,-1 0-1 0 0,0-1 1 0 0,0 1-1 0 0,0 0 1 0 0,0 0-1 0 0,0-1 1 0 0,-1 1-1 0 0,1-1 1 0 0,-1 0-1 0 0,0 1-3 0 0,-4 6 27 0 0,0-1 0 0 0,0 0 0 0 0,0 0 0 0 0,-1-1 0 0 0,-1 0 0 0 0,1 0-1 0 0,-2 0-26 0 0,-32 25 203 0 0,-2-2-1 0 0,-1-1 0 0 0,-2-3 1 0 0,-39 17-203 0 0,-16-2 434 0 0,0-4-1 0 0,-3-5-433 0 0,-31-1-5114 0 0,86-22-624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47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938 1 920 0 0,'0'0'328'0'0,"0"0"1043"0"0,0 0 459 0 0,0 0 91 0 0,0 0-177 0 0,0 0-826 0 0,0 0-365 0 0,-23 19 4200 0 0,-7 36-4187 0 0,19-36-109 0 0,-5 2 542 0 0,14-19-734 0 0,2-2 72 0 0,0 0 30 0 0,0 0 7 0 0,0 12 2602 0 0,0-1-2960 0 0,0-3-16 0 0,-1-1 0 0 0,1 1 0 0 0,-2 0 0 0 0,1 0 0 0 0,-1-1 0 0 0,0 1 0 0 0,-2 2 0 0 0,2-4 0 0 0,0 0 0 0 0,0 0 0 0 0,1 0 0 0 0,0-1 0 0 0,0 1 0 0 0,0 0 0 0 0,1 1 0 0 0,-3 40 0 0 0,-1 0 0 0 0,-3-1 0 0 0,-7 22 0 0 0,-5 36 0 0 0,-59 307 0 0 0,24-140 0 0 0,-120 489-173 0 0,149-659 138 0 0,-180 712-141 0 0,88-399 176 0 0,40-154 0 0 0,76-258-6 0 0,-15 44 19 0 0,2-28-70 0 0,14-18 52 0 0,-1 1-1 0 0,1-1 1 0 0,-1 0 0 0 0,1 0-1 0 0,-1 0 1 0 0,1 1-1 0 0,-1-1 1 0 0,1 0-1 0 0,-1 0 1 0 0,1 0 0 0 0,-1 0-1 0 0,1 0 1 0 0,-1 0-1 0 0,0 0 1 0 0,1 0 0 0 0,-1 0-1 0 0,1 0 1 0 0,-1-1-1 0 0,1 1 1 0 0,-1 0-1 0 0,1 0 1 0 0,-1 0 0 0 0,1-1-1 0 0,0 1 1 0 0,-1 0-1 0 0,1 0 1 0 0,-1-1-1 0 0,1 1 1 0 0,0 0 0 0 0,-1-1-1 0 0,1 1 1 0 0,-1-1-1 0 0,1 1 1 0 0,0 0-1 0 0,-1-1 6 0 0,-1-5-110 0 0,1 0-1 0 0,-1 0 1 0 0,1 0-1 0 0,0 0 1 0 0,0 0-1 0 0,1 0 1 0 0,-1 0-1 0 0,1 0 1 0 0,1-1-1 0 0,-1 1 0 0 0,2-4 111 0 0,-1-4-216 0 0,5-48-3901 0 0,7-25 4117 0 0,3-38-5578 0 0,-14 54 1666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47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2043 5984 0 0,'72'-370'696'0'0,"-30"138"2560"0"0,17-26-3256 0 0,-13 88 1496 0 0,5-29 720 0 0,10 2 0 0 0,35-69-2216 0 0,-75 217 444 0 0,30-70 2431 0 0,12-51-2875 0 0,-58 157 478 0 0,-1 15-203 0 0,-1 31-153 0 0,-5 48-334 0 0,-17 107-75 0 0,-19 59 287 0 0,5-39-24 0 0,-120 649-578 0 0,102-644-930 0 0,-9-3 1 0 0,-55 119 1531 0 0,76-223-870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48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448 501 1840 0 0,'1'-67'-62'0'0,"0"14"4817"0"0,-2 1 0 0 0,-4-21-4755 0 0,1-3 2380 0 0,4 53-1541 0 0,-1 1-1 0 0,-1 0 0 0 0,-1 0 0 0 0,-3-13-838 0 0,1 14 763 0 0,-7-12 659 0 0,11 31-957 0 0,1 2-30 0 0,-26 43 570 0 0,7 15-1018 0 0,4 0 0 0 0,1 1 0 0 0,3 0-1 0 0,1 18 14 0 0,4-37 13 0 0,-167 1138-94 0 0,114-750-255 0 0,22-191 0 0 0,36-188 381 0 0,7-87-42 0 0,1 1 0 0 0,11-32-3 0 0,5-21-54 0 0,109-408 42 0 0,-28 121 12 0 0,-84 294 4 0 0,-5 12 14 0 0,4 2 0 0 0,2 0-1 0 0,3 1 1 0 0,7-8-18 0 0,-22 55 27 0 0,-6 13-21 0 0,0 0 0 0 0,0 1 0 0 0,1-1 1 0 0,0 1-1 0 0,1 0 0 0 0,1-2-6 0 0,-5 9 4 0 0,-1 0 0 0 0,1 0 0 0 0,-1 0-1 0 0,1 0 1 0 0,0 0 0 0 0,-1 0 0 0 0,1 0 0 0 0,-1 0-1 0 0,1 0 1 0 0,0 0 0 0 0,-1 0 0 0 0,1 0 0 0 0,-1 0 0 0 0,1 1-1 0 0,0-1 1 0 0,-1 0 0 0 0,1 0 0 0 0,-1 1 0 0 0,1-1 0 0 0,-1 0-1 0 0,1 1 1 0 0,-1-1 0 0 0,1 1 0 0 0,-1-1 0 0 0,0 1 0 0 0,1-1-1 0 0,-1 1 1 0 0,0-1 0 0 0,1 1 0 0 0,-1-1 0 0 0,0 1-4 0 0,3 4 14 0 0,-1-1 0 0 0,-1 1 0 0 0,1 0 0 0 0,-1 0 0 0 0,0 0 0 0 0,0 1 0 0 0,0-1 0 0 0,-1 0 0 0 0,0 0 0 0 0,0 0 0 0 0,0 1 0 0 0,0 0-14 0 0,-9 70 57 0 0,7-64-54 0 0,-16 90 77 0 0,-5-1 1 0 0,-30 82-81 0 0,-84 192-189 0 0,27-81-309 0 0,50-129-196 0 0,-9 22-4827 0 0,27-59-527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49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330 609 5984 0 0,'-53'44'717'0'0,"46"-37"-52"0"0,0 0 1 0 0,0 0-1 0 0,-1-1 0 0 0,1 0 1 0 0,-1 0-1 0 0,-1-1 0 0 0,1 0 1 0 0,-1-1-1 0 0,-3 2-665 0 0,5-4 576 0 0,0 1-1 0 0,0-1 1 0 0,-1-1 0 0 0,1 0-1 0 0,0 0 1 0 0,-1 0 0 0 0,1-1-1 0 0,0 0 1 0 0,-4 0-576 0 0,8-1 100 0 0,-1 0 0 0 0,0 0 0 0 0,1 0 0 0 0,-1-1 0 0 0,1 1 0 0 0,-1-1 0 0 0,1 0 1 0 0,-1 0-1 0 0,1 0 0 0 0,0-1 0 0 0,0 1 0 0 0,0-1 0 0 0,1 1 0 0 0,-1-1 0 0 0,1 0 0 0 0,-1 0 0 0 0,1 0 0 0 0,-1-2-100 0 0,-5-7 152 0 0,1-1-1 0 0,1 0 0 0 0,0 0 0 0 0,1-1 0 0 0,0 1 0 0 0,1-1 0 0 0,1 0 0 0 0,-2-8-151 0 0,0-12 299 0 0,2 1-1 0 0,1 0 0 0 0,1-6-298 0 0,3 6 38 0 0,2-1 0 0 0,0 1-1 0 0,3-1 1 0 0,1 2 0 0 0,1-1 0 0 0,2 1-1 0 0,9-19-37 0 0,-16 41 0 0 0,1 1 0 0 0,0-1 0 0 0,1 1 0 0 0,0 0 0 0 0,0 1 0 0 0,1-1 0 0 0,0 1 0 0 0,1 1 0 0 0,-1-1 0 0 0,1 1 0 0 0,1 1 0 0 0,0-1 0 0 0,3-1 0 0 0,-8 6 0 0 0,0 0 0 0 0,0 0 0 0 0,0 0 0 0 0,0 0 0 0 0,1 1 0 0 0,-1-1 0 0 0,1 1 0 0 0,-1 0 0 0 0,1 1 0 0 0,-1-1 0 0 0,1 1 0 0 0,-1 0 0 0 0,1 0 0 0 0,0 0 0 0 0,-1 1 0 0 0,1-1 0 0 0,-1 1 0 0 0,1 0 0 0 0,-1 1 0 0 0,1-1 0 0 0,-1 1 0 0 0,0 0 0 0 0,0 0 0 0 0,0 0 0 0 0,0 0 0 0 0,0 1 0 0 0,0 0 0 0 0,-1 0 0 0 0,1 0 0 0 0,-1 0 0 0 0,0 0 0 0 0,1 1 0 0 0,5 8-7 0 0,0 0 0 0 0,-1 0-1 0 0,-1 1 1 0 0,0 0 0 0 0,0 1 0 0 0,-1-1-1 0 0,-1 1 1 0 0,-1 0 0 0 0,0 1-1 0 0,0-1 1 0 0,-2 1 0 0 0,1 7 7 0 0,2 17-34 0 0,-2 1 0 0 0,-2 0-1 0 0,-2 0 1 0 0,-2 3 34 0 0,-1-12 0 0 0,-2 0 0 0 0,-2-1 0 0 0,-1 0 0 0 0,-1 0 0 0 0,-1-1 0 0 0,-5 5 0 0 0,7-13 57 0 0,-2-1 0 0 0,0-1 0 0 0,-10 14-57 0 0,15-25 47 0 0,0 0 0 0 0,-1 0 0 0 0,1-1 0 0 0,-1 0 0 0 0,-1 0 0 0 0,1-1 0 0 0,-1 0 0 0 0,0 0 0 0 0,-5 2-47 0 0,12-7 16 0 0,-1 0 1 0 0,0 0-1 0 0,0 0 1 0 0,0 0-1 0 0,0-1 1 0 0,0 1-1 0 0,0-1 1 0 0,-1 1 0 0 0,1-1-1 0 0,0 0 1 0 0,0 0-1 0 0,0 0 1 0 0,0 0-1 0 0,0 0 1 0 0,-1 0-1 0 0,1 0 1 0 0,0-1-1 0 0,0 1 1 0 0,0-1 0 0 0,0 0-1 0 0,0 1 1 0 0,0-1-1 0 0,0 0 1 0 0,0 0-1 0 0,0 0 1 0 0,1-1-1 0 0,-1 1 1 0 0,0 0-1 0 0,1-1 1 0 0,-1 1-1 0 0,1-1 1 0 0,-1 1 0 0 0,1-1-1 0 0,0 0 1 0 0,-1 0-1 0 0,1 0 1 0 0,0 1-1 0 0,0-1 1 0 0,0 0-1 0 0,1 0 1 0 0,-1 0-1 0 0,0 0 1 0 0,1-1 0 0 0,-1 0-17 0 0,-4-13 41 0 0,1-1 0 0 0,1 0 0 0 0,0-1 0 0 0,1 1 1 0 0,1-4-42 0 0,1 20 0 0 0,-1-22 1 0 0,2-1-1 0 0,1 0 1 0 0,0 0-1 0 0,2 1 0 0 0,0-1 1 0 0,2 1-1 0 0,1 0 1 0 0,1 1-1 0 0,0-1 0 0 0,2 2 1 0 0,0-1-1 0 0,2 1 1 0 0,8-11-1 0 0,-12 20-9 0 0,1 0 1 0 0,0 0 0 0 0,0 2 0 0 0,1-1-1 0 0,0 1 1 0 0,1 0 0 0 0,1 1 8 0 0,-9 6 0 0 0,1 0 0 0 0,0 0 0 0 0,0 0 1 0 0,0 1-1 0 0,0 0 0 0 0,0 0 0 0 0,0 0 0 0 0,0 0 1 0 0,1 0-1 0 0,-1 1 0 0 0,1 0 0 0 0,-1 0 0 0 0,1 0 1 0 0,-1 1-1 0 0,1-1 0 0 0,0 1 0 0 0,-1 0 0 0 0,1 1 1 0 0,-1-1-1 0 0,1 1 0 0 0,0-1 0 0 0,-1 2 0 0 0,2-1 0 0 0,-2 2-7 0 0,-1-1-1 0 0,1 1 0 0 0,-1 0 0 0 0,0 0 1 0 0,0 0-1 0 0,-1 0 0 0 0,1 1 0 0 0,0-1 1 0 0,-1 1-1 0 0,0 0 0 0 0,0-1 0 0 0,0 1 1 0 0,-1 0-1 0 0,1 0 0 0 0,-1 0 0 0 0,0 0 1 0 0,0 1-1 0 0,0-1 0 0 0,0 2 8 0 0,2 13-27 0 0,0 1 0 0 0,-2-1 0 0 0,0 14 27 0 0,-2 9-11 0 0,-1 0-1 0 0,-3-1 0 0 0,-1 0 0 0 0,-4 5 12 0 0,5-22-4 0 0,-2 0 0 0 0,-1 0 0 0 0,0-1 0 0 0,-2 0 0 0 0,-1-1-1 0 0,-1 1 1 0 0,-8 10 4 0 0,16-24 0 0 0,3-7 0 0 0,0 0 0 0 0,0 0 0 0 0,-1 0 0 0 0,1 0 0 0 0,0 0 0 0 0,-1 0 0 0 0,0 0 0 0 0,1-1 0 0 0,-1 1 0 0 0,0 0 0 0 0,0-1 0 0 0,0 1 0 0 0,0-1 0 0 0,0 0 0 0 0,0 0 0 0 0,-2 1 0 0 0,4-2 0 0 0,-1 1 0 0 0,1-1 0 0 0,-1 0 0 0 0,1 1 0 0 0,-1-1 0 0 0,1 0 0 0 0,-1 0 0 0 0,1 0 0 0 0,-1 0 0 0 0,1 1 0 0 0,-1-1 0 0 0,1 0 0 0 0,-1 0 0 0 0,1 0 0 0 0,-1 0 0 0 0,1 0 0 0 0,-1 0 0 0 0,1 0 0 0 0,-1 0 0 0 0,1-1 0 0 0,-1 1 0 0 0,1 0 0 0 0,-1 0 0 0 0,1 0 0 0 0,-1 0 0 0 0,1-1 0 0 0,-1 1 0 0 0,1 0 0 0 0,-1 0 0 0 0,1-1 0 0 0,0 1 0 0 0,-1-1 0 0 0,-3-5 0 0 0,1 1 0 0 0,1-1 0 0 0,-1 0 0 0 0,1 0 0 0 0,0 0 0 0 0,1 0 0 0 0,0-1 0 0 0,0 1 0 0 0,0 0 0 0 0,0-1 0 0 0,1 1 0 0 0,1-6 0 0 0,5-72 0 0 0,25-108 0 0 0,11 16 0 0 0,-40 162 0 0 0,2 1 0 0 0,-1-1 0 0 0,2 1 0 0 0,0 1 0 0 0,0-1 0 0 0,1 1 0 0 0,1-1 0 0 0,0 1 0 0 0,-6 12 0 0 0,-1 0 0 0 0,1 0 0 0 0,-1 0 0 0 0,0 0 0 0 0,1-1 0 0 0,-1 1 0 0 0,1 0 0 0 0,-1 0 0 0 0,1 0 0 0 0,-1 0 0 0 0,1 1 0 0 0,-1-1 0 0 0,1 0 0 0 0,-1 0 0 0 0,1 0 0 0 0,-1 0 0 0 0,1 0 0 0 0,-1 1 0 0 0,0-1 0 0 0,1 0 0 0 0,-1 0 0 0 0,1 1 0 0 0,-1-1 0 0 0,0 0 0 0 0,1 1 0 0 0,-1-1 0 0 0,0 0 0 0 0,1 1 0 0 0,-1-1 0 0 0,0 0 0 0 0,1 1 0 0 0,-1-1 0 0 0,0 1 0 0 0,0-1 0 0 0,0 1 0 0 0,1-1 0 0 0,-1 0 0 0 0,0 1 0 0 0,0-1 0 0 0,0 1 0 0 0,0-1 0 0 0,0 0 0 0 0,3 11 5 0 0,-1-1 0 0 0,-1 1 0 0 0,0 0 0 0 0,0-1 0 0 0,-1 1 0 0 0,-1 0 0 0 0,1-1 0 0 0,-2 1 0 0 0,1 0 0 0 0,-2-1 0 0 0,-1 7-5 0 0,-3 23 9 0 0,0-1-21 0 0,-2 0 0 0 0,-2 0 0 0 0,-1-1-1 0 0,-2 0 1 0 0,-14 27 12 0 0,22-54-260 0 0,0 0 0 0 0,-1-1 1 0 0,0 0-1 0 0,-1 0 0 0 0,0-1 0 0 0,0 0 0 0 0,-6 4 260 0 0,3-6-1512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49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1553 10336 0 0,'-6'-16'934'0'0,"2"-17"-737"0"0,1 1 0 0 0,1-1 0 0 0,2 1 0 0 0,2-1 0 0 0,3-21-197 0 0,-3 28 371 0 0,7-59 330 0 0,4 1 0 0 0,4 1 0 0 0,3 0 0 0 0,4 1-1 0 0,26-57-700 0 0,-9 42 428 0 0,4 1 0 0 0,4 3 0 0 0,5 2 0 0 0,29-36-428 0 0,-56 89 262 0 0,2 1-1 0 0,1 0 1 0 0,1 3-1 0 0,3 1 1 0 0,11-9-262 0 0,-44 41 17 0 0,1-1-1 0 0,0 1 1 0 0,0 0 0 0 0,0 0-1 0 0,-1 0 1 0 0,1 0 0 0 0,0 0-1 0 0,0 0 1 0 0,0 0-1 0 0,0 1 1 0 0,1-1 0 0 0,0 0-17 0 0,-3 1 14 0 0,1 0 0 0 0,0 0 0 0 0,0 0 1 0 0,0 0-1 0 0,0 1 0 0 0,-1-1 1 0 0,1 0-1 0 0,0 0 0 0 0,0 0 0 0 0,-1 1 1 0 0,1-1-1 0 0,0 0 0 0 0,0 1 0 0 0,-1-1 1 0 0,1 1-1 0 0,0-1 0 0 0,-1 1 0 0 0,1-1 1 0 0,0 1-1 0 0,-1-1 0 0 0,1 1 0 0 0,-1 0-14 0 0,3 3 30 0 0,-1 0 0 0 0,0 1 0 0 0,0-1-1 0 0,-1 1 1 0 0,1 0 0 0 0,-1-1 0 0 0,0 1-1 0 0,0 0 1 0 0,-1 0 0 0 0,1 1-30 0 0,-1 10 56 0 0,0 0-1 0 0,0 0 1 0 0,-2-1 0 0 0,0 1 0 0 0,-1 0 0 0 0,-4 12-56 0 0,-5 37 129 0 0,-25 169 148 0 0,-63 207-277 0 0,-93 221 30 0 0,177-612-27 0 0,-31 102-3 0 0,-6-3 0 0 0,-30 50 0 0 0,1-24 2 0 0,-105 204 60 0 0,186-378-60 0 0,1 0 0 0 0,-1 1 0 0 0,0-1 0 0 0,1 0 0 0 0,-1 0-1 0 0,0 1 1 0 0,0-1 0 0 0,0 0 0 0 0,0 0 0 0 0,0 0 0 0 0,0 0-1 0 0,0 0 1 0 0,-1 0 0 0 0,1 0 0 0 0,0-1 0 0 0,-1 1-2 0 0,1-1 2 0 0,1 0 0 0 0,-1 0 1 0 0,1 0-1 0 0,0 0 0 0 0,-1 0 1 0 0,1 0-1 0 0,-1 0 0 0 0,1-1 1 0 0,-1 1-1 0 0,1 0 0 0 0,0 0 1 0 0,-1-1-1 0 0,1 1 0 0 0,0 0 0 0 0,-1-1 1 0 0,1 1-1 0 0,0 0 0 0 0,-1-1 1 0 0,1 1-1 0 0,0 0 0 0 0,0-1 1 0 0,-1 1-1 0 0,1-1 0 0 0,0 1 1 0 0,0 0-1 0 0,0-1 0 0 0,0 1 0 0 0,0-1 1 0 0,-1 1-1 0 0,1-1 0 0 0,0 1-2 0 0,-1-6 9 0 0,0 0-1 0 0,0 0 1 0 0,1 0-1 0 0,0 1 1 0 0,0-1-1 0 0,0 0 0 0 0,1-3-8 0 0,40-230-172 0 0,9 2-1 0 0,12 2 1 0 0,28-55 172 0 0,-68 235-43 0 0,1 1 1 0 0,3 1-1 0 0,2 1 0 0 0,7-6 43 0 0,-18 38 0 0 0,-17 19 0 0 0,1 1 0 0 0,-1-1 0 0 0,0 1 0 0 0,0-1 0 0 0,1 1 0 0 0,-1 0 0 0 0,0-1 0 0 0,1 1 0 0 0,-1-1 0 0 0,0 1 0 0 0,1 0 0 0 0,-1-1 0 0 0,1 1 0 0 0,-1 0 0 0 0,1-1 0 0 0,-1 1 0 0 0,1 0 0 0 0,-1 0 0 0 0,1 0 0 0 0,-1-1 0 0 0,1 1 0 0 0,-1 0 0 0 0,1 0 0 0 0,-1 0 0 0 0,1 0 0 0 0,-1 0 0 0 0,1 0 0 0 0,-1 0 0 0 0,1 0 0 0 0,-1 0 0 0 0,1 0 0 0 0,0 0 0 0 0,-1 0 0 0 0,1 0 0 0 0,-1 1 0 0 0,1-1 0 0 0,-1 0 0 0 0,1 0 0 0 0,-1 1 0 0 0,0-1 0 0 0,1 0 0 0 0,-1 0 0 0 0,1 1 0 0 0,-1-1 0 0 0,1 1 0 0 0,-1-1 0 0 0,0 0 0 0 0,1 1 0 0 0,-1-1 0 0 0,0 1 0 0 0,0-1 0 0 0,1 1 0 0 0,2 17 0 0 0,-3-18 0 0 0,1 19 0 0 0,-1 1 0 0 0,-2-1 0 0 0,0 0 0 0 0,-1 0 0 0 0,0 0 0 0 0,-2 0 0 0 0,0 0 0 0 0,-1-1 0 0 0,-1 0 0 0 0,-9 16 0 0 0,-15 47 0 0 0,7-11-543 0 0,-4 0 0 0 0,-17 27 543 0 0,7-16-4657 0 0,0-1-1583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29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4086 949 2304 0 0,'16'-1'181'0'0,"-14"-2"-155"0"0,-15-3 39 0 0,11 5 62 0 0,0-4 719 0 0,1 4-717 0 0,1 0 0 0 0,0 0 1 0 0,-1 1-1 0 0,1-1 0 0 0,-1 0 0 0 0,1 0 0 0 0,-1 0 1 0 0,1 0-1 0 0,-1 1 0 0 0,0-1 0 0 0,1 0 1 0 0,-1 1-1 0 0,0-1 0 0 0,0 1 0 0 0,1-1 1 0 0,-1 0-1 0 0,0 1 0 0 0,0 0 0 0 0,0-1 0 0 0,0 1 1 0 0,0-1-1 0 0,0 1 0 0 0,0 0-129 0 0,-14-5 577 0 0,1-1 0 0 0,-1-1 0 0 0,1 0-1 0 0,1 0 1 0 0,-1-2 0 0 0,2 0 0 0 0,-1 0 0 0 0,-3-5-577 0 0,12 11 50 0 0,0 1 0 0 0,1-1 0 0 0,-1 1 0 0 0,0 0 1 0 0,0 0-1 0 0,-1 0 0 0 0,1 0 0 0 0,0 1 0 0 0,0 0 1 0 0,-1-1-1 0 0,-3 1-50 0 0,1 0 61 0 0,1-1 0 0 0,0 0 1 0 0,0 0-1 0 0,0 0 0 0 0,0-1 1 0 0,-5-3-62 0 0,-113-56 640 0 0,105 53-607 0 0,-1 1 0 0 0,1 1 0 0 0,-1 0 0 0 0,-6 1-33 0 0,-41-15 150 0 0,44 14-93 0 0,0 1-1 0 0,0 1 1 0 0,0 1 0 0 0,-5 1-57 0 0,-49-9 156 0 0,-32-6 298 0 0,0 5 0 0 0,-1 4 1 0 0,0 5-1 0 0,-1 5 0 0 0,1 5 0 0 0,-58 12-454 0 0,11-1 487 0 0,52-7 186 0 0,-102 23-673 0 0,106-9 103 0 0,2 5 0 0 0,0 4 0 0 0,-13 11-103 0 0,53-18 94 0 0,1 3 0 0 0,2 3 1 0 0,1 1-1 0 0,1 4 0 0 0,-32 28-94 0 0,24-12 473 0 0,2 2 1 0 0,3 2-1 0 0,2 3 0 0 0,-23 37-473 0 0,75-94 11 0 0,-63 88-1350 0 0,2 8 1339 0 0,43-64-276 0 0,2 1 0 0 0,2 0 0 0 0,1 2 0 0 0,-6 26 276 0 0,3 2-41 0 0,3 2 0 0 0,3 0-1 0 0,-4 58 42 0 0,13-72-22 0 0,2 0-1 0 0,3 0 1 0 0,1 0-1 0 0,4 0 1 0 0,1 0-1 0 0,3-1 1 0 0,2 0-1 0 0,3-1 1 0 0,2-1-1 0 0,1 0 0 0 0,15 23 23 0 0,-3-16-23 0 0,2 0-1 0 0,3-3 0 0 0,3-1 0 0 0,1-1 0 0 0,13 8 24 0 0,15 12-23 0 0,3-3 0 0 0,3-3 0 0 0,14 5 23 0 0,-2-2 0 0 0,-20-15 0 0 0,3-3 0 0 0,50 28 0 0 0,31 8-30 0 0,5-6 0 0 0,2-8 0 0 0,120 38 30 0 0,507 134-54 0 0,-576-199 61 0 0,-52-14 40 0 0,61 14-45 0 0,2-11 1 0 0,2-8 0 0 0,0-11-1 0 0,72-8-2 0 0,34-18 0 0 0,191-34 0 0 0,-451 37 0 0 0,215-32 0 0 0,-99 12 0 0 0,454-71 32 0 0,-4-28 0 0 0,8-31-32 0 0,-406 89 0 0 0,-4-9 0 0 0,20-19 0 0 0,-110 37 5 0 0,258-111-13 0 0,-264 105 75 0 0,111-71-67 0 0,-191 100 12 0 0,-2-2-1 0 0,-1-3 0 0 0,-2-2 0 0 0,-2-1 0 0 0,-2-3 0 0 0,-2-2-11 0 0,-11 10 57 0 0,-1-2 0 0 0,-3-1 0 0 0,-1-2 0 0 0,-2 0 0 0 0,-2-2 0 0 0,-2 0 0 0 0,14-46-57 0 0,-27 64 113 0 0,-2 0 0 0 0,0-1 1 0 0,-2 1-1 0 0,-2-1 0 0 0,0 0 1 0 0,-2 0-1 0 0,-1-17-113 0 0,-5-14 194 0 0,-2 1 0 0 0,-3 1-1 0 0,-3-6-193 0 0,2 22 146 0 0,-2 1 0 0 0,-1 1 0 0 0,-2 0 0 0 0,-2 2 0 0 0,-1 0 0 0 0,-2 1 0 0 0,-1 1 0 0 0,-2 1 0 0 0,-19-19-146 0 0,-49-48 560 0 0,-5 3-1 0 0,-33-20-559 0 0,42 39 238 0 0,-6-2-10 0 0,-4 5 1 0 0,-3 4-1 0 0,-3 5 0 0 0,-3 4 0 0 0,-3 5 1 0 0,-26-5-229 0 0,-229-87 406 0 0,-117-19-406 0 0,292 104-23 0 0,-398-126-87 0 0,375 132-188 0 0,-174-24 298 0 0,-81 14-662 0 0,-273 2 662 0 0,438 57-188 0 0,0 12 0 0 0,0 14 0 0 0,0 14 188 0 0,-19 14-63 0 0,3 15 0 0 0,-180 61 63 0 0,-233 110-12 0 0,-370 184 12 0 0,678-212-59 0 0,225-101-8 0 0,-81 47-255 0 0,101-38-3514 0 0,129-75-2515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31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3059 7344 0 0,'-13'4'660'0'0,"-6"-2"-218"0"0,0-1 0 0 0,0 0 0 0 0,1-1 1 0 0,-1-1-1 0 0,0-1 0 0 0,-5-2-442 0 0,22 4 67 0 0,1-1 1 0 0,-1 1-1 0 0,0 0 1 0 0,1-1-1 0 0,-1 1 1 0 0,1-1-1 0 0,-1 0 0 0 0,1 0 1 0 0,-1 1-1 0 0,1-1 1 0 0,-1 0-1 0 0,1 0 1 0 0,0 0-1 0 0,-1-1 1 0 0,1 1-1 0 0,0 0 0 0 0,0 0 1 0 0,0-1-1 0 0,0 1 1 0 0,0 0-1 0 0,0-1 1 0 0,0 1-1 0 0,1-1 0 0 0,-1 1 1 0 0,0-1-1 0 0,1 0 1 0 0,0 1-1 0 0,-1-1 1 0 0,1 0-1 0 0,0 1 0 0 0,-1-1 1 0 0,1 0-1 0 0,0 1 1 0 0,0-1-1 0 0,1 0 1 0 0,-1 1-1 0 0,0-1 1 0 0,1 0-1 0 0,-1 1 0 0 0,0-1 1 0 0,1 0-1 0 0,0 1 1 0 0,-1-1-1 0 0,1 1 1 0 0,0-1-1 0 0,0 1 0 0 0,0 0 1 0 0,0-1-68 0 0,3-4-10 0 0,1 0 0 0 0,-1 0 1 0 0,1 0-1 0 0,0 1 0 0 0,1-1 1 0 0,0 1-1 0 0,-1 1 0 0 0,1-1 1 0 0,1 1-1 0 0,4-2 10 0 0,293-141-218 0 0,-106 54 1487 0 0,72-52-1269 0 0,229-137 1610 0 0,-64 38-538 0 0,-332 183-966 0 0,576-345 397 0 0,-104 86-422 0 0,-68 41-78 0 0,-388 216-1 0 0,-65 36 50 0 0,31-23-52 0 0,14-10 29 0 0,43-16-29 0 0,-42 24-412 0 0,35-28 412 0 0,-77 46-286 0 0,28-19-387 0 0,-79 48 504 0 0,0-1 0 0 0,-1 1 1 0 0,0-1-1 0 0,0 0 0 0 0,0-1 0 0 0,-1 0 1 0 0,0 0-1 0 0,0 0 0 0 0,-1 0 1 0 0,2-3 168 0 0,-6 9-44 0 0,0 0 0 0 0,1 0 0 0 0,-1 0 0 0 0,0 0 0 0 0,1-1 0 0 0,-1 1 0 0 0,0 0 0 0 0,0 0 0 0 0,0 0 0 0 0,0 0 0 0 0,0 0 0 0 0,0 0 0 0 0,0 0 0 0 0,0 0 0 0 0,0-1 0 0 0,-1 1 0 0 0,1 0 0 0 0,0 0 0 0 0,-1 0 0 0 0,1 0 1 0 0,-1 0-1 0 0,1 0 0 0 0,-1 0 0 0 0,1 1 0 0 0,-1-1 0 0 0,0 0 0 0 0,0 0 0 0 0,0 0 44 0 0,-2-2-78 0 0,0 1 0 0 0,0-1 1 0 0,0 1-1 0 0,-1 0 0 0 0,1 0 0 0 0,-1 0 1 0 0,0 1-1 0 0,1-1 0 0 0,-2 1 78 0 0,-8-4-151 0 0,-1 2-1 0 0,0 0 1 0 0,-1 0 0 0 0,-6 0 151 0 0,-30 2-703 0 0,-41 3 703 0 0,5 1 95 0 0,-127 7 1121 0 0,198-11-1002 0 0,15-3-51 0 0,26-5-30 0 0,-11 4-178 0 0,178-65-308 0 0,387-130 111 0 0,-524 186 236 0 0,0 2-1 0 0,0 2 1 0 0,0 2-1 0 0,1 4 1 0 0,1 1-1 0 0,-1 3 1 0 0,15 4 6 0 0,-52-3 0 0 0,-1 1 1 0 0,1 0 0 0 0,-1 2-1 0 0,1 0 1 0 0,-1 1-1 0 0,0 1 1 0 0,-1 1-1 0 0,17 8 0 0 0,-26-10 14 0 0,-1 0 0 0 0,1 0 0 0 0,-1 1 0 0 0,0-1 0 0 0,0 2 0 0 0,-1-1 0 0 0,0 1 0 0 0,0 0 0 0 0,-1 0 0 0 0,1 0 0 0 0,-1 1 0 0 0,-1 0 0 0 0,0 0-1 0 0,0 0 1 0 0,0 0 0 0 0,-1 1 0 0 0,-1 0 0 0 0,1-1 0 0 0,0 6-14 0 0,-1 1 68 0 0,-1-1 0 0 0,0 0-1 0 0,0 1 1 0 0,-1-1 0 0 0,-1 1-1 0 0,-1-1 1 0 0,0 0-1 0 0,-1 0 1 0 0,0 0 0 0 0,-1 0-1 0 0,-1 1-67 0 0,-12 29 248 0 0,-2-1-1 0 0,-19 30-247 0 0,0 3 161 0 0,-19 31-648 0 0,-5-2 0 0 0,-45 56 487 0 0,68-103-2691 0 0,6-7-2098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33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628 2135 8432 0 0,'0'0'388'0'0,"0"0"-11"0"0,-14-22-141 0 0,5 14 260 0 0,-1-1-1 0 0,-1 1 1 0 0,1 0-1 0 0,-1 1 1 0 0,0 0-1 0 0,-4 0-495 0 0,-52-17 1130 0 0,64 23-1118 0 0,0 0 1 0 0,0 0 0 0 0,0 0 0 0 0,-1 1 0 0 0,1-1 0 0 0,0 1 0 0 0,0 0-1 0 0,-1 0 1 0 0,1 0 0 0 0,0 0 0 0 0,-1 0 0 0 0,1 1 0 0 0,0-1 0 0 0,-1 1-13 0 0,-12 2 41 0 0,9-3-46 0 0,0 1-1 0 0,0 0 1 0 0,1 1 0 0 0,-1-1 0 0 0,0 1-1 0 0,1 1 1 0 0,-1-1 0 0 0,1 1 0 0 0,-1 0-1 0 0,1 0 1 0 0,0 1 0 0 0,1 0 0 0 0,-1 0-1 0 0,1 0 1 0 0,-1 1 0 0 0,1 0 0 0 0,1 0-1 0 0,-1 0 1 0 0,-3 6 5 0 0,-10 14 26 0 0,1 1 0 0 0,1 1 0 0 0,1 0 0 0 0,1 2-26 0 0,1-3 100 0 0,-23 54-306 0 0,4 2 0 0 0,4 1-1 0 0,-4 27 207 0 0,-1 0 6 0 0,25-79-53 0 0,2-1 1 0 0,0 2-1 0 0,2-1 1 0 0,2 0 0 0 0,1 30 46 0 0,2-50-39 0 0,0-1 0 0 0,1 1 0 0 0,0 0 0 0 0,1-1 1 0 0,0 1-1 0 0,1-1 0 0 0,0 0 0 0 0,3 4 39 0 0,-3-5-28 0 0,-3-7-25 0 0,11-7-91 0 0,-5 1 135 0 0,0 0 1 0 0,0-1-1 0 0,-1 0 0 0 0,0 0 1 0 0,0 0-1 0 0,0-1 1 0 0,-1 0-1 0 0,0 0 1 0 0,0-1-1 0 0,0 1 9 0 0,43-76-78 0 0,-26 44 66 0 0,90-163 76 0 0,-85 151-32 0 0,-2-1 0 0 0,16-47-32 0 0,5-13 10 0 0,15-61 54 0 0,-57 162-52 0 0,0-1 0 0 0,-1 0 0 0 0,0 1 0 0 0,1-10-12 0 0,-1 4 22 0 0,0 0-1 0 0,2 1 0 0 0,0 0 1 0 0,4-10-22 0 0,-8 23 78 0 0,-1 2 10 0 0,0 0-6 0 0,-16 30 142 0 0,-11 127-80 0 0,24-139-144 0 0,1 0 0 0 0,1 0 0 0 0,0 1 0 0 0,3 16 0 0 0,-4 49 0 0 0,-13 87 0 0 0,19-107 67 0 0,-3-54-46 0 0,1 0 0 0 0,-2 0-1 0 0,1 1 1 0 0,-2-1 0 0 0,1 0 0 0 0,-2 6-21 0 0,-1 45 68 0 0,1-9-152 0 0,1-41 79 0 0,-3 19 3 0 0,1-1 0 0 0,1 1 0 0 0,2 0 1 0 0,1 0-1 0 0,1 0 0 0 0,2 5 2 0 0,-2-21 34 0 0,8 31 199 0 0,-10-44-230 0 0,0 0 0 0 0,1 0-1 0 0,-1 0 1 0 0,0 0 0 0 0,1-1-1 0 0,-1 1 1 0 0,1 0 0 0 0,-1 0 0 0 0,1-1-1 0 0,0 1 1 0 0,-1 0 0 0 0,1-1-1 0 0,0 1 1 0 0,-1 0 0 0 0,1-1 0 0 0,0 1-1 0 0,0-1 1 0 0,0 0 0 0 0,-1 1-1 0 0,1-1 1 0 0,0 1 0 0 0,0-1-1 0 0,0 0 1 0 0,0 0 0 0 0,0 0 0 0 0,0 1-1 0 0,-1-1 1 0 0,1 0 0 0 0,0 0-1 0 0,0 0 1 0 0,0 0 0 0 0,0-1 0 0 0,0 1-1 0 0,0 0 1 0 0,0 0 0 0 0,0 0-1 0 0,-1-1 1 0 0,1 1 0 0 0,0 0-1 0 0,0-1 1 0 0,0 1 0 0 0,0-1 0 0 0,0 0-3 0 0,6-3-29 0 0,0-1 0 0 0,0-1 1 0 0,-1 1-1 0 0,1-1 1 0 0,-1 0-1 0 0,-1 0 1 0 0,1-1-1 0 0,-1 0 0 0 0,0 0 1 0 0,-1 0-1 0 0,1-2 29 0 0,42-90 341 0 0,-34 70-295 0 0,15-44 326 0 0,-3-1 1 0 0,-2-4-373 0 0,4-13 335 0 0,41-165 477 0 0,-29 105-368 0 0,71-323 435 0 0,-101 438-843 0 0,216-786 168 0 0,-178 689-204 0 0,-22 67 0 0 0,3-18 0 0 0,-20 56-37 0 0,2 0-1 0 0,1 1 0 0 0,1 1 1 0 0,1 0-1 0 0,2 0 0 0 0,0 1 0 0 0,14-15 38 0 0,-28 39-93 0 0,1 3 65 0 0,-1 1-1 0 0,1-1 1 0 0,0 1-1 0 0,-1 0 1 0 0,0-1-1 0 0,1 1 1 0 0,-1 0-1 0 0,0 0 1 0 0,0 0-1 0 0,-1 0 1 0 0,1 0-1 0 0,-1 0 0 0 0,1 3 29 0 0,4 48-79 0 0,-2 0 0 0 0,-3 1 0 0 0,-2-1 0 0 0,-2 0 0 0 0,-6 22 79 0 0,-3 48-50 0 0,-56 528-597 0 0,43-432 214 0 0,-52 236-702 0 0,12-90 580 0 0,35-176 392 0 0,4-28 166 0 0,0 77-3 0 0,32-126 80 0 0,11-124 10 0 0,-11 4-82 0 0,0-1-1 0 0,-1 0 0 0 0,0 0 1 0 0,0 0-1 0 0,-1-1 0 0 0,0 1 0 0 0,-1-1 1 0 0,0 0-1 0 0,0 1 0 0 0,-1-2-7 0 0,14-44 45 0 0,319-967 153 0 0,-292 881-266 0 0,124-415-378 0 0,61-202-618 0 0,-179 595 926 0 0,-14 43 186 0 0,5 3-1 0 0,25-46-47 0 0,-27 77 711 0 0,-36 82-390 0 0,4 24 260 0 0,-4 3-436 0 0,-2 0 0 0 0,0 0 0 0 0,-2 0 0 0 0,-1 0 0 0 0,0 0-1 0 0,-3 2-144 0 0,-2 16 199 0 0,-97 393 1023 0 0,-52 411-688 0 0,37 0-359 0 0,95-544-155 0 0,23-224 63 0 0,4 1 0 0 0,8 59-83 0 0,-7-124-86 0 0,1 1-1 0 0,0-1 0 0 0,1 0 0 0 0,0-1 0 0 0,1 1 0 0 0,1-1 1 0 0,2 4 86 0 0,2-7-3919 0 0,5-16-1386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33.5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1414 15752 0 0,'0'0'720'0'0,"0"0"-17"0"0,-1 0-451 0 0,-1-1-218 0 0,1 1 0 0 0,-1-1 0 0 0,1 0 0 0 0,0 0 0 0 0,-1 0 0 0 0,1 0 0 0 0,0 0 0 0 0,0 0 0 0 0,-1 0 0 0 0,1 0 0 0 0,0-1 0 0 0,0 1 0 0 0,1 0 0 0 0,-1-1 0 0 0,0 1 0 0 0,0 0 0 0 0,1-1 0 0 0,-1 1 0 0 0,0-1 0 0 0,1 1 0 0 0,0-1 0 0 0,-1 1 0 0 0,1-1-1 0 0,0 0-33 0 0,-1 0 103 0 0,-8-31 240 0 0,2 0 1 0 0,1 0-1 0 0,1-1 1 0 0,2 1-1 0 0,2-34-343 0 0,7-52 40 0 0,6 2 0 0 0,5-1 0 0 0,6-1-40 0 0,-19 94-27 0 0,13-59-4 0 0,4 1 0 0 0,3 1 0 0 0,4 1 0 0 0,3 1-1 0 0,21-33 32 0 0,-49 107-4 0 0,2-7-13 0 0,2 0-1 0 0,-1 1 1 0 0,2-1-1 0 0,0 1 1 0 0,0 1-1 0 0,1 0 1 0 0,0 0-1 0 0,10-8 18 0 0,-18 18-8 0 0,0 1-1 0 0,0-1 0 0 0,-1 0 0 0 0,1 1 0 0 0,0-1 0 0 0,0 1 0 0 0,1 0 0 0 0,-1-1 0 0 0,0 1 1 0 0,0 0-1 0 0,0 0 0 0 0,0-1 0 0 0,0 1 0 0 0,0 0 0 0 0,0 0 0 0 0,0 0 0 0 0,0 0 1 0 0,0 0-1 0 0,1 1 0 0 0,-1-1 0 0 0,0 0 0 0 0,0 0 0 0 0,0 1 0 0 0,0-1 0 0 0,0 1 0 0 0,0-1 1 0 0,0 1 8 0 0,2 1-18 0 0,0 0-1 0 0,-1 0 1 0 0,0 1 0 0 0,1-1 0 0 0,-1 1 0 0 0,0-1 0 0 0,0 1 0 0 0,-1 0 0 0 0,1-1 0 0 0,0 2 18 0 0,5 10-99 0 0,-1 1 1 0 0,-1-1 0 0 0,4 14 98 0 0,-9-26-13 0 0,10 37-49 0 0,-2 1-1 0 0,-2 0 1 0 0,-1 1 0 0 0,-2-1-1 0 0,-3 21 63 0 0,-5 71 32 0 0,-6 3-32 0 0,1-22 40 0 0,7-71-119 0 0,-2 1 0 0 0,-3-1 0 0 0,-1 0 0 0 0,-1-1 0 0 0,-3 0 0 0 0,-1-1 0 0 0,-2 0 0 0 0,-20 34 79 0 0,21-55-1437 0 0,-1-1-4629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33.9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 9216 0 0,'4'5'119'0'0,"-1"0"0"0"0,1 1 1 0 0,-1-1-1 0 0,0 1 1 0 0,-1 0-1 0 0,0-1 0 0 0,0 1 1 0 0,0 0-1 0 0,0 1 1 0 0,-1-1-1 0 0,0 5-119 0 0,6 67 1764 0 0,-10 15 437 0 0,-5-1-1 0 0,-12 50-2200 0 0,12-71 325 0 0,6-37-155 0 0,-3-1 1 0 0,-1 1-1 0 0,-5 15-170 0 0,9-27 33 0 0,3-18-32 0 0,-1 0-1 0 0,0 0 0 0 0,-1 0 1 0 0,1 0-1 0 0,-1 0 1 0 0,0 0-1 0 0,0 0 0 0 0,0 0 1 0 0,0 0-1 0 0,0 0 0 0 0,-1-1 0 0 0,34-28-1024 0 0,10-32 348 0 0,-35 45 633 0 0,0 1 1 0 0,1 0-1 0 0,1 0 1 0 0,0 1-1 0 0,0 0 1 0 0,1 0 0 0 0,0 1-1 0 0,0 1 1 0 0,1-1-1 0 0,1 1 43 0 0,-1 4-64 0 0,-10 3 63 0 0,1 1-1 0 0,0 0 0 0 0,-1 0 1 0 0,1-1-1 0 0,0 1 0 0 0,-1 0 0 0 0,1 0 1 0 0,-1 1-1 0 0,1-1 0 0 0,0 0 1 0 0,-1 1-1 0 0,1-1 0 0 0,-1 1 1 0 0,1-1-1 0 0,-1 1 0 0 0,1-1 1 0 0,-1 1-1 0 0,1 0 0 0 0,-1 0 1 0 0,0 0-1 0 0,1 0 0 0 0,-1 0 1 0 0,0 0-1 0 0,0 0 0 0 0,0 1 1 0 0,0-1-1 0 0,0 0 0 0 0,1 1 2 0 0,23 43-18 0 0,-21-35 17 0 0,26 65 11 0 0,-25-58-10 0 0,1-1 0 0 0,1 1 0 0 0,0-2 0 0 0,1 1 0 0 0,5 7 0 0 0,-11-20 28 0 0,-1-1 0 0 0,0 1-1 0 0,1-1 1 0 0,-1 1 0 0 0,1-1-1 0 0,0 0 1 0 0,0 1 0 0 0,0-1-1 0 0,0 0 1 0 0,0 0 0 0 0,1-1-1 0 0,-1 1 1 0 0,0 0 0 0 0,1-1-1 0 0,0 1 1 0 0,-1-1 0 0 0,1 0 0 0 0,0 0-1 0 0,-1 0 1 0 0,1 0 0 0 0,0 0-1 0 0,0-1 1 0 0,0 1 0 0 0,0-1-1 0 0,0 0 1 0 0,0 0 0 0 0,0 0-1 0 0,-1 0 1 0 0,1-1 0 0 0,0 1-1 0 0,0-1 1 0 0,0 1 0 0 0,0-1 0 0 0,1 0-28 0 0,13-5 296 0 0,0-1 1 0 0,0 0-1 0 0,0-1 1 0 0,-1 0-1 0 0,0-2 1 0 0,-1 0 0 0 0,0 0-1 0 0,0-2 1 0 0,-1 0-1 0 0,-1 0 1 0 0,0-1 0 0 0,-1-1-1 0 0,4-5-296 0 0,26-36 396 0 0,-3-2 0 0 0,29-55-396 0 0,-56 92 76 0 0,120-181-24 0 0,-55 87-998 0 0,-41 59-398 0 0,3 4-3368 0 0,-1 9-1341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34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821 0 4144 0 0,'-17'19'224'0'0,"-1"10"5142"0"0,-7 10 588 0 0,4-19-5533 0 0,-1-1 0 0 0,0-1 1 0 0,-2-2-1 0 0,0 0 0 0 0,0-1 1 0 0,-6 1-422 0 0,0 2 79 0 0,19-12-137 0 0,1 0 0 0 0,0 1 0 0 0,0 0 0 0 0,0 0 0 0 0,1 1 0 0 0,0 0-1 0 0,-2 3 59 0 0,9-7-90 0 0,0 0 0 0 0,-1-1 0 0 0,1 1 0 0 0,0 0 0 0 0,1 0 0 0 0,-1 0 0 0 0,1 1 0 0 0,-1-1 0 0 0,1 0 0 0 0,1 0 0 0 0,-1 1 0 0 0,1-1 0 0 0,-1 1 0 0 0,1-1 0 0 0,0 0 0 0 0,1 1 0 0 0,-1-1 0 0 0,1 1 0 0 0,0-1 0 0 0,0 0 0 0 0,1 2 90 0 0,23 118-367 0 0,-20-90 576 0 0,1 0 1 0 0,1-1-1 0 0,3 0 1 0 0,0 0-1 0 0,2-1 0 0 0,11 20-209 0 0,-21-46 65 0 0,1 0 0 0 0,0 0-1 0 0,-1 0 1 0 0,-1 0-1 0 0,1 1 1 0 0,-1-1-1 0 0,0 0 1 0 0,0 1 0 0 0,0 0-1 0 0,-1-1 1 0 0,0 1-1 0 0,-1-1 1 0 0,0 1-1 0 0,0-1 1 0 0,0 1 0 0 0,0-1-1 0 0,-1 0 1 0 0,0 1-1 0 0,-1-1 1 0 0,1 0-1 0 0,-1 0 1 0 0,0-1-1 0 0,-1 1 1 0 0,1-1 0 0 0,-1 1-1 0 0,0-1 1 0 0,-1 0-1 0 0,1 0 1 0 0,-1-1-1 0 0,0 1 1 0 0,0-1 0 0 0,0 0-1 0 0,-1 0-64 0 0,-27 24 454 0 0,25-21-371 0 0,0 0 1 0 0,0-1-1 0 0,0 1 1 0 0,-1-2-1 0 0,0 1 1 0 0,-2 0-84 0 0,-20 8 26 0 0,0-2-1 0 0,0 0 1 0 0,-2-2 0 0 0,-21 3-26 0 0,34-9-164 0 0,0-1-1 0 0,0-1 1 0 0,0 0-1 0 0,-1-2 1 0 0,1 0 0 0 0,0-2-1 0 0,0 0 1 0 0,-11-3 164 0 0,-6-8-1926 0 0,26 8 835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35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557 228 1840 0 0,'1'-2'8'0'0,"1"0"1"0"0,0 0-1 0 0,0 0 1 0 0,-1 0-1 0 0,1 0 1 0 0,-1-1-1 0 0,0 1 0 0 0,0 0 1 0 0,0-1-1 0 0,0 1 1 0 0,0-1-1 0 0,0 0 1 0 0,-1 1-1 0 0,1-1 1 0 0,-1 1-1 0 0,0-1 0 0 0,1 0 1 0 0,-2-2-9 0 0,4-16 24 0 0,-2 15 408 0 0,-1-1 0 0 0,1 1 0 0 0,-1 0 0 0 0,-1 0 0 0 0,1 0 0 0 0,-1 0 0 0 0,-1-5-432 0 0,1 6 370 0 0,0 1 1 0 0,0 0 0 0 0,0-1 0 0 0,1 1-1 0 0,0-1 1 0 0,0 1 0 0 0,0-1 0 0 0,0 1 0 0 0,1-1-1 0 0,0 1 1 0 0,0-1 0 0 0,0 1 0 0 0,1-3-371 0 0,-1 6 102 0 0,-1 0 0 0 0,1 0 0 0 0,-1 0 1 0 0,0 0-1 0 0,1 0 0 0 0,-1 0 1 0 0,0 0-1 0 0,0 0 0 0 0,0 0 0 0 0,1 0 1 0 0,-1 0-1 0 0,0 0 0 0 0,0 0 0 0 0,-1 0 1 0 0,1 0-1 0 0,0 0 0 0 0,0 0 0 0 0,0 0 1 0 0,-1 0-1 0 0,1 0 0 0 0,0 0 1 0 0,-1 0-1 0 0,1 0 0 0 0,-1 0 0 0 0,1 0 1 0 0,-1 0-1 0 0,0 0 0 0 0,1 1 0 0 0,-1-1 1 0 0,0 0-1 0 0,0 0 0 0 0,1 1 0 0 0,-1-1 1 0 0,0 0-1 0 0,0 1 0 0 0,0-1 1 0 0,0 1-1 0 0,0-1 0 0 0,0 1 0 0 0,0 0 1 0 0,0-1-1 0 0,0 1 0 0 0,0 0 0 0 0,0 0 1 0 0,0 0-103 0 0,-3-1 318 0 0,0 0 0 0 0,0 0 1 0 0,0 1-1 0 0,-1 0 1 0 0,1 0-1 0 0,0 0 0 0 0,0 0 1 0 0,0 1-1 0 0,-1-1 0 0 0,1 1 1 0 0,0 0-1 0 0,-1 1-318 0 0,-15 6 149 0 0,1 1 0 0 0,0 0 0 0 0,1 2-1 0 0,0 0 1 0 0,1 1 0 0 0,0 1 0 0 0,1 0 0 0 0,0 2-1 0 0,-4 5-148 0 0,-13 17-32 0 0,1 1 0 0 0,3 2 0 0 0,-15 25 32 0 0,12-18-29 0 0,21-32 20 0 0,0 1 0 0 0,0 0 1 0 0,2 1-1 0 0,0 0 1 0 0,1 1-1 0 0,1-1 0 0 0,-2 8 9 0 0,-20 50-59 0 0,21-58 59 0 0,1-1 0 0 0,1 1 0 0 0,0 0-1 0 0,-1 13 1 0 0,2-10-63 0 0,1 0-1 0 0,1 1 1 0 0,0 0-1 0 0,2 0 1 0 0,1 0-1 0 0,0-1 1 0 0,2 1-1 0 0,0 0 0 0 0,5 20 64 0 0,-2-15-239 0 0,-5-23 188 0 0,1 0 1 0 0,-1 1-1 0 0,1-1 0 0 0,-1 0 1 0 0,1 1-1 0 0,0-1 1 0 0,0 0-1 0 0,0 0 0 0 0,1 1 1 0 0,-1-1-1 0 0,1 0 1 0 0,0 0-1 0 0,0-1 0 0 0,0 1 1 0 0,0 0-1 0 0,0-1 0 0 0,2 2 51 0 0,-3-3-176 0 0,22-5-94 0 0,-17 0 251 0 0,0 0 1 0 0,-1-1-1 0 0,1 0 1 0 0,-1 0-1 0 0,0-1 0 0 0,0 1 1 0 0,-1-1-1 0 0,0 0 1 0 0,0-1-1 0 0,0 1 1 0 0,-1-1-1 0 0,0 1 1 0 0,2-6 18 0 0,28-46-9 0 0,-14 31 9 0 0,-1-1 0 0 0,-1-1 0 0 0,4-11 0 0 0,-9 18 0 0 0,2 1 0 0 0,0 1 0 0 0,1 0 0 0 0,1 1 0 0 0,1 0 0 0 0,39-50 0 0 0,79-103 95 0 0,-124 156-39 0 0,0 1-1 0 0,-2-1 0 0 0,6-12-55 0 0,-6 11 93 0 0,0 1 0 0 0,0 1-1 0 0,8-8-92 0 0,-14 19 43 0 0,-1 0 0 0 0,1-1 0 0 0,-1 1 0 0 0,0 0 0 0 0,0-1 0 0 0,-1 1 0 0 0,1-1 0 0 0,-1 1 0 0 0,0-1 0 0 0,0-3-43 0 0,12-31 349 0 0,-13 39-344 0 0,1-1 0 0 0,-1 1 0 0 0,1-1 0 0 0,-1 0 0 0 0,0 1 0 0 0,1-1 0 0 0,-1 0 0 0 0,0 0 0 0 0,0 1 0 0 0,1-1 0 0 0,-1 0 0 0 0,0 0 1 0 0,0 1-1 0 0,0-1 0 0 0,0 0 0 0 0,0 0 0 0 0,0 1 0 0 0,0-1 0 0 0,0 0 0 0 0,0 0 0 0 0,0 1 0 0 0,0-1 0 0 0,-1 0 0 0 0,1 0 0 0 0,0 1 0 0 0,-1-1 0 0 0,1 0 0 0 0,-1 0-5 0 0,-3-14 701 0 0,-17 28-455 0 0,19-10-230 0 0,-1 0 0 0 0,1 0 1 0 0,-1 0-1 0 0,1 0 0 0 0,0 1 1 0 0,0-1-1 0 0,0 1 0 0 0,0 0 0 0 0,1-1 1 0 0,0 1-1 0 0,0 0 0 0 0,0 0 1 0 0,0 2-17 0 0,-12 28 30 0 0,11-29-30 0 0,0 1 0 0 0,0 0 0 0 0,0 0 0 0 0,1-1 0 0 0,0 1 0 0 0,0 0-1 0 0,0 0 1 0 0,1 1 0 0 0,0-1 0 0 0,0 1 0 0 0,-3 32 21 0 0,3-28 15 0 0,-1 1 0 0 0,2-1 1 0 0,-1 0-1 0 0,2 0 0 0 0,-1 0 0 0 0,2 0 0 0 0,1 5-36 0 0,5 34 39 0 0,-5-11-29 0 0,-2-12-20 0 0,1-1 0 0 0,2 0 0 0 0,0 0 0 0 0,2 1 10 0 0,9 41-211 0 0,-14-53 176 0 0,1 0 0 0 0,1 0 0 0 0,0 0 0 0 0,1 0 0 0 0,0-1 35 0 0,2 4-15 0 0,-1 0 1 0 0,-1 0-1 0 0,0 0 0 0 0,-1 4 15 0 0,-1-3-87 0 0,2 0 0 0 0,0 0-1 0 0,1 0 1 0 0,2 2 87 0 0,16 61-1974 0 0,-16-63 165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35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510 1 7832 0 0,'1'0'106'0'0,"1"0"0"0"0,-1-1 1 0 0,1 1-1 0 0,-1 0 0 0 0,1 0 1 0 0,0 0-1 0 0,-1 1 0 0 0,1-1 0 0 0,-1 0 1 0 0,1 0-1 0 0,-1 1 0 0 0,1-1 1 0 0,-1 1-1 0 0,1 0 0 0 0,-1-1 1 0 0,0 1-1 0 0,1 0 0 0 0,-1 0 0 0 0,0 0 1 0 0,1 0-1 0 0,-1 0 0 0 0,0 0 1 0 0,0 0-1 0 0,0 0 0 0 0,0 0 0 0 0,0 1 1 0 0,0-1-1 0 0,0 0 0 0 0,-1 1 1 0 0,1-1-1 0 0,0 1 0 0 0,0 0-106 0 0,-1 3 445 0 0,1 1 0 0 0,-1 0 0 0 0,0-1 0 0 0,-1 1 0 0 0,1 0 0 0 0,-1-1 0 0 0,0 1 0 0 0,-1 2-445 0 0,-4 24 525 0 0,2 4-319 0 0,-3-1-1 0 0,-1 0 1 0 0,-10 27-206 0 0,-14 61 273 0 0,19-49-142 0 0,-40 179 90 0 0,29-144-221 0 0,2 21 0 0 0,-4 23-1 0 0,-44 249-598 0 0,16 26 599 0 0,17-184-517 0 0,16-117-182 0 0,1 36 699 0 0,15-95-219 0 0,-8 112-1562 0 0,-19 67 1781 0 0,18-140-1088 0 0,2 39 1088 0 0,-11 85-776 0 0,-2 11-123 0 0,22-207 742 0 0,-3 34-187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35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404 0 17359 0 0,'-9'138'1965'0'0,"1"-40"-2138"0"0,-9 84 424 0 0,-9 0-1 0 0,-11 13-250 0 0,10-45 347 0 0,-31 166 12 0 0,-73 441-88 0 0,104-597-260 0 0,5-36-12 0 0,-5 125 1 0 0,21-132 5 0 0,-1-28-153 0 0,5-1-1 0 0,8 70 149 0 0,-2-99-472 0 0,9 59-274 0 0,-10-102-1032 0 0,1-1 0 0 0,0 0-1 0 0,7 14 1779 0 0,13 21-5938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38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65 216 7832 0 0,'0'0'356'0'0,"0"0"-7"0"0,2-13 4346 0 0,-8-145-2623 0 0,5 146-2072 0 0,-3 1 0 0 0,3 2 0 0 0,1-2 10 0 0,0 9 45 0 0,0 2-7 0 0,0 0-89 0 0,-9 2-537 0 0,6 1 317 0 0,0-1-1 0 0,-1 0 1 0 0,1 1-1 0 0,-1-2 1 0 0,0 1-1 0 0,1 0 1 0 0,-1-1 0 0 0,0 0-1 0 0,0 1 1 0 0,-3-1 261 0 0,5-1-191 0 0,2 0-161 0 0,0 0-68 0 0,0 0-433 0 0,0 0-1750 0 0,0 0-746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36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437 0 15408 0 0,'0'0'704'0'0,"0"0"-15"0"0,12 6-419 0 0,-9-3-238 0 0,0-1 0 0 0,0 0-1 0 0,0 1 1 0 0,0 0-1 0 0,0 0 1 0 0,-1 0-1 0 0,1 0 1 0 0,-1 0-1 0 0,0 0 1 0 0,0 1-1 0 0,0-1 1 0 0,0 1-1 0 0,-1-1 1 0 0,1 1 0 0 0,-1 0-1 0 0,0-1 1 0 0,0 1-1 0 0,0 0 1 0 0,0 4-32 0 0,1 13 183 0 0,0 0 1 0 0,-1 0 0 0 0,-1 6-184 0 0,0-23 19 0 0,-3 62 709 0 0,-9 49-728 0 0,1-8 185 0 0,-40 275 163 0 0,22-193-131 0 0,-89 535-132 0 0,68-431-186 0 0,-32 169 23 0 0,-30 190 76 0 0,99-559-128 0 0,5 1 0 0 0,2 40 130 0 0,6-130-180 0 0,2 19-318 0 0,-2-22 431 0 0,0-1-1 0 0,0 1 1 0 0,0-1-1 0 0,0 1 0 0 0,1-1 1 0 0,-1 1-1 0 0,0-1 0 0 0,0 1 1 0 0,0-1-1 0 0,1 1 0 0 0,-1-1 1 0 0,0 0-1 0 0,1 1 1 0 0,-1-1-1 0 0,0 1 0 0 0,1-1 1 0 0,-1 0-1 0 0,1 1 0 0 0,-1-1 1 0 0,0 0-1 0 0,1 0 0 0 0,-1 1 1 0 0,1-1-1 0 0,-1 0 0 0 0,1 0 1 0 0,-1 0-1 0 0,1 1 1 0 0,-1-1-1 0 0,1 0 0 0 0,-1 0 1 0 0,1 0-1 0 0,-1 0 0 0 0,1 0 1 0 0,-1 0-1 0 0,1 0 0 0 0,-1 0 1 0 0,1 0-1 0 0,-1 0 1 0 0,1-1 67 0 0,14-4-5904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36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921 0 13880 0 0,'-8'9'147'0'0,"1"0"1"0"0,-1 1 0 0 0,2 0 0 0 0,-1 0 0 0 0,1 0 0 0 0,1 1 0 0 0,0-1-1 0 0,0 1 1 0 0,1 1 0 0 0,-2 10-148 0 0,-251 888 3531 0 0,168-645-3021 0 0,4-10-1591 0 0,56-156 699 0 0,-162 607 271 0 0,89-284-543 0 0,81-355-459 0 0,-19 43 1113 0 0,38-107-39 0 0,1-1-1 0 0,0 1 1 0 0,0 0-1 0 0,-1-1 1 0 0,0 1 0 0 0,1-1-1 0 0,-1 1 1 0 0,0-1-1 0 0,0 0 1 0 0,-2 2 39 0 0,-6-3-287 0 0,4-16-20 0 0,3-22-90 0 0,2 1 0 0 0,2 0 0 0 0,1 0 0 0 0,2 0 0 0 0,4-15 397 0 0,1-13-649 0 0,2-27-243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36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1740 2760 0 0,'58'-166'210'0'0,"13"-36"196"0"0,17-16-406 0 0,-4 36 5267 0 0,9 4 0 0 0,15-11-5267 0 0,-59 112 576 0 0,4 2 0 0 0,2 3-1 0 0,4 2 1 0 0,2 2 0 0 0,58-46-576 0 0,-99 97 44 0 0,0 1 0 0 0,1 1 0 0 0,0 1 0 0 0,1 0 0 0 0,1 2 0 0 0,0 1 0 0 0,9-3-44 0 0,-25 11 22 0 0,1 0 1 0 0,-1 1-1 0 0,1 0 0 0 0,0 0 1 0 0,0 1-1 0 0,0 0 0 0 0,0 0 1 0 0,0 0-1 0 0,0 1 0 0 0,0 1 1 0 0,0-1-1 0 0,0 1 0 0 0,0 1 1 0 0,-1-1-1 0 0,1 1 0 0 0,0 1 1 0 0,-1-1-1 0 0,1 1 0 0 0,-1 1 1 0 0,0-1-1 0 0,0 1 0 0 0,0 1 1 0 0,0-1-1 0 0,-1 1 0 0 0,5 4-22 0 0,5 9 10 0 0,-1 0 0 0 0,-1 1 0 0 0,0 1 0 0 0,-1 0 0 0 0,-2 0 0 0 0,0 2 0 0 0,-1-1 0 0 0,-1 1 0 0 0,-1 1 0 0 0,0 0 0 0 0,-2 0 0 0 0,-1 0 0 0 0,0 11-10 0 0,4 30 16 0 0,-4 1 0 0 0,-2-1 1 0 0,-4 0-1 0 0,-4 28-16 0 0,-1-44-54 0 0,-3-1 1 0 0,-2 1-1 0 0,-2-2 0 0 0,-2 0 0 0 0,-1-1 0 0 0,-5 4 54 0 0,5-15 31 0 0,-2 0-1 0 0,-1 0 1 0 0,-1-2-1 0 0,-2-1 1 0 0,-2 0-1 0 0,-25 25-30 0 0,6-12 182 0 0,-1-2 0 0 0,-3-2-1 0 0,-51 34-181 0 0,65-52 74 0 0,-1-1 0 0 0,-1-2 0 0 0,-1-2 0 0 0,-1 0-1 0 0,-1-3 1 0 0,1-1 0 0 0,-2-2 0 0 0,0-2-1 0 0,0-1 1 0 0,-1-2 0 0 0,-8-1-74 0 0,14-3-1097 0 0,0-2 0 0 0,-1-2-1 0 0,1 0 1 0 0,0-3 0 0 0,-4-1 1097 0 0,-27-4-5837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55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683 224 2760 0 0,'20'-14'453'0'0,"-15"10"95"0"0,-1-1 0 0 0,1 1-1 0 0,-1 0 1 0 0,-1-1 0 0 0,1 0 0 0 0,-1 0-1 0 0,0 0 1 0 0,0-1 0 0 0,0 1 0 0 0,0 0-1 0 0,-1-1 1 0 0,0 0 0 0 0,-1 0 0 0 0,1 0-1 0 0,-1 1 1 0 0,1-5-548 0 0,9-34 2735 0 0,-10 44-2641 0 0,-1-1 0 0 0,1 0 1 0 0,-1 0-1 0 0,1 0 0 0 0,-1 0 0 0 0,0 0 1 0 0,1 0-1 0 0,-1 0 0 0 0,0 0 1 0 0,1 0-1 0 0,-1 0 0 0 0,0 0 1 0 0,0 0-1 0 0,0 0 0 0 0,0 0 1 0 0,0 0-1 0 0,0 0 0 0 0,0 0 1 0 0,-1-1-1 0 0,1 1 0 0 0,0 0 1 0 0,0 0-1 0 0,-1 0 0 0 0,1 1 1 0 0,-1-1-1 0 0,1 0 0 0 0,-1 0 0 0 0,0-1-94 0 0,-8-14 1023 0 0,6 9-698 0 0,2 6-268 0 0,1 0 1 0 0,0 0 0 0 0,-1 0-1 0 0,1 0 1 0 0,0 0 0 0 0,-1 0-1 0 0,1 0 1 0 0,-1 0 0 0 0,0 0 0 0 0,1 0-1 0 0,-1 0 1 0 0,0 0 0 0 0,0 0-1 0 0,1 0 1 0 0,-1 1 0 0 0,0-1-1 0 0,0 0 1 0 0,0 1 0 0 0,0-1-1 0 0,0 1 1 0 0,0-1 0 0 0,0 1 0 0 0,0-1-1 0 0,0 1 1 0 0,0 0 0 0 0,0-1-1 0 0,0 1 1 0 0,0 0 0 0 0,0 0-1 0 0,-1 0 1 0 0,1 0 0 0 0,0 0 0 0 0,0 0-1 0 0,0 0 1 0 0,0 0 0 0 0,0 0-1 0 0,0 0 1 0 0,0 1 0 0 0,-1-1-1 0 0,1 1-57 0 0,-9 1 88 0 0,0 1-1 0 0,1 0 1 0 0,0 1-1 0 0,-1 0 1 0 0,2 0-1 0 0,-1 1 1 0 0,0 0-1 0 0,1 1 1 0 0,0 0-1 0 0,0 0 1 0 0,1 1 0 0 0,-1-1-1 0 0,-1 5-87 0 0,-15 15 55 0 0,1 1 1 0 0,1 1-1 0 0,1 3-55 0 0,-180 283 72 0 0,116-164 264 0 0,-10 38-336 0 0,70-130 67 0 0,2 0 0 0 0,2 1 1 0 0,4 1-1 0 0,1 0 0 0 0,2 10-67 0 0,11-44 33 0 0,1 0 0 0 0,1 1 0 0 0,1-1-1 0 0,1 0 1 0 0,1 0 0 0 0,2 0 0 0 0,1 0 0 0 0,0 0-1 0 0,2-1 1 0 0,4 8-33 0 0,-9-27-6 0 0,1 0 0 0 0,-1 0 0 0 0,1-1 1 0 0,1 1-1 0 0,-1-1 0 0 0,1 1 0 0 0,0-1 0 0 0,0 0 0 0 0,0-1 0 0 0,1 1 0 0 0,0-1 0 0 0,0 0 0 0 0,0 0 0 0 0,0 0 0 0 0,1 0 0 0 0,-1-1 0 0 0,1 0 1 0 0,0-1-1 0 0,0 1 0 0 0,0-1 0 0 0,0 0 0 0 0,0 0 0 0 0,1-1 0 0 0,-1 0 0 0 0,1 0 0 0 0,-1-1 0 0 0,0 1 0 0 0,1-1 0 0 0,3-1 6 0 0,16-5-383 0 0,-1 0 0 0 0,0-2 0 0 0,-1-1-1 0 0,0-1 1 0 0,0-1 0 0 0,20-13 383 0 0,23-10-6222 0 0,-29 16-116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55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491 113 9672 0 0,'-4'-25'613'0'0,"4"19"-319"0"0,-1 0 0 0 0,0 0-1 0 0,0 0 1 0 0,0 1 0 0 0,-1-1-1 0 0,0 0 1 0 0,0 0-1 0 0,0 1 1 0 0,-1-1 0 0 0,1 1-1 0 0,-1 0 1 0 0,-4-5-294 0 0,5 9 196 0 0,1 0 0 0 0,-1 0-1 0 0,0 0 1 0 0,0 0 0 0 0,0 0 0 0 0,0 0 0 0 0,0 1 0 0 0,0-1-1 0 0,0 1 1 0 0,0-1 0 0 0,0 1 0 0 0,0 0 0 0 0,0 0 0 0 0,0 0 0 0 0,0 0-1 0 0,0 0 1 0 0,0 0 0 0 0,0 0 0 0 0,0 1 0 0 0,-1 0-196 0 0,-38 11 1045 0 0,25-4-926 0 0,0 0 0 0 0,0 1-1 0 0,0 1 1 0 0,1 1-1 0 0,1 0 1 0 0,0 0-1 0 0,0 2 1 0 0,-3 4-119 0 0,-22 27 375 0 0,-30 43-375 0 0,63-79 32 0 0,-12 19 50 0 0,1 2 0 0 0,1-1 0 0 0,1 2 0 0 0,-5 18-82 0 0,12-26 51 0 0,1 1 0 0 0,1-1 0 0 0,-1 11-51 0 0,-2 11 39 0 0,8-42-39 0 0,1 1 0 0 0,-1-1 0 0 0,1 1 0 0 0,0-1 0 0 0,0 1 0 0 0,0-1 0 0 0,1 1 0 0 0,-1-1 0 0 0,1 0 0 0 0,-1 1 0 0 0,1-1 0 0 0,0 2 0 0 0,0-3-3 0 0,-1 1 0 0 0,0-1 0 0 0,1 0 0 0 0,-1 0-1 0 0,1 0 1 0 0,0 0 0 0 0,-1 0 0 0 0,1 0 0 0 0,0 0 0 0 0,-1 0-1 0 0,1 0 1 0 0,0 0 0 0 0,0 0 0 0 0,0-1 0 0 0,0 1-1 0 0,0 0 1 0 0,0 0 0 0 0,0-1 0 0 0,0 1 0 0 0,0-1 0 0 0,0 1-1 0 0,1-1 1 0 0,-1 0 0 0 0,0 1 0 0 0,0-1 0 0 0,0 0-1 0 0,1 0 1 0 0,-1 1 0 0 0,0-1 0 0 0,0 0 0 0 0,1 0 0 0 0,-1-1-1 0 0,0 1 1 0 0,0 0 0 0 0,0 0 0 0 0,1-1 0 0 0,-1 1-1 0 0,0 0 1 0 0,0-1 0 0 0,0 1 0 0 0,0-1 0 0 0,0 0 0 0 0,0 1-1 0 0,0-1 1 0 0,0 0 0 0 0,0 1 0 0 0,0-1 0 0 0,0 0-1 0 0,0 0 1 0 0,0 0 3 0 0,-1 1-3 0 0,18-17-22 0 0,-1 0 0 0 0,0-1 1 0 0,-1 0-1 0 0,-1-1 0 0 0,-1-1 1 0 0,-1-1-1 0 0,6-12 25 0 0,35-50-1 0 0,-17 32 1 0 0,3-5 0 0 0,38-39 0 0 0,-72 86-21 0 0,-16 30-106 0 0,0 0 0 0 0,1 1-1 0 0,-4 16 128 0 0,-20 47 763 0 0,23-64-884 0 0,0 1-1 0 0,1 0 1 0 0,1 1-1 0 0,1 0 1 0 0,1 0-1 0 0,1 1 1 0 0,1-1-1 0 0,0 20 122 0 0,4-40 210 0 0,0-3 40 0 0,3-2-236 0 0,0 0 0 0 0,0 0 0 0 0,0-1 0 0 0,0 1 0 0 0,0-1 0 0 0,0 1 0 0 0,-1-1-1 0 0,1 0 1 0 0,-1 0 0 0 0,1 0 0 0 0,-1 0 0 0 0,0 0 0 0 0,-1-1 0 0 0,1 1-14 0 0,1-1 8 0 0,27-39-79 0 0,2 3 0 0 0,1 0 0 0 0,2 2 0 0 0,2 2 0 0 0,25-19 71 0 0,0 20-52 0 0,-56 33 48 0 0,-4 3-6 0 0,-1 0 0 0 0,1 0-1 0 0,-1 0 1 0 0,1 0-1 0 0,-1 0 1 0 0,0 0 0 0 0,1 1-1 0 0,-1-1 1 0 0,0 0-1 0 0,0 1 1 0 0,0-1 0 0 0,0 1-1 0 0,0 0 1 0 0,0-1 0 0 0,0 1-1 0 0,-1 0 1 0 0,1-1-1 0 0,0 1 1 0 0,-1 0 0 0 0,0 0-1 0 0,1-1 1 0 0,-1 1-1 0 0,0 0 1 0 0,0 0 0 0 0,0 0-1 0 0,0-1 1 0 0,0 2 10 0 0,1 53 92 0 0,-3-42-36 0 0,1 1-1 0 0,0 0 0 0 0,1 0 0 0 0,0-1 0 0 0,2 8-55 0 0,-2-14 1 0 0,1 1-1 0 0,-2 0 0 0 0,1-1 0 0 0,-1 1 0 0 0,-2 6 0 0 0,2-9-1 0 0,-1 1-1 0 0,2-1 0 0 0,-1 1 1 0 0,1 0-1 0 0,0 0 1 0 0,0-1-1 0 0,0 1 0 0 0,2 5 2 0 0,-1-9-65 0 0,-1-3-35 0 0,0 0-11 0 0,0 0 39 0 0,0 0 156 0 0,22-16 110 0 0,-8 2-218 0 0,-1-1 1 0 0,-1 0 0 0 0,0-1-1 0 0,-1 0 1 0 0,0-1 0 0 0,6-15 23 0 0,-8 14 29 0 0,2-1 0 0 0,0 2 0 0 0,1-1 0 0 0,1 2 0 0 0,0 0 0 0 0,2 0-29 0 0,-10 11-2 0 0,0 1-1 0 0,0 0 1 0 0,0 0 0 0 0,1 0-1 0 0,0 1 1 0 0,0-1-1 0 0,0 1 1 0 0,0 1-1 0 0,0-1 1 0 0,1 1-1 0 0,-1 0 1 0 0,4 0 2 0 0,-9 2-3 0 0,1 0 0 0 0,0 0 0 0 0,0 0 0 0 0,0 0 0 0 0,0 0 0 0 0,0 0 1 0 0,0 1-1 0 0,0-1 0 0 0,0 0 0 0 0,0 1 0 0 0,-1 0 0 0 0,1-1 0 0 0,0 1 0 0 0,0 0 0 0 0,-1 0 0 0 0,1 0 0 0 0,0 0 0 0 0,0 1 3 0 0,0 0-1 0 0,0 0 1 0 0,0 1-1 0 0,-1-1 0 0 0,1 1 0 0 0,0-1 0 0 0,-1 1 0 0 0,0 0 0 0 0,0-1 0 0 0,0 1 1 0 0,0 0-1 0 0,0 0 0 0 0,0 0 0 0 0,-1-1 0 0 0,0 1 0 0 0,1 0 0 0 0,-1 1 1 0 0,3 17 0 0 0,1-1 0 0 0,1 1 0 0 0,2 2 0 0 0,-1-6 2 0 0,-2 0 0 0 0,0 0 1 0 0,-1 0-1 0 0,-1 1 0 0 0,0 8-2 0 0,2-3 43 0 0,2 0-33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58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0 17567 0 0,'0'0'399'0'0,"0"0"60"0"0,0 0 21 0 0,3 0-59 0 0,-3 0-417 0 0,1 0-1 0 0,-1 0 1 0 0,0 0 0 0 0,1 0-1 0 0,-1 0 1 0 0,1 1-1 0 0,-1-1 1 0 0,0 0 0 0 0,1 0-1 0 0,-1 0 1 0 0,0 0-1 0 0,1 1 1 0 0,-1-1 0 0 0,0 0-1 0 0,1 0 1 0 0,-1 0 0 0 0,0 1-1 0 0,0-1 1 0 0,1 0-1 0 0,-1 1 1 0 0,0-1 0 0 0,0 0-1 0 0,0 0 1 0 0,1 1-1 0 0,-1-1 1 0 0,0 0 0 0 0,0 1-1 0 0,0-1 1 0 0,0 1 0 0 0,0-1-1 0 0,1 0 1 0 0,-1 1-1 0 0,0-1 1 0 0,0 0 0 0 0,0 1-1 0 0,0-1 1 0 0,0 0-1 0 0,0 1 1 0 0,0-1 0 0 0,0 1-1 0 0,-1-1 1 0 0,1 0 0 0 0,0 1-1 0 0,0-1 1 0 0,0 0-1 0 0,0 1 1 0 0,0-1 0 0 0,-1 0-1 0 0,1 1-3 0 0,-9 19-30 0 0,8-16 44 0 0,-1 0-8 0 0,1 1-1 0 0,-1 0 0 0 0,1 0 1 0 0,0 0-1 0 0,1 0 0 0 0,0 1 1 0 0,-1-1-1 0 0,2 0 0 0 0,-1 3-5 0 0,1-2 6 0 0,-1 0 0 0 0,0 0 0 0 0,-1 0 0 0 0,1 0 0 0 0,-1 0-1 0 0,0 0 1 0 0,-1-1 0 0 0,1 2-6 0 0,-20 59 318 0 0,3 2 0 0 0,3 0-1 0 0,2 11-317 0 0,3 4 229 0 0,1 35-229 0 0,6-71-77 0 0,3-37-170 0 0,0-1 0 0 0,0 0 0 0 0,1 1-1 0 0,0-1 1 0 0,0 0 0 0 0,1 1 0 0 0,3 6 247 0 0,6 15-1870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58.9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1037 109 16384 0 0,'2'-6'108'0'0,"0"-2"34"0"0,0-1 0 0 0,0 1 0 0 0,1 0-1 0 0,0 0 1 0 0,0 0 0 0 0,1 1 0 0 0,0-1 0 0 0,1 1 0 0 0,-1 0-1 0 0,1 0 1 0 0,1 0 0 0 0,2-2-142 0 0,-7 8 175 0 0,-1 1 39 0 0,0 0 2 0 0,0 0 4 0 0,-18 30 396 0 0,11-21-500 0 0,-20 41-258 0 0,2 0 0 0 0,3 2 0 0 0,2 1 0 0 0,2 1 0 0 0,-1 15 142 0 0,-114 382-235 0 0,70-250 160 0 0,-123 393-1893 0 0,167-540 792 0 0,-2 0 0 0 0,-2-2-1 0 0,-22 35 1177 0 0,27-42-1285 0 0,15-38 834 0 0,1 0 0 0 0,-1 1 0 0 0,0-1 0 0 0,0 0 0 0 0,-5 6 451 0 0,-3 7-345 0 0,12-14 293 0 0,9-12 173 0 0,-4-24 101 0 0,-5 24-190 0 0,0-1 0 0 0,0 1-1 0 0,0-1 1 0 0,1 1 0 0 0,0-1 0 0 0,1 1 0 0 0,-1 0-1 0 0,2-2-31 0 0,4-6 64 0 0,0-1-1 0 0,-1 0 0 0 0,-1-1 0 0 0,-1 1 0 0 0,0-1 0 0 0,-1 0 1 0 0,-1-1-1 0 0,1-8-63 0 0,2 0 98 0 0,0 0 1 0 0,2 0-1 0 0,7-14-98 0 0,16-58 249 0 0,-30 93-238 0 0,3-18 103 0 0,1 0 0 0 0,0 1 1 0 0,2 0-1 0 0,1 0 0 0 0,0 0 0 0 0,1 1 1 0 0,2 0-1 0 0,3-5-114 0 0,-8 17 86 0 0,20-31 715 0 0,1 2 0 0 0,8-6-801 0 0,-24 31 235 0 0,1 1-1 0 0,0 0 0 0 0,0 1 0 0 0,1 0 1 0 0,0 1-1 0 0,1 0 0 0 0,0 1 1 0 0,3-1-235 0 0,7-2 413 0 0,2 2 1 0 0,-1 0 0 0 0,1 2 0 0 0,1 0-1 0 0,-1 2 1 0 0,3 1-414 0 0,49-3 903 0 0,32 2-903 0 0,-8 0-66 0 0,-96 5-50 0 0,0-1-1 0 0,0 0 1 0 0,0-1-1 0 0,-1 1 1 0 0,1-1-1 0 0,0 0 1 0 0,-1-1-1 0 0,3-1 117 0 0,15-6-1080 0 0,-6 5-11 0 0</inkml:trace>
  <inkml:trace contextRef="#ctx0" brushRef="#br0" timeOffset="1">151 230 16583 0 0,'-58'22'736'0'0,"46"-14"152"0"0,12-8-712 0 0,-6 14-176 0 0,-20 0 0 0 0,4 4 0 0 0,6 4 720 0 0,6-4 112 0 0,10 4 16 0 0,4 6 8 0 0,2-10-1864 0 0,16 0-368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59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968 4 19351 0 0,'0'0'886'0'0,"-12"-4"290"0"0,7 4-1038 0 0,0 0-1 0 0,-1 0 1 0 0,1 1 0 0 0,0-1 0 0 0,0 1 0 0 0,0 0 0 0 0,-1 1-1 0 0,1-1 1 0 0,0 1 0 0 0,1 0 0 0 0,-1 0 0 0 0,0 1 0 0 0,1-1-1 0 0,-1 1 1 0 0,1 0 0 0 0,0 0 0 0 0,-1 1 0 0 0,2-1 0 0 0,-1 1-1 0 0,0 0 1 0 0,0 0-138 0 0,-2 2-209 0 0,-17 19-183 0 0,0 2 1 0 0,2 1 0 0 0,1 0-1 0 0,1 1 1 0 0,2 1-1 0 0,1 1 1 0 0,-2 9 391 0 0,-40 67-745 0 0,13-25 79 0 0,4 3 0 0 0,-22 62 666 0 0,-50 182-68 0 0,83-238 62 0 0,-191 502 577 0 0,204-551-548 0 0,3-3 5 0 0,-2-1 0 0 0,-2-1 0 0 0,-1-1 0 0 0,-15 20-28 0 0,37-74 346 0 0,0-1 0 0 0,2 1 0 0 0,5-17-346 0 0,16-26 341 0 0,3 2-1 0 0,2 1 0 0 0,24-30-340 0 0,9-19 207 0 0,-36 59-159 0 0,2 2 1 0 0,2 1-1 0 0,2 2 0 0 0,2 1 0 0 0,4-1-48 0 0,-12 15-34 0 0,2 2 1 0 0,1 0-1 0 0,0 2 0 0 0,2 2 1 0 0,1 0-1 0 0,1 3 1 0 0,13-5 33 0 0,-30 17-305 0 0,-1 1 0 0 0,1 1 0 0 0,0 0 1 0 0,0 2-1 0 0,0 0 0 0 0,1 1 1 0 0,16 0 304 0 0,74 8-6803 0 0,-60 1 1066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59.7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340 285 1376 0 0,'10'83'-478'0'0,"-10"-67"1687"0"0,-1 0 0 0 0,0 0 0 0 0,-3 15-1209 0 0,1-19 797 0 0,0 0 1 0 0,0 0-1 0 0,-1-1 0 0 0,0 0 1 0 0,-1 0-1 0 0,-1 0 0 0 0,0 0 1 0 0,0-1-1 0 0,-1 0 0 0 0,0 0 1 0 0,0-1-1 0 0,-5 4-797 0 0,1-1 522 0 0,-41 38 1354 0 0,49-48-1677 0 0,0 1 0 0 0,-1-1 0 0 0,1 1 0 0 0,-1-1 0 0 0,0 0 0 0 0,0 0 0 0 0,0-1 0 0 0,0 1 0 0 0,0-1 0 0 0,0 0 0 0 0,-1 0 0 0 0,1 0 0 0 0,0 0 0 0 0,-1-1-199 0 0,4 0 94 0 0,0-1 1 0 0,-1 1-1 0 0,1-1 0 0 0,0 1 1 0 0,-1-1-1 0 0,1 0 1 0 0,0 1-1 0 0,0-1 1 0 0,-1 0-1 0 0,1 0 0 0 0,0 0 1 0 0,0 0-1 0 0,0 0 1 0 0,0 0-1 0 0,0 0 1 0 0,1 0-1 0 0,-1 0 0 0 0,0 0 1 0 0,0-1-1 0 0,1 1 1 0 0,-1 0-1 0 0,1-1 0 0 0,-1 0-94 0 0,-7-31 390 0 0,9 27-352 0 0,9-85 403 0 0,15-54-441 0 0,-19 119-5 0 0,1 0-1 0 0,1 0 1 0 0,1 1-1 0 0,2 0 1 0 0,0 1 0 0 0,2 0-1 0 0,12-18 6 0 0,-8 17 23 0 0,-3 5-9 0 0,0-1-1 0 0,2 2 0 0 0,6-6-13 0 0,-18 20 0 0 0,1 1 0 0 0,1-1 0 0 0,-1 1 1 0 0,0 0-1 0 0,1 0 0 0 0,0 1 0 0 0,0-1 0 0 0,0 1 0 0 0,0 1 0 0 0,0-1 0 0 0,1 1 0 0 0,-1 0 0 0 0,1 1 0 0 0,2-1 0 0 0,-6 1 0 0 0,0 1 1 0 0,1 0-1 0 0,-1 0 0 0 0,0 0 0 0 0,0 0 0 0 0,0 0 0 0 0,0 1 0 0 0,0 0 1 0 0,0-1-1 0 0,0 1 0 0 0,0 0 0 0 0,0 0 0 0 0,0 1 0 0 0,0-1 0 0 0,-1 1 0 0 0,1-1 1 0 0,0 1-1 0 0,-1 0 0 0 0,1 0 0 0 0,-1 0 0 0 0,2 2-1 0 0,0 1 1 0 0,-1-1-1 0 0,1 1 0 0 0,-1 0 1 0 0,0 0-1 0 0,-1 0 0 0 0,1 0 1 0 0,-1 0-1 0 0,0 1 0 0 0,1 4 1 0 0,2 12-18 0 0,-2 1-1 0 0,0 0 1 0 0,-1-1 0 0 0,-1 1-1 0 0,-1 3 19 0 0,0-5 2 0 0,-1 0 0 0 0,0 0 0 0 0,-2 0-1 0 0,0 0 1 0 0,-2-1 0 0 0,-2 8-2 0 0,-5 9 42 0 0,-3 9 155 0 0,-1 0-1 0 0,-17 31-196 0 0,25-63 66 0 0,0 1 0 0 0,-1-1 0 0 0,0 0 0 0 0,-1-1-1 0 0,-1 0 1 0 0,0-1 0 0 0,-1 0 0 0 0,0-1 0 0 0,0 0-1 0 0,-2-1-65 0 0,-6 4 39 0 0,-1-1-1 0 0,0 0 0 0 0,-1-2 1 0 0,-1 0-1 0 0,1-2 1 0 0,-19 5-39 0 0,-41 6-6224 0 0,23-7-1230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02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178 193 920 0 0,'0'0'120'0'0,"0"0"169"0"0,0 0 79 0 0,0 0 15 0 0,0 0 21 0 0,0 0 84 0 0,0 0 37 0 0,0 0 10 0 0,0 0 6 0 0,0 0 23 0 0,0 0 11 0 0,0 0 1 0 0,0 0-14 0 0,0 0-55 0 0,0 0-24 0 0,0 0-3 0 0,0 0-11 0 0,0 0-46 0 0,0 0-27 0 0,0 0-4 0 0,0 0-12 0 0,0 0-52 0 0,0 0-28 0 0,0 0-4 0 0,0 0-11 0 0,0 0-44 0 0,0 0-17 0 0,0 0-6 0 0,0 0-6 0 0,0 0-18 0 0,0 0-8 0 0,0 0-2 0 0,0 0 6 0 0,0 0 28 0 0,0 0 7 0 0,0 0 6 0 0,0 0-10 0 0,-5 27 270 0 0,-12 54-359 0 0,8-46-120 0 0,1 2 0 0 0,2-1 0 0 0,2 1 0 0 0,1 0 0 0 0,2 0 0 0 0,2 0 0 0 0,1 5-12 0 0,1-1-5 0 0,-3-34 9 0 0,0 1 0 0 0,1 0 0 0 0,-1-1 0 0 0,2 1 0 0 0,-1 0-1 0 0,1-1 1 0 0,0 0 0 0 0,1 2-4 0 0,-1-6 9 0 0,-1-1-1 0 0,1 1 1 0 0,0-1-1 0 0,0 1 1 0 0,0-1-1 0 0,0 0 1 0 0,0 0-1 0 0,1 0 0 0 0,-1 0 1 0 0,0 0-1 0 0,1-1 1 0 0,0 1-1 0 0,-1-1 1 0 0,1 1-1 0 0,0-1 1 0 0,0 0-1 0 0,0 0 1 0 0,0 0-1 0 0,0-1 0 0 0,0 1 1 0 0,0-1-1 0 0,0 1 1 0 0,3-1-9 0 0,1 0 26 0 0,1 0 0 0 0,-1 0 1 0 0,1 0-1 0 0,-1-1 0 0 0,1-1 0 0 0,-1 1 1 0 0,1-1-1 0 0,-1 0 0 0 0,0-1 0 0 0,0 0 1 0 0,0 0-1 0 0,0 0 0 0 0,-1-1 1 0 0,3-1-27 0 0,14-11 124 0 0,-1-1 1 0 0,-1 0-1 0 0,6-9-124 0 0,12-8 190 0 0,21-21-64 0 0,-2-2 1 0 0,-4-3 0 0 0,-1-2-1 0 0,28-47-126 0 0,67-117 117 0 0,-147 223-117 0 0,1 0 0 0 0,0 1 0 0 0,0-1 0 0 0,0 1 0 0 0,0-1 0 0 0,0 1 0 0 0,1 0 0 0 0,-1-1 0 0 0,1 1 0 0 0,-1 1 0 0 0,1-1 0 0 0,0 0 0 0 0,0 1 0 0 0,0-1 0 0 0,0 1 0 0 0,0 0 0 0 0,0 0 0 0 0,1-1 0 0 0,-3 2 1 0 0,0 0-1 0 0,-1 0 0 0 0,1 0 0 0 0,-1 1 0 0 0,1-1 0 0 0,-1 0 1 0 0,1 0-1 0 0,-1 0 0 0 0,1 0 0 0 0,-1 1 0 0 0,1-1 0 0 0,-1 0 1 0 0,1 0-1 0 0,-1 1 0 0 0,1-1 0 0 0,-1 0 0 0 0,0 1 0 0 0,1-1 0 0 0,-1 0 1 0 0,0 1-1 0 0,1-1 0 0 0,-1 1 0 0 0,0-1 0 0 0,1 1 0 0 0,-1-1 1 0 0,0 1-1 0 0,0-1 0 0 0,1 1 0 0 0,-1-1 0 0 0,0 1 0 0 0,0-1 1 0 0,0 1-1 0 0,0-1 0 0 0,0 1 0 0 0,0-1 0 0 0,0 1 0 0 0,0-1 1 0 0,0 1-1 0 0,0-1 0 0 0,0 1 0 0 0,0-1 0 0 0,0 1 0 0 0,0-1 0 0 0,0 1 1 0 0,-1-1-1 0 0,1 1 0 0 0,0 0 0 0 0,-1 0 3 0 0,-2 53 58 0 0,-4 0 0 0 0,-1 0 0 0 0,-3 0 0 0 0,-2-2 0 0 0,-14 34-61 0 0,0 6 28 0 0,-1 28-28 0 0,-32 125 10 0 0,13-63 44 0 0,-1-4 311 0 0,-14 17-365 0 0,59-186 14 0 0,-12 38 380 0 0,-3-2 1 0 0,-1 0-1 0 0,-24 40-394 0 0,27-60 193 0 0,-1 0 0 0 0,0-1 0 0 0,-2-1 0 0 0,-1-1 0 0 0,0 0-1 0 0,-2-2 1 0 0,-1 0-193 0 0,18-16 27 0 0,1-1 1 0 0,-1 1-1 0 0,0-1 0 0 0,0-1 0 0 0,-1 1 0 0 0,1-1 0 0 0,0 0 0 0 0,-1 0 0 0 0,1 0 0 0 0,-1-1 0 0 0,0 0 0 0 0,1 0 0 0 0,-1 0 0 0 0,0-1 1 0 0,0 0-1 0 0,1 0 0 0 0,-1-1 0 0 0,0 1 0 0 0,0-1 0 0 0,1 0 0 0 0,-1-1 0 0 0,0 1 0 0 0,1-1 0 0 0,0 0 0 0 0,-1-1 0 0 0,1 1 0 0 0,0-1 0 0 0,0 0 1 0 0,0 0-1 0 0,-2-3-27 0 0,-5-3 20 0 0,0 0 0 0 0,1-1 0 0 0,0-1 0 0 0,0 0 0 0 0,1 0-1 0 0,1-1 1 0 0,0 0 0 0 0,0-1 0 0 0,1 0 0 0 0,1 0 0 0 0,-1-3-20 0 0,-10-34-315 0 0,3-1-1 0 0,2 0 0 0 0,2-1 0 0 0,2 0 1 0 0,-1-45 315 0 0,7 62-392 0 0,1 0 1 0 0,2 1 0 0 0,2-1-1 0 0,1 0 1 0 0,7-28 391 0 0,-5 38-823 0 0,2 0-1 0 0,1 0 1 0 0,0 1 0 0 0,2 0 0 0 0,4-4 823 0 0,21-32-5052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02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352 780 13824 0 0,'-8'5'332'0'0,"0"-1"1"0"0,-1 0 0 0 0,1 0 0 0 0,-1-1-1 0 0,0 0 1 0 0,0 0 0 0 0,0-1 0 0 0,0-1 0 0 0,0 1-1 0 0,-1-1 1 0 0,0-1-333 0 0,4 0 93 0 0,1 0 0 0 0,-1 0-1 0 0,1 0 1 0 0,-1-1 0 0 0,1 0 0 0 0,0 0-1 0 0,0-1 1 0 0,-1 0 0 0 0,1 1 0 0 0,0-2-1 0 0,0 1 1 0 0,1 0 0 0 0,-1-1-1 0 0,0 0 1 0 0,1 0 0 0 0,0-1 0 0 0,-1 1-1 0 0,1-1 1 0 0,0-1-93 0 0,-14-18 71 0 0,2 0-1 0 0,0-1 1 0 0,2-1-1 0 0,1 0 1 0 0,1-1 0 0 0,1-1-1 0 0,1 1 1 0 0,1-2-1 0 0,2 1 1 0 0,0-1-1 0 0,2 0 1 0 0,2-1 0 0 0,0 1-1 0 0,2-1 1 0 0,1 1-1 0 0,1-6-70 0 0,3 13-19 0 0,0 1 0 0 0,1-1-1 0 0,0 0 1 0 0,2 1-1 0 0,1 1 1 0 0,0-1-1 0 0,1 1 1 0 0,4-5 19 0 0,-7 14-28 0 0,0 0 0 0 0,1 0 1 0 0,-1 1-1 0 0,2 0 0 0 0,-1 0 0 0 0,2 1 1 0 0,-1-1-1 0 0,1 2 0 0 0,0-1 0 0 0,0 1 1 0 0,1 1-1 0 0,0 0 0 0 0,0 0 0 0 0,1 1 0 0 0,5-2 28 0 0,-12 6 7 0 0,-1 0-1 0 0,1 1 1 0 0,-1-1-1 0 0,1 1 1 0 0,-1 0-1 0 0,1 0 1 0 0,-1 0 0 0 0,1 1-1 0 0,-1-1 1 0 0,1 1-1 0 0,-1 0 1 0 0,0 0-1 0 0,1 0 1 0 0,-1 0-1 0 0,0 1 1 0 0,0-1-1 0 0,0 1 1 0 0,0 0-1 0 0,0 0 1 0 0,0 0-1 0 0,0 0 1 0 0,-1 0-1 0 0,1 1 1 0 0,-1-1-1 0 0,1 1 1 0 0,-1-1-1 0 0,0 1-6 0 0,6 7-11 0 0,-1 0 0 0 0,-1 1-1 0 0,1-1 1 0 0,-2 1 0 0 0,1 1-1 0 0,3 10 12 0 0,-5-6-29 0 0,1 0 0 0 0,-2 1-1 0 0,0-1 1 0 0,-1 1 0 0 0,-1 0-1 0 0,0 0 1 0 0,-1-1 0 0 0,-1 3 29 0 0,-5 42 284 0 0,-8 36-284 0 0,5-42-184 0 0,5-34 160 0 0,0-1 0 0 0,-2 0 0 0 0,0 0 0 0 0,-2 0 0 0 0,-7 15 24 0 0,9-23-117 0 0,0-1 1 0 0,0 0-1 0 0,-1 0 0 0 0,-1-1 0 0 0,1 0 0 0 0,-2 0 0 0 0,1 0 0 0 0,-2-1 1 0 0,1-1-1 0 0,-2 1 117 0 0,11-8-120 0 0,-1-1-1 0 0,0 0 1 0 0,0 1 0 0 0,0-1 0 0 0,0 0-1 0 0,0 1 1 0 0,1-1 0 0 0,-1 0 0 0 0,0 0 0 0 0,0 0-1 0 0,0 0 1 0 0,0 0 0 0 0,0 0 0 0 0,0 0-1 0 0,0 0 1 0 0,0 0 0 0 0,0 0 0 0 0,0 0 0 0 0,1-1-1 0 0,-1 1 1 0 0,0 0 0 0 0,0-1 0 0 0,0 1-1 0 0,0 0 1 0 0,0-1 0 0 0,1 1 0 0 0,-1-1 0 0 0,0 0-1 0 0,1 1 1 0 0,-1-1 0 0 0,0 1 0 0 0,1-1-1 0 0,-1 0 1 0 0,0 0 0 0 0,1 1 0 0 0,-1-1-1 0 0,1 0 1 0 0,0 0 0 0 0,-1 0 0 0 0,1 0 0 0 0,-1 0 120 0 0,1-14-1456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03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1 6592 0 0,'0'0'298'0'0,"2"0"-3"0"0,0 0-268 0 0,0 0 0 0 0,0 1 0 0 0,0-1 0 0 0,0 0 0 0 0,0 1 0 0 0,-1-1 0 0 0,1 1 0 0 0,0 0 0 0 0,0 0 0 0 0,-1 0 0 0 0,1 0 0 0 0,0 0 0 0 0,-1 0 0 0 0,1 0 0 0 0,-1 0 0 0 0,0 1 0 0 0,1-1 0 0 0,-1 0 0 0 0,0 1 0 0 0,0-1-1 0 0,0 1 1 0 0,0 0 0 0 0,0-1 0 0 0,1 2-27 0 0,-1 0 188 0 0,1 0-34 0 0,-1 0 0 0 0,0 0 0 0 0,0 1 0 0 0,0-1 1 0 0,0 0-1 0 0,-1 1 0 0 0,1-1 0 0 0,-1 1 0 0 0,0-1 0 0 0,0 1 1 0 0,0-1-1 0 0,0 1 0 0 0,-1-1 0 0 0,0 1 0 0 0,1-1-154 0 0,-16 61 832 0 0,10-43-710 0 0,2-6-30 0 0,-2 0 0 0 0,0-1 0 0 0,-6 12-92 0 0,6-14 24 0 0,0 1-1 0 0,0 0 0 0 0,2 0 1 0 0,-3 12-24 0 0,-47 165 640 0 0,42-119 430 0 0,12-67-938 0 0,0 1-1 0 0,1-1 1 0 0,-1 1 0 0 0,1-1 0 0 0,0 1 0 0 0,0-1 0 0 0,0 0-1 0 0,1 1 1 0 0,-1-1 0 0 0,1 0 0 0 0,0 0 0 0 0,0 0 0 0 0,3 4-132 0 0,-4-7 61 0 0,0 1 0 0 0,1-1 0 0 0,-1 1 1 0 0,0-1-1 0 0,0 0 0 0 0,1 1 0 0 0,-1-1 1 0 0,1 0-1 0 0,-1 0 0 0 0,1 0 0 0 0,0 0 1 0 0,-1 0-1 0 0,1 0 0 0 0,0 0 0 0 0,0-1 1 0 0,-1 1-1 0 0,1-1 0 0 0,0 1 0 0 0,0-1 1 0 0,0 0-1 0 0,0 0 0 0 0,0 1 0 0 0,-1-1 1 0 0,1-1-1 0 0,0 1 0 0 0,0 0 1 0 0,0 0-1 0 0,0-1 0 0 0,0 1 0 0 0,0-1 1 0 0,-1 1-1 0 0,1-1 0 0 0,0 0 0 0 0,0 0 1 0 0,-1 0-1 0 0,1 0 0 0 0,-1 0 0 0 0,1 0 1 0 0,-1 0-1 0 0,1-1 0 0 0,-1 1-61 0 0,9-8 197 0 0,0 0-1 0 0,-1-1 1 0 0,0 0-1 0 0,0 0 1 0 0,2-5-197 0 0,-6 8 97 0 0,18-28 228 0 0,-1-1-1 0 0,16-34-324 0 0,-19 32 44 0 0,2 1-1 0 0,24-33-43 0 0,5-1-580 0 0,-8 10-1782 0 0,-10 21-2330 0 0,-11 18-409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03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24 574 4144 0 0,'-5'9'371'0'0,"3"3"-334"0"0,-2-3 226 0 0,3-7 1096 0 0,1-2 459 0 0,0 0 80 0 0,-3-6-1253 0 0,1 0-1 0 0,0-1 1 0 0,1 1-1 0 0,0 0 1 0 0,0-1-1 0 0,0 1 1 0 0,0-1-1 0 0,1 1 1 0 0,1-7-645 0 0,7-64 906 0 0,-5 52-346 0 0,3-12-86 0 0,0 0 0 0 0,3 1 0 0 0,1 0 0 0 0,7-13-474 0 0,-11 30 93 0 0,2 1 0 0 0,1 0-1 0 0,0 1 1 0 0,1 0 0 0 0,1 0-1 0 0,0 1 1 0 0,2 0 0 0 0,0 1-1 0 0,1 0-92 0 0,-6 8 21 0 0,1 0 0 0 0,0 1-1 0 0,0 0 1 0 0,0 1-1 0 0,1 0 1 0 0,0 0 0 0 0,0 1-1 0 0,0 0 1 0 0,1 1 0 0 0,0 0-1 0 0,6 0-20 0 0,53-7-1241 0 0,-3 8-4147 0 0,-24 2-417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03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158 980 14280 0 0,'-1'2'95'0'0,"-1"0"0"0"0,1 0 1 0 0,-1 0-1 0 0,0 0 1 0 0,1-1-1 0 0,-1 1 0 0 0,0 0 1 0 0,0-1-1 0 0,0 0 1 0 0,0 1-1 0 0,0-1 0 0 0,-1 0 1 0 0,1 0-1 0 0,0 0 1 0 0,-1 0-1 0 0,1 0 0 0 0,0-1 1 0 0,-1 1-1 0 0,1-1 1 0 0,-1 0-1 0 0,1 1 0 0 0,-1-1 1 0 0,1 0-1 0 0,-1-1 1 0 0,1 1-1 0 0,-1 0 0 0 0,1-1 1 0 0,0 1-1 0 0,-1-1 1 0 0,0 0-96 0 0,-1-1 132 0 0,-1 0 0 0 0,1 0 0 0 0,0 0 0 0 0,0-1 1 0 0,0 0-1 0 0,0 0 0 0 0,1 0 0 0 0,-1 0 0 0 0,1-1 1 0 0,0 1-1 0 0,0-1 0 0 0,0 0 0 0 0,0 0 1 0 0,1 0-1 0 0,-1 0-132 0 0,-3-9 116 0 0,1 0 1 0 0,0 0-1 0 0,1 0 0 0 0,0-1 1 0 0,1 1-1 0 0,0-1 1 0 0,2 0-1 0 0,-1 0 1 0 0,2 0-1 0 0,0-13-116 0 0,4-25 78 0 0,2 0 1 0 0,5-16-79 0 0,-4 23-23 0 0,2 1 23 0 0,3 0 0 0 0,1 0 0 0 0,13-24 0 0 0,11-40 11 0 0,-28 87-4 0 0,0 0 1 0 0,2 0-1 0 0,0 1 0 0 0,2 1 1 0 0,0 0-1 0 0,1 1 0 0 0,5-5-7 0 0,6-9 2 0 0,-20 26-2 0 0,0 0-1 0 0,0 0 0 0 0,0 0 0 0 0,1 1 1 0 0,0 0-1 0 0,0 0 0 0 0,0 1 0 0 0,1 0 1 0 0,-1 0-1 0 0,1 0 0 0 0,0 1 0 0 0,0 0 1 0 0,1 0-1 0 0,-1 1 0 0 0,0 0 0 0 0,6-1 1 0 0,-8 3-2 0 0,-1 0 0 0 0,0-1 0 0 0,0 2 0 0 0,0-1 0 0 0,0 0 0 0 0,0 1 0 0 0,0 0 0 0 0,0 0 0 0 0,0 0 0 0 0,0 0 0 0 0,0 1 0 0 0,-1-1 0 0 0,1 1 0 0 0,0 0-1 0 0,-1 0 1 0 0,1 0 0 0 0,-1 1 0 0 0,0-1 0 0 0,0 1 0 0 0,0 0 0 0 0,0 0 0 0 0,0 0 0 0 0,-1 0 0 0 0,1 0 0 0 0,-1 1 0 0 0,0-1 0 0 0,0 1 0 0 0,0 0 0 0 0,0-1-1 0 0,-1 1 1 0 0,1 1 2 0 0,7 20-7 0 0,-1 1 0 0 0,-1 0-1 0 0,-1 0 1 0 0,-1 0 0 0 0,-2 1-1 0 0,0-1 1 0 0,-2 4 7 0 0,-1 33 54 0 0,-3 0 1 0 0,-6 30-55 0 0,6-77 13 0 0,0 0 0 0 0,-1 0 0 0 0,0 0 0 0 0,-1 0-1 0 0,-1-1 1 0 0,-1 0 0 0 0,-2 3-13 0 0,-14 24-251 0 0,-24 30 251 0 0,36-54-159 0 0,5-11-47 0 0,1 0 0 0 0,-1 0 0 0 0,0-1 0 0 0,-1 1 0 0 0,0-1 0 0 0,0-1 0 0 0,-2 2 206 0 0,5-4-554 0 0,0-1-1 0 0,0 1 1 0 0,0-1-1 0 0,-1 0 1 0 0,1 0-1 0 0,0 0 1 0 0,-1-1-1 0 0,0 0 1 0 0,0 0 554 0 0,-12 0-1837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04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0 6912 0 0,'0'0'314'0'0,"0"0"-6"0"0,10 15-186 0 0,-7-5 448 0 0,0 0 0 0 0,-1 0 0 0 0,0 0 0 0 0,0 1 0 0 0,-2-1 0 0 0,1 1 0 0 0,-1-1 0 0 0,0 1 0 0 0,-1-1 0 0 0,-1 1 0 0 0,-1 5-570 0 0,-5 20 1483 0 0,-3 0-1 0 0,-9 23-1482 0 0,-7 21 63 0 0,-9 31 205 0 0,20-67-234 0 0,2 1 0 0 0,-5 30-34 0 0,8-29 65 0 0,53-110 534 0 0,-37 55-454 0 0,14-22 120 0 0,0 1 0 0 0,16-18-265 0 0,-30 42-8 0 0,0 0-1 0 0,0 0 1 0 0,1 0-1 0 0,0 0 1 0 0,0 1 0 0 0,0 0-1 0 0,1 0 1 0 0,0 1-1 0 0,0-1 1 0 0,0 2 0 0 0,0-1-1 0 0,1 1 1 0 0,-1 0-1 0 0,5-1 9 0 0,-11 4-2 0 0,1-1 1 0 0,-1 1-1 0 0,1-1 0 0 0,-1 1 0 0 0,1 0 0 0 0,-1-1 0 0 0,1 1 0 0 0,-1 0 0 0 0,1 0 0 0 0,-1 0 0 0 0,1 0 0 0 0,0 0 0 0 0,-1 1 0 0 0,1-1 0 0 0,-1 0 0 0 0,1 1 0 0 0,-1-1 0 0 0,0 1 0 0 0,1-1 0 0 0,-1 1 0 0 0,1 0 2 0 0,4 2-12 0 0,-1-2-6 0 0,1 0 0 0 0,0 1-1 0 0,-1 0 1 0 0,0 0 0 0 0,1 0 0 0 0,-1 0-1 0 0,0 1 1 0 0,0 0 0 0 0,-1 0 0 0 0,1 0-1 0 0,0 1 1 0 0,-1-1 0 0 0,0 1 0 0 0,0 0-1 0 0,0 1 1 0 0,0-1 0 0 0,-1 0 0 0 0,0 1-1 0 0,0 0 1 0 0,0 0 0 0 0,0 0-1 0 0,-1 0 1 0 0,0 0 0 0 0,0 1 0 0 0,0-1-1 0 0,0 4 19 0 0,1 4-59 0 0,0-1 0 0 0,1 0 0 0 0,1 0 0 0 0,0-1 0 0 0,1 0 0 0 0,0 1 0 0 0,0-2-1 0 0,1 1 1 0 0,7 8 59 0 0,-10-14 46 0 0,1 0-1 0 0,-1 0 0 0 0,1-1 0 0 0,0 0 0 0 0,0 1 0 0 0,0-1 0 0 0,1-1 0 0 0,0 1 1 0 0,-1-1-1 0 0,1 0 0 0 0,0-1 0 0 0,0 1 0 0 0,1-1 0 0 0,-1 0 0 0 0,0-1 0 0 0,1 1 1 0 0,-1-1-1 0 0,1-1 0 0 0,0 1-45 0 0,0-2 77 0 0,0 1 0 0 0,0-1 0 0 0,0-1 0 0 0,-1 1 0 0 0,1-1 1 0 0,0-1-1 0 0,-1 1 0 0 0,0-1 0 0 0,1 0 0 0 0,-1 0 0 0 0,-1-1 0 0 0,1 0 0 0 0,0 0 1 0 0,-1 0-1 0 0,0-1 0 0 0,0 0 0 0 0,0 0 0 0 0,0-1-77 0 0,14-16 241 0 0,-1-1 1 0 0,-2-1-1 0 0,12-21-241 0 0,-1 1 322 0 0,5-4-1766 0 0,1 2 0 0 0,32-32 1444 0 0,-34 47-1543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04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22 512 10592 0 0,'-8'23'1099'0'0,"-3"11"-579"0"0,8-7 2830 0 0,6-42-3080 0 0,0 0 1 0 0,1 1 0 0 0,0 0-1 0 0,1 0 1 0 0,1 0-1 0 0,0 1 1 0 0,5-7-271 0 0,6-18 75 0 0,-4 6-59 0 0,4-13 106 0 0,3 0-1 0 0,1 2 0 0 0,3 0 0 0 0,17-23-121 0 0,-18 33 98 0 0,-14 19-77 0 0,0 1 0 0 0,1 0-1 0 0,0 0 1 0 0,1 1-1 0 0,1 0 1 0 0,0 1 0 0 0,0 0-1 0 0,1 1 1 0 0,0 1-1 0 0,1 0-20 0 0,-13 8 13 0 0,1 0 0 0 0,-1 1-1 0 0,1-1 1 0 0,-1 1 0 0 0,1 0-1 0 0,-1-1 1 0 0,1 1-1 0 0,0 0 1 0 0,-1 0 0 0 0,1 0-1 0 0,-1 0 1 0 0,1 0 0 0 0,0 0-1 0 0,-1 0 1 0 0,1 1-1 0 0,-1-1 1 0 0,1 0 0 0 0,-1 1-1 0 0,1 0 1 0 0,-1-1 0 0 0,1 1-1 0 0,-1 0 1 0 0,1-1-1 0 0,-1 1 1 0 0,0 0 0 0 0,0 0-1 0 0,1 0 1 0 0,-1 0 0 0 0,0 1-1 0 0,0-1 1 0 0,0 0-1 0 0,0 0 1 0 0,0 1 0 0 0,0-1-1 0 0,-1 0 1 0 0,1 1 0 0 0,0-1-1 0 0,-1 1 1 0 0,1 1-13 0 0,2 3 63 0 0,0 1-1 0 0,-1 0 1 0 0,0-1 0 0 0,0 1 0 0 0,0 0 0 0 0,-1 0-1 0 0,0 0 1 0 0,0 6-63 0 0,-6 102 271 0 0,-4 0-1 0 0,-24 110-270 0 0,18-71-3663 0 0,13-127-2329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04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152 535 2760 0 0,'0'5'16'0'0,"-1"0"1"0"0,0 0 0 0 0,0 0-1 0 0,0-1 1 0 0,0 1-1 0 0,-1 0 1 0 0,1-1-1 0 0,-1 1 1 0 0,-1-1-1 0 0,1 1 1 0 0,-1-1-1 0 0,1 0 1 0 0,-1 0-1 0 0,0 0 1 0 0,-1 0-17 0 0,-9 21 1348 0 0,1 0 3224 0 0,7-19-3433 0 0,0 0 0 0 0,-1-1 0 0 0,0 1 0 0 0,0-1 0 0 0,-1 0 0 0 0,-1 0-1139 0 0,7-4 51 0 0,0 0-1 0 0,0 0 0 0 0,0 0 0 0 0,0 0 0 0 0,0-1 0 0 0,-1 1 0 0 0,1 0 1 0 0,0-1-1 0 0,0 1 0 0 0,0-1 0 0 0,-1 1 0 0 0,1-1 0 0 0,0 0 0 0 0,0 0 1 0 0,-1 1-1 0 0,1-1 0 0 0,0 0 0 0 0,-1 0 0 0 0,1 0 0 0 0,0 0 0 0 0,-1-1 1 0 0,1 1-1 0 0,0 0 0 0 0,-1 0 0 0 0,1-1 0 0 0,0 1 0 0 0,0-1 0 0 0,0 1 1 0 0,-1-1-1 0 0,1 1 0 0 0,0-1 0 0 0,0 0 0 0 0,0 0 0 0 0,0 0 0 0 0,0 1 1 0 0,0-1-1 0 0,0 0 0 0 0,0 0 0 0 0,0 0 0 0 0,1 0 0 0 0,-1-1 0 0 0,0 1 1 0 0,1 0-1 0 0,-1-1-50 0 0,0-3 64 0 0,0 0 0 0 0,0 0 1 0 0,1-1-1 0 0,-1 1 0 0 0,1 0 0 0 0,1-1 1 0 0,-1 1-1 0 0,1 0 0 0 0,0 0 1 0 0,0 0-1 0 0,0 0 0 0 0,1-1 0 0 0,-1 2 1 0 0,1-1-1 0 0,2-3-64 0 0,8-33 34 0 0,-10 31-36 0 0,1-1 0 0 0,-1 0 0 0 0,2 1 0 0 0,-1-1 0 0 0,1 1 0 0 0,1 0 0 0 0,0 0 0 0 0,5-7 2 0 0,-6 10-12 0 0,-1-1 0 0 0,0 1 0 0 0,0-1 0 0 0,0 0 0 0 0,-1 0 0 0 0,-1 0 12 0 0,1-1 16 0 0,0 1-1 0 0,1 0 1 0 0,0 0-1 0 0,0 0 1 0 0,0 0 0 0 0,4-5-16 0 0,38-58 786 0 0,30-32-786 0 0,-68 95 51 0 0,0 1 0 0 0,1 0-1 0 0,0 0 1 0 0,8-5-51 0 0,-9 7 4 0 0,0 0 0 0 0,0-1 0 0 0,-1 0 0 0 0,1 0 0 0 0,-1 0 0 0 0,4-7-4 0 0,-2 1 17 0 0,-6 7-15 0 0,1 1-1 0 0,0-1 0 0 0,0 0 0 0 0,1 1 0 0 0,-1 0 0 0 0,1-1 0 0 0,0 1 1 0 0,0 1-1 0 0,0-1 0 0 0,1 1 0 0 0,-1-1 0 0 0,1 1 0 0 0,0 1 1 0 0,0-1-1 0 0,1 0-1 0 0,-4 2-8 0 0,1 0 1 0 0,0-1-1 0 0,0 1 1 0 0,-1 0 0 0 0,1 1-1 0 0,0-1 1 0 0,0 0-1 0 0,0 1 1 0 0,0-1-1 0 0,0 1 1 0 0,0 0 0 0 0,0 0-1 0 0,0 1 1 0 0,0-1-1 0 0,0 0 1 0 0,0 1-1 0 0,0 0 1 0 0,-1-1 0 0 0,1 1-1 0 0,0 1 1 0 0,0-1-1 0 0,-1 0 1 0 0,1 0 0 0 0,0 1-1 0 0,-1 0 1 0 0,0-1-1 0 0,1 1 1 0 0,-1 0-1 0 0,0 0 1 0 0,0 1 0 0 0,0-1-1 0 0,0 0 1 0 0,0 1-1 0 0,-1-1 1 0 0,1 1-1 0 0,-1-1 1 0 0,1 1 0 0 0,-1 0-1 0 0,0 0 8 0 0,6 14 13 0 0,-2 0 1 0 0,0 1-1 0 0,0 0 0 0 0,-2 0 0 0 0,0 0 0 0 0,-1 0-13 0 0,0-4 3 0 0,-2-8 3 0 0,0 1-1 0 0,0 0 1 0 0,0 0 0 0 0,-1-1 0 0 0,0 1 0 0 0,0 0-1 0 0,-1-1 1 0 0,0 1-6 0 0,0 0 7 0 0,1 1 0 0 0,-1 0 0 0 0,1-1 0 0 0,1 1 0 0 0,-1 0 0 0 0,1 2-7 0 0,2 7 11 0 0,-1 0 0 0 0,-1 0 0 0 0,-1 0 0 0 0,0 0 0 0 0,-1 0 0 0 0,-3 13-11 0 0,0-4-24 0 0,1 0 0 0 0,1 0-1 0 0,2 0 1 0 0,1 23 24 0 0,0-28-85 0 0,0-9-1 0 0,-1 0 1 0 0,-1 0-1 0 0,0-1 1 0 0,-3 7 85 0 0,3-9-71 0 0,0-1 0 0 0,0 1 1 0 0,1 0-1 0 0,0 0 0 0 0,1 0 0 0 0,0 0 0 0 0,0 3 71 0 0,2-1-248 0 0,-1 1-1 0 0,-1-1 0 0 0,0 1 1 0 0,0-1-1 0 0,-1 0 0 0 0,-1 1 1 0 0,0-1-1 0 0,-2 8 249 0 0,3-16-106 0 0,1 0-1 0 0,-1-1 1 0 0,1 1-1 0 0,0 0 1 0 0,0 0 0 0 0,0 0-1 0 0,1-1 1 0 0,-1 1-1 0 0,1 0 1 0 0,-1-1-1 0 0,1 1 1 0 0,0 0-1 0 0,0-1 1 0 0,0 1 0 0 0,0-1-1 0 0,1 2 107 0 0,9 28-2542 0 0,-15-14 653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05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0 639 2304 0 0,'4'-5'31'0'0,"1"-1"0"0"0,0 0 1 0 0,0 1-1 0 0,0 0 0 0 0,1 1 1 0 0,-1-1-1 0 0,1 1 0 0 0,0 0 0 0 0,1 0 1 0 0,-1 1-1 0 0,0-1 0 0 0,1 2 0 0 0,0-1 1 0 0,0 1-1 0 0,0 0 0 0 0,0 0-31 0 0,3-1 362 0 0,0-1 0 0 0,-1 0-1 0 0,1 0 1 0 0,-1-1 0 0 0,0 0-1 0 0,0-1 1 0 0,0 0-362 0 0,58-46 3219 0 0,-45 36-2609 0 0,-1 0 1 0 0,-1-1 0 0 0,0-1 0 0 0,11-15-611 0 0,-21 22 200 0 0,1 0 0 0 0,0 0 0 0 0,1 1 0 0 0,0 0 0 0 0,1 1 0 0 0,3-2-200 0 0,-1 1 178 0 0,-8 4-64 0 0,0-1 1 0 0,-1 1 0 0 0,0-1 0 0 0,0-1-1 0 0,0 1 1 0 0,-1-1 0 0 0,-1 0-1 0 0,1-1 1 0 0,-1 1 0 0 0,0-1 0 0 0,-1 0-1 0 0,0 1 1 0 0,1-8-115 0 0,-1 5 162 0 0,1-1 0 0 0,1 1-1 0 0,0 0 1 0 0,0 0 0 0 0,1 0 0 0 0,0 1 0 0 0,6-7-162 0 0,-8 13 88 0 0,1-1 44 0 0,0 0 0 0 0,0 0 0 0 0,-1-1 0 0 0,1 1 0 0 0,-1-1 0 0 0,0 0 0 0 0,-1-1 0 0 0,0 1 0 0 0,0 0 0 0 0,0-1 0 0 0,-1 0-1 0 0,2-6-131 0 0,-4 10 296 0 0,0 3 67 0 0,-31 12 742 0 0,7-5-694 0 0,21-6-372 0 0,-6 3 73 0 0,-1 0 1 0 0,1 1-1 0 0,0 0 0 0 0,0 1 1 0 0,1 0-1 0 0,0 0 1 0 0,0 1-1 0 0,0 0 1 0 0,-5 6-113 0 0,-37 30 131 0 0,-11 11-40 0 0,46-37-60 0 0,1-2-24 0 0,0-1-1 0 0,2 2 1 0 0,0 0-1 0 0,0 0 1 0 0,2 1-1 0 0,0 1 1 0 0,1-1-1 0 0,0 4-6 0 0,-13 34-106 0 0,14-38 93 0 0,1-1-1 0 0,0 1 0 0 0,2 1 1 0 0,0-1-1 0 0,1 1 1 0 0,1 0-1 0 0,0 0 0 0 0,1 13 14 0 0,-2 126-72 0 0,5-144 57 0 0,1 0 0 0 0,0 1 0 0 0,1-1 0 0 0,1 0 0 0 0,0 0-1 0 0,0 0 1 0 0,2-1 0 0 0,1 5 15 0 0,-3-13-243 0 0,-1 0-1 0 0,1-1 1 0 0,-1 1 0 0 0,1-1-1 0 0,0 1 1 0 0,0-1 0 0 0,0 0-1 0 0,1-1 1 0 0,-1 1 0 0 0,1-1-1 0 0,-1 0 1 0 0,1 0 0 0 0,0 0-1 0 0,0-1 1 0 0,0 1 0 0 0,0-1 0 0 0,0-1-1 0 0,4 1 244 0 0,17 0-5750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05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462 248 11888 0 0,'153'-227'2060'0'0,"-140"209"-1584"0"0,-11 16-36 0 0,-2 2 0 0 0,0 0 0 0 0,0 1-372 0 0,1 1 0 0 0,0 0 1 0 0,0 0-1 0 0,-1 0 1 0 0,1 0-1 0 0,-1 0 0 0 0,0 0 1 0 0,1 0-1 0 0,-1 0 0 0 0,0 0 1 0 0,0 0-1 0 0,0 0 1 0 0,-1 0-1 0 0,1 0 0 0 0,0 0 1 0 0,-1 0-1 0 0,0 2-68 0 0,-12 41 204 0 0,12-40-123 0 0,-69 194 1473 0 0,10-32-2863 0 0,-9 0 1309 0 0,52-125-202 0 0,-35 74-82 0 0,16-37 76 0 0,-17 56 208 0 0,-146 449-518 0 0,152-473 596 0 0,32-78 231 0 0,54-133 2226 0 0,-15 33-2147 0 0,25-48-388 0 0,10 14 200 0 0,4 3 1 0 0,4 2-1 0 0,5 3-200 0 0,34-49 16 0 0,-89 118-246 0 0,0 1 0 0 0,2 0-1 0 0,0 2 1 0 0,1 0-1 0 0,2 2 1 0 0,0 0 0 0 0,0 1-1 0 0,2 1 1 0 0,0 2-1 0 0,23-12 231 0 0,-14 13-768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05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0 13824 0 0,'-12'39'1455'0'0,"-3"12"-1321"0"0,5 0 1053 0 0,7-39-756 0 0,0 1 1 0 0,1-1-1 0 0,1 1 0 0 0,-1 7-431 0 0,2-8 160 0 0,-1 0 0 0 0,-1-1 0 0 0,0 1 1 0 0,-3 8-161 0 0,2-5 21 0 0,0 0 1 0 0,0 0-1 0 0,2 0 0 0 0,-1 14-21 0 0,2-26-388 0 0,0-3-109 0 0,2 0 417 0 0,-1 0 0 0 0,0-1 1 0 0,1 1-1 0 0,-1 0 0 0 0,0 0 0 0 0,0-1 0 0 0,1 1 0 0 0,-1-1 0 0 0,0 1 1 0 0,0-1-1 0 0,1 0 0 0 0,-1 1 0 0 0,0-1 0 0 0,0 0 0 0 0,0 0 1 0 0,0 1-1 0 0,0-1 0 0 0,0-1 80 0 0,16-15-278 0 0,-2-1 1 0 0,0-1 0 0 0,-1 0-1 0 0,-1-1 1 0 0,3-6 277 0 0,-2 2 1 0 0,1 1-1 0 0,1 1 1 0 0,15-16-1 0 0,30-19 211 0 0,-57 54-181 0 0,1-1 1 0 0,0 1-1 0 0,0 0 1 0 0,-1 0-1 0 0,2 1 1 0 0,-1-1-1 0 0,0 1 1 0 0,0 1-1 0 0,1-1 1 0 0,-1 1-1 0 0,1-1 1 0 0,0 1 0 0 0,2 1-31 0 0,15 5 123 0 0,-20 1-116 0 0,-3-5 4 0 0,5 5 22 0 0,-1 0 0 0 0,1 0 0 0 0,-1 1 0 0 0,-1 0 0 0 0,1 0 0 0 0,-1 0 0 0 0,-1 0 0 0 0,1 0 0 0 0,-1 0 0 0 0,0 1 0 0 0,-1-1 0 0 0,1 5-33 0 0,0 17 45 0 0,0 0 1 0 0,-3 23-46 0 0,2 32 173 0 0,2-25 27 0 0,-3-40-75 0 0,1 0 1 0 0,1 1 0 0 0,1-1-1 0 0,4 15-125 0 0,-2-12 21 0 0,-3-15 131 0 0,-1 0 0 0 0,1 0 0 0 0,0 0 1 0 0,1 0-1 0 0,0-1 0 0 0,0 1 0 0 0,0-1 0 0 0,1 2-152 0 0,-2-7 44 0 0,-1 0 0 0 0,0 0 0 0 0,1 0 0 0 0,-1 1 0 0 0,0-1 0 0 0,1 0 0 0 0,-1-1 1 0 0,1 1-1 0 0,0 0 0 0 0,-1 0 0 0 0,1-1 0 0 0,0 1 0 0 0,-1-1 0 0 0,1 1 0 0 0,0-1 0 0 0,0 0 0 0 0,-1 0 0 0 0,1 1 0 0 0,0-1 0 0 0,0-1 0 0 0,0 1 0 0 0,-1 0 1 0 0,1 0-1 0 0,0-1 0 0 0,0 1 0 0 0,-1-1 0 0 0,1 1 0 0 0,0-1 0 0 0,-1 0 0 0 0,1 1 0 0 0,-1-1 0 0 0,1 0 0 0 0,-1 0 0 0 0,1 0 0 0 0,-1 0 0 0 0,1-1-44 0 0,16-11 77 0 0,0-1-1 0 0,-1-1 1 0 0,-1 0-1 0 0,0-1 1 0 0,-1-1-1 0 0,0-1 0 0 0,8-15-76 0 0,34-36 9 0 0,-3 4-1660 0 0,7-16 1651 0 0,-6 7-2070 0 0,-22 32 776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06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59 310 15056 0 0,'-12'40'725'0'0,"8"-25"-499"0"0,-1-1 1 0 0,0 1 0 0 0,0-1-1 0 0,-7 11-226 0 0,-3 15 1777 0 0,15-41-1070 0 0,4-11-699 0 0,14-60 46 0 0,-13 48-11 0 0,1 1 1 0 0,1 0 0 0 0,1 0 0 0 0,1 1 0 0 0,0 0-1 0 0,4-4-43 0 0,52-81 352 0 0,-56 96-336 0 0,0-1-1 0 0,0 1 0 0 0,1 1 0 0 0,0 0 1 0 0,1 0-1 0 0,0 1 0 0 0,0 0 1 0 0,1 1-1 0 0,0 0 0 0 0,1 1 0 0 0,0 1-15 0 0,-11 4 0 0 0,1 1 0 0 0,0 0 0 0 0,0 1 0 0 0,1-1 0 0 0,-1 1 0 0 0,0-1 0 0 0,0 1 0 0 0,0 0 0 0 0,0 0 0 0 0,0 0 0 0 0,1 1 0 0 0,-3-1 4 0 0,0 0-1 0 0,0 0 0 0 0,0 1 0 0 0,0-1 1 0 0,-1 0-1 0 0,1 1 0 0 0,0-1 0 0 0,0 1 1 0 0,-1-1-1 0 0,1 1 0 0 0,0-1 0 0 0,-1 1 1 0 0,1 0-1 0 0,-1-1 0 0 0,1 1 0 0 0,-1 0 1 0 0,1-1-1 0 0,-1 1 0 0 0,1 0 0 0 0,-1 0 1 0 0,0 0-1 0 0,1-1 0 0 0,-1 1 0 0 0,0 0 1 0 0,1 0-1 0 0,-1 0 0 0 0,0 0 0 0 0,0-1 1 0 0,0 1-1 0 0,0 0 0 0 0,0 0 0 0 0,0 0-3 0 0,0 4 30 0 0,3 2-19 0 0,-2 0 0 0 0,1 0 0 0 0,-1 1 0 0 0,0-1 0 0 0,-1 0 0 0 0,0 1 0 0 0,0-1 0 0 0,0 0 0 0 0,-1 1 0 0 0,0-1 0 0 0,-1 3-11 0 0,-2 11 17 0 0,-1 0-1 0 0,-1 0 0 0 0,-3 6-16 0 0,-5 16 51 0 0,1 1 0 0 0,-2 26-51 0 0,5-24-16 0 0,-2 1 0 0 0,-5 9 16 0 0,11-21-145 0 0,6-32 62 0 0,0 1 1 0 0,-1 0-1 0 0,1-1 0 0 0,-1 1 0 0 0,0 0 0 0 0,0-1 0 0 0,0 1 0 0 0,0-1 0 0 0,-1 0 0 0 0,0 2 83 0 0,1-4-466 0 0,1-1-584 0 0,0 0-255 0 0,1-1-863 0 0,4-2-3258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06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1 699 6912 0 0,'0'0'528'0'0,"0"2"-342"0"0,0 6 69 0 0,0-6 954 0 0,0-2 413 0 0,0 0 76 0 0,0 0-120 0 0,0 0-586 0 0,0 0-258 0 0,20-19 1194 0 0,4-26-1034 0 0,-3 0 0 0 0,-1 0-1 0 0,9-40-893 0 0,-13 37 291 0 0,23-45-291 0 0,-31 76 4 0 0,1 0 0 0 0,1 0 0 0 0,0 1 1 0 0,1 1-1 0 0,1 0 0 0 0,12-13-4 0 0,23-19 202 0 0,-19 17-885 0 0,2 1 1 0 0,6-2 682 0 0,-27 23-524 0 0,1 0 1 0 0,1 1-1 0 0,-1 1 0 0 0,1 0 1 0 0,1 0-1 0 0,-1 1 1 0 0,1 1-1 0 0,-1 0 1 0 0,4-1 523 0 0,14-1-1535 0 0,-3 2-22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07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530 15 3224 0 0,'0'0'663'0'0,"0"0"1574"0"0,0 0 693 0 0,0 0 140 0 0,-6-3 805 0 0,-20-8-2279 0 0,16 13-1492 0 0,0 0-1 0 0,0 1 0 0 0,1 0 1 0 0,0 1-1 0 0,-1 0 0 0 0,1 0 1 0 0,1 1-1 0 0,-1 1 0 0 0,1-1 0 0 0,0 1 1 0 0,0 0-1 0 0,0 1 0 0 0,1 0 1 0 0,0 0-1 0 0,1 1 0 0 0,-1 0 0 0 0,-2 5-103 0 0,-39 83-284 0 0,1 10 284 0 0,40-90-8 0 0,-21 61-81 0 0,27-71 78 0 0,0 0 0 0 0,0 0 0 0 0,0 0 0 0 0,1 0 0 0 0,0 0 1 0 0,0 0-1 0 0,0 0 0 0 0,1 0 0 0 0,0 0 0 0 0,0 0 0 0 0,0 0 0 0 0,1 0 11 0 0,-1-4-5 0 0,0 0-1 0 0,1-1 0 0 0,-1 1 0 0 0,0 0 0 0 0,1-1 1 0 0,-1 1-1 0 0,1-1 0 0 0,-1 1 0 0 0,1-1 0 0 0,0 0 1 0 0,-1 0-1 0 0,1 0 0 0 0,0 0 0 0 0,0 0 1 0 0,0 0-1 0 0,0 0 0 0 0,0 0 0 0 0,0-1 0 0 0,0 1 1 0 0,0-1-1 0 0,0 0 0 0 0,1 0 0 0 0,-1 1 0 0 0,0-1 1 0 0,0 0-1 0 0,0-1 0 0 0,0 1 0 0 0,0 0 0 0 0,0-1 1 0 0,0 1-1 0 0,1-1 0 0 0,-1 0 0 0 0,1 0 6 0 0,4-1-29 0 0,1 0 0 0 0,0-1 0 0 0,-1 0 0 0 0,0 0 1 0 0,0 0-1 0 0,0-1 0 0 0,0 0 0 0 0,5-4 29 0 0,8-9-54 0 0,-1 0 1 0 0,-1-1-1 0 0,-1 0 1 0 0,0-2-1 0 0,-1 0 0 0 0,2-6 54 0 0,16-22-257 0 0,2 1 0 0 0,9-5 257 0 0,-21 23-142 0 0,-6 9 152 0 0,0 2 0 0 0,2 0-1 0 0,0 1 1 0 0,1 0-1 0 0,0 2 1 0 0,2 1-1 0 0,4-2-9 0 0,-26 15 48 0 0,0 0 0 0 0,0 1-1 0 0,1-1 1 0 0,-1 0 0 0 0,0 1-1 0 0,1-1 1 0 0,-1 1 0 0 0,0-1 0 0 0,1 1-1 0 0,-1-1 1 0 0,1 1 0 0 0,-1 0-1 0 0,1 0 1 0 0,-1 0 0 0 0,1 0 0 0 0,-1 0-1 0 0,1 0 1 0 0,-1 0 0 0 0,1 0 0 0 0,-1 1-1 0 0,1-1 1 0 0,-1 0 0 0 0,0 1-1 0 0,1 0 1 0 0,-1-1 0 0 0,1 1-48 0 0,-1 0-7 0 0,1 1 0 0 0,-1 0 0 0 0,1-1 0 0 0,-1 1 1 0 0,0 0-1 0 0,0 0 0 0 0,0 0 0 0 0,0 0 0 0 0,0 0 0 0 0,0 0 1 0 0,0 0-1 0 0,-1 0 0 0 0,1 0 0 0 0,-1 0 0 0 0,1 2 7 0 0,0 8-42 0 0,0 0 0 0 0,0 0-1 0 0,-1 0 1 0 0,-1 0 0 0 0,-1 9 42 0 0,-3 15 191 0 0,-2-2 0 0 0,-1 1 0 0 0,-1-1 0 0 0,-2 0 0 0 0,-1-1 1 0 0,-2 0-1 0 0,-1-1 0 0 0,-2-1 0 0 0,-1 0 0 0 0,-1-1 0 0 0,-3 0-191 0 0,-134 193 1531 0 0,97-132-876 0 0,-4-3 0 0 0,-4-3 0 0 0,-4-2-655 0 0,44-56-461 0 0,-1-1 0 0 0,-1-2 0 0 0,-2-1 0 0 0,0-1 0 0 0,-27 14 461 0 0,29-23-5361 0 0,-2-6-1684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07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805 0 14744 0 0,'1'3'72'0'0,"-1"-1"1"0"0,1 0 0 0 0,-1 1 0 0 0,1-1 0 0 0,-1 1-1 0 0,0-1 1 0 0,0 1 0 0 0,0-1 0 0 0,0 1 0 0 0,0-1 0 0 0,-1 1-1 0 0,1-1 1 0 0,-1 1 0 0 0,1-1 0 0 0,-1 0 0 0 0,0 1 0 0 0,0-1-1 0 0,0 0 1 0 0,0 0 0 0 0,-1 1 0 0 0,1-1 0 0 0,-1 0-73 0 0,-12 32 221 0 0,-45 180 5852 0 0,-44 106-6413 0 0,35-113 455 0 0,43-128-108 0 0,-76 218-78 0 0,59-193 79 0 0,-5 20 67 0 0,-6-1 0 0 0,-5-3-1 0 0,-37 52-74 0 0,81-150 110 0 0,2 2 0 0 0,1 0 0 0 0,-4 10-110 0 0,-17 39 384 0 0,27-65-277 0 0,0 1 0 0 0,-1-1 0 0 0,0-1 0 0 0,0 1 0 0 0,-1-1 0 0 0,-3 3-107 0 0,8-8 195 0 0,12-39 328 0 0,8-25-612 0 0,2 0 0 0 0,3 1 0 0 0,2 2 0 0 0,3 0 1 0 0,5-1 88 0 0,-10 24-77 0 0,2 2 1 0 0,2 0 0 0 0,1 2 0 0 0,2 1 0 0 0,0 1-1 0 0,2 2 1 0 0,15-10 76 0 0,-26 21-34 0 0,0 2 0 0 0,0 0 0 0 0,2 2 0 0 0,-1 0 0 0 0,2 1 0 0 0,0 2 0 0 0,0 0 0 0 0,14-3 34 0 0,-30 11-10 0 0,1 0-1 0 0,-1 0 1 0 0,1 0-1 0 0,-1 1 1 0 0,1 0 0 0 0,0 1-1 0 0,-1 0 1 0 0,1 0-1 0 0,0 1 1 0 0,-1 0-1 0 0,1 0 1 0 0,-1 1-1 0 0,1 0 1 0 0,-1 1-1 0 0,0 0 1 0 0,0 0-1 0 0,0 1 1 0 0,0 0 0 0 0,-1 0-1 0 0,1 1 1 0 0,-1 0-1 0 0,0 0 1 0 0,-1 1-1 0 0,1-1 1 0 0,-1 2-1 0 0,5 5 11 0 0,-5-4-10 0 0,-1-1-1 0 0,-1 1 1 0 0,1 0-1 0 0,-1 0 1 0 0,0 1-1 0 0,-1-1 0 0 0,0 1 1 0 0,0-1-1 0 0,-1 1 1 0 0,0 0-1 0 0,-1 0 1 0 0,0 0-1 0 0,0 0 1 0 0,-1 0-1 0 0,0 1 0 0 0,-1 2 11 0 0,-3 18-54 0 0,-1 1-1 0 0,-1-1 0 0 0,-2 0 0 0 0,-2 3 55 0 0,1 1-12 0 0,-1-3 76 0 0,-1-1 0 0 0,-1-1 0 0 0,-2 1 0 0 0,0-2 0 0 0,-2 0 0 0 0,-2-1 0 0 0,-18 22-64 0 0,-1-4 174 0 0,-3-1 1 0 0,-1-2-1 0 0,-40 30-174 0 0,63-58 176 0 0,0-1-1 0 0,-1-1 1 0 0,0-1-1 0 0,-1-1 1 0 0,-1-1-1 0 0,-1 1-175 0 0,19-9 216 0 0,3-1 2 0 0,0 0 6 0 0,0 0 6 0 0,0 0 2 0 0,10 1-241 0 0,-1 1 0 0 0,0 1 0 0 0,1 0 0 0 0,-1 0 0 0 0,-1 1 0 0 0,1 0 1 0 0,-1 1-1 0 0,1-1 0 0 0,-1 2 0 0 0,4 3 9 0 0,2 0-79 0 0,13 7 53 0 0,0 1-1 0 0,-1 2 0 0 0,-1 1 1 0 0,0 1-1 0 0,17 20 27 0 0,-4 3 156 0 0,-2 1 1 0 0,-2 2-1 0 0,-3 2 0 0 0,24 46-156 0 0,-49-84 32 0 0,-1 0 0 0 0,0 0 0 0 0,-1 0 0 0 0,0 1 0 0 0,-1 0-1 0 0,0 0 1 0 0,-1 0 0 0 0,0 0 0 0 0,-1 0 0 0 0,0 8-32 0 0,-1-19-71 0 0,0 0-1 0 0,-1 0 1 0 0,1 1 0 0 0,0-1-1 0 0,-1 0 1 0 0,1 0 0 0 0,-1 0 0 0 0,1 0-1 0 0,-1 0 1 0 0,0 0 0 0 0,1 1-1 0 0,-1-1 1 0 0,0-1 0 0 0,0 1 0 0 0,0 0-1 0 0,1 0 1 0 0,-1 0 0 0 0,0 0-1 0 0,0-1 1 0 0,0 1 0 0 0,-1 0 0 0 0,1-1-1 0 0,0 1 1 0 0,0-1 0 0 0,0 1 0 0 0,0-1-1 0 0,-1 1 1 0 0,1-1 71 0 0,-11 5-8790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09.2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0 537 3224 0 0,'0'0'143'0'0,"0"0"241"0"0,0 0 908 0 0,0 0 393 0 0,10 6 1909 0 0,12 5-3116 0 0,-1-6-265 0 0,0-2 0 0 0,0 0 1 0 0,1-2-1 0 0,0 0 0 0 0,-1-2 1 0 0,1 0-1 0 0,-1-1 0 0 0,1-1 1 0 0,18-6-214 0 0,-8 0 219 0 0,0-1 1 0 0,0-1 0 0 0,-1-2 0 0 0,-1-1-1 0 0,0-2 1 0 0,-1-1-220 0 0,10-8 121 0 0,-2-2 0 0 0,-1-2 0 0 0,23-23-121 0 0,93-104 327 0 0,-142 145-290 0 0,-1-1 0 0 0,-1-1 0 0 0,0 1 0 0 0,3-9-37 0 0,26-36 161 0 0,-35 55-161 0 0,-2 1-2 0 0,1 1 1 0 0,0-1-1 0 0,0 0 0 0 0,0 0 0 0 0,0 1 0 0 0,-1-1 0 0 0,1 0 0 0 0,0 0 1 0 0,-1 0-1 0 0,1 0 0 0 0,-1 0 0 0 0,1 0 0 0 0,-1 0 0 0 0,1 0 0 0 0,-1 0 0 0 0,0 0 1 0 0,1 0-1 0 0,-1 0 0 0 0,0 0 0 0 0,0 0 0 0 0,0-1 0 0 0,0 1 0 0 0,0 0 1 0 0,0 0-1 0 0,0 0 0 0 0,0 0 0 0 0,0 0 0 0 0,-1 0 0 0 0,1 0 0 0 0,0 0 1 0 0,-1-1 1 0 0,0 0 57 0 0,-21-5 419 0 0,14 6-397 0 0,-1 0 1 0 0,1 1 0 0 0,0 0-1 0 0,0 0 1 0 0,0 1-1 0 0,-1 0 1 0 0,1 1 0 0 0,0 0-1 0 0,0 0 1 0 0,1 0-1 0 0,-1 1 1 0 0,0 0-1 0 0,1 1 1 0 0,-1 0 0 0 0,1 0-80 0 0,-3 4 36 0 0,0-1-1 0 0,0 1 1 0 0,1 1 0 0 0,0 0 0 0 0,0 0 0 0 0,1 0 0 0 0,1 1 0 0 0,-1 1 0 0 0,-1 3-36 0 0,-11 23 38 0 0,2 2 1 0 0,1-1 0 0 0,2 2 0 0 0,2 0-1 0 0,-1 13-38 0 0,-24 99 361 0 0,34-129-17 0 0,0-1 1 0 0,2 1-1 0 0,1 0 1 0 0,1 0-1 0 0,1 16-344 0 0,2-8 105 0 0,-3-24-89 0 0,0 0 0 0 0,1 0-1 0 0,0 0 1 0 0,0 1 0 0 0,1-1 0 0 0,0 0 0 0 0,0-1 0 0 0,1 3-16 0 0,-1-6-24 0 0,-1 0 1 0 0,0 1-1 0 0,1-1 0 0 0,0 0 1 0 0,0 0-1 0 0,0-1 0 0 0,0 1 1 0 0,0 0-1 0 0,0-1 0 0 0,1 1 1 0 0,-1-1-1 0 0,1 0 0 0 0,0 0 1 0 0,-1 0-1 0 0,1 0 0 0 0,0 0 1 0 0,2 0 23 0 0,0 0-214 0 0,0-1 0 0 0,-1 0 0 0 0,1-1 0 0 0,0 1 0 0 0,-1-1 0 0 0,1 0 1 0 0,0 0-1 0 0,0 0 0 0 0,-1-1 0 0 0,1 0 0 0 0,0 0 0 0 0,-1 0 0 0 0,1 0 214 0 0,11-3-1267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09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19319 0 0,'0'0'424'0'0,"0"0"88"0"0,0 0 24 0 0,0 0 8 0 0,0 0-440 0 0,0 0-104 0 0,0 0 0 0 0,0 0 0 0 0,0 0-1176 0 0,0 0-256 0 0,0 0-48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10.0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726 0 10136 0 0,'0'0'777'0'0,"-24"15"1190"0"0,18-14-1168 0 0,1 1 0 0 0,0-1 0 0 0,-1 1 0 0 0,1 1 0 0 0,0-1 0 0 0,0 1 0 0 0,-3 2-799 0 0,-53 45 207 0 0,15-11-970 0 0,16-18 129 0 0,1 1 1 0 0,1 1 0 0 0,1 2 0 0 0,0 0-1 0 0,3 2 1 0 0,0 1 0 0 0,-15 24 633 0 0,37-50 1 0 0,0 0 0 0 0,1 1 0 0 0,-1-1 0 0 0,1 1 0 0 0,0-1 0 0 0,0 1 0 0 0,0-1 1 0 0,0 1-1 0 0,0 0 0 0 0,0 0 0 0 0,1-1 0 0 0,-1 1 0 0 0,1 0 0 0 0,0 0 0 0 0,0 0 1 0 0,0-1-1 0 0,0 2-1 0 0,1-3 3 0 0,0 0 0 0 0,0 1 1 0 0,0-1-1 0 0,0 0 0 0 0,0 0 0 0 0,1 0 1 0 0,-1 0-1 0 0,0 0 0 0 0,1 0 1 0 0,-1 0-1 0 0,1 0 0 0 0,-1 0 0 0 0,1-1 1 0 0,-1 1-1 0 0,1-1 0 0 0,0 1 1 0 0,-1-1-1 0 0,1 0 0 0 0,0 1 1 0 0,-1-1-1 0 0,1 0 0 0 0,0 0 0 0 0,-1 0 1 0 0,1 0-1 0 0,0-1 0 0 0,-1 1 1 0 0,1 0-4 0 0,4-1-10 0 0,0 0 0 0 0,1 0 1 0 0,-1-1-1 0 0,0 0 1 0 0,0 0-1 0 0,-1 0 1 0 0,1-1-1 0 0,0 1 0 0 0,-1-2 1 0 0,0 1-1 0 0,3-2 10 0 0,60-48 18 0 0,-52 40-26 0 0,-2 1 10 0 0,9-6 7 0 0,-2-1 0 0 0,0-1 0 0 0,18-23-9 0 0,-37 41 148 0 0,-2 2 35 0 0,15 28 434 0 0,-13-15-457 0 0,-1 0 0 0 0,-1 0 1 0 0,0 0-1 0 0,0 0 0 0 0,-1 0 1 0 0,-1 0-1 0 0,-1-1 0 0 0,1 1 1 0 0,-4 7-161 0 0,5-17 20 0 0,-20 71 213 0 0,-29 66-233 0 0,4-15 92 0 0,31-83 145 0 0,-2-1 0 0 0,-2-1 0 0 0,-2 0 0 0 0,-1-2 0 0 0,-2 0 0 0 0,-1-2-1 0 0,-27 30-236 0 0,20-35 397 0 0,-2 0-1 0 0,-1-1-396 0 0,6-6 215 0 0,22-19-168 0 0,0 0 0 0 0,0 0 0 0 0,-1-1 0 0 0,1 0 0 0 0,-1 0 0 0 0,0 0 0 0 0,0-1 0 0 0,0-1-1 0 0,-1 1 1 0 0,-7 0-47 0 0,13-2-155 0 0,0-1-1 0 0,0 1 1 0 0,-1-1-1 0 0,1 0 1 0 0,0 0-1 0 0,0 0 0 0 0,-1 0 1 0 0,1 0-1 0 0,0-1 1 0 0,0 1-1 0 0,0-1 1 0 0,-1 0-1 0 0,1 0 0 0 0,0 0 1 0 0,0-1-1 0 0,0 1 1 0 0,1-1-1 0 0,-1 1 1 0 0,0-1-1 0 0,1 0 0 0 0,-1 0 1 0 0,1 0-1 0 0,-1-1 1 0 0,1 1-1 0 0,0 0 1 0 0,0-1-1 0 0,0 1 0 0 0,0-1 1 0 0,0-1 155 0 0,-5-14-5565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10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14280 0 0,'0'0'632'0'0,"0"0"136"0"0,0 0-616 0 0,0 0-152 0 0,0 0 0 0 0,0 0 0 0 0,0 0 655 0 0,0 0 105 0 0,0 0 16 0 0,0 0 8 0 0,0 0-1544 0 0,0 0-304 0 0,0 0-63 0 0,10-10-5337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11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394 1 9272 0 0,'0'0'422'0'0,"0"0"-7"0"0,0 0-144 0 0,-16 20 2134 0 0,9-2-1584 0 0,0-1 0 0 0,-2 0 0 0 0,-7 12-821 0 0,6-12 363 0 0,0 1 1 0 0,2 0-1 0 0,-4 12-363 0 0,-7 21 736 0 0,-2-1 0 0 0,-7 7-736 0 0,-20 49 532 0 0,-124 266-1287 0 0,169-366 278 0 0,-3 13 903 0 0,4-1-5736 0 0,2-7 44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12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504 158 4144 0 0,'0'0'191'0'0,"0"-32"26"0"0,-1 23 1090 0 0,0 0 1 0 0,0 0-1 0 0,-1 0 1 0 0,0 1-1 0 0,-1-1 1 0 0,-1-4-1308 0 0,-5-14 2224 0 0,8 25-2205 0 0,0 0 0 0 0,1 0-1 0 0,-1 0 1 0 0,-1 0 0 0 0,1 0 0 0 0,0 1 0 0 0,0-1 0 0 0,-1 1-1 0 0,1-1 1 0 0,0 1 0 0 0,-1-1 0 0 0,0 1 0 0 0,1 0 0 0 0,-1-1 0 0 0,0 1-1 0 0,0 0 1 0 0,1 0 0 0 0,-1 0 0 0 0,0 1 0 0 0,0-1 0 0 0,0 0-1 0 0,0 1 1 0 0,0-1 0 0 0,0 1 0 0 0,0 0 0 0 0,-1 0 0 0 0,1 0-1 0 0,0 0 1 0 0,0 0 0 0 0,0 0 0 0 0,0 0 0 0 0,0 1 0 0 0,0-1 0 0 0,0 1-1 0 0,0-1 1 0 0,0 1 0 0 0,-1 0-19 0 0,-4 1 59 0 0,0 0-1 0 0,0 1 1 0 0,0 0-1 0 0,1 0 1 0 0,-1 0-1 0 0,1 1 1 0 0,0 0-1 0 0,0 0 1 0 0,0 0 0 0 0,-3 4-59 0 0,-11 16 59 0 0,2 1 0 0 0,0 0 0 0 0,2 2 1 0 0,-7 15-60 0 0,-7 10 3 0 0,25-42-3 0 0,0 1 0 0 0,1 0 0 0 0,0 1 1 0 0,-1 9-1 0 0,-13 33-12 0 0,15-45 5 0 0,-1 0 1 0 0,2 0-1 0 0,-1 1 1 0 0,1-1-1 0 0,1 0 1 0 0,0 1-1 0 0,0 0 1 0 0,1-1-1 0 0,0 1 1 0 0,1 3 6 0 0,-1-13-4 0 0,0 1 1 0 0,0 0 0 0 0,0 0 0 0 0,1 0 0 0 0,-1 0 0 0 0,0 0 0 0 0,1-1 0 0 0,-1 1 0 0 0,1 0 0 0 0,-1 0 0 0 0,1-1 0 0 0,-1 1 0 0 0,1 0 0 0 0,-1 0 0 0 0,1-1 0 0 0,0 1 0 0 0,-1-1 0 0 0,1 1 0 0 0,0-1 0 0 0,0 1 0 0 0,-1-1-1 0 0,1 1 1 0 0,0-1 0 0 0,0 0 0 0 0,0 1 0 0 0,0-1 0 0 0,0 0 0 0 0,-1 0 0 0 0,1 0 0 0 0,0 1 0 0 0,0-1 0 0 0,0 0 0 0 0,0 0 0 0 0,0 0 0 0 0,0-1 0 0 0,0 1 0 0 0,0 0 0 0 0,-1 0 0 0 0,1 0 0 0 0,0-1 3 0 0,36-8-77 0 0,-21 1 30 0 0,-1-1 1 0 0,-1 0 0 0 0,0-1-1 0 0,0-1 1 0 0,-1 0-1 0 0,6-7 47 0 0,71-83-477 0 0,-48 53 462 0 0,0-3 213 0 0,-37 40-188 0 0,-4 9 48 0 0,-6 37 271 0 0,3-30-290 0 0,-1 1 0 0 0,0-1 0 0 0,0 1 0 0 0,0-1 0 0 0,-1 0-1 0 0,0 0 1 0 0,0-1 0 0 0,0 1 0 0 0,0-1 0 0 0,-1 0 0 0 0,-2 2-39 0 0,-12 13 39 0 0,9-8-42 0 0,-11 11 51 0 0,2 0 0 0 0,0 1 1 0 0,2 1-1 0 0,0 0 0 0 0,2 2 0 0 0,1-1 0 0 0,0 3-48 0 0,-3 14 88 0 0,5-11-23 0 0,-2 0 1 0 0,-1 0-1 0 0,-13 17-65 0 0,-44 55 121 0 0,41-61-526 0 0,1 0 0 0 0,3 3 1 0 0,-13 27 404 0 0,38-69-131 0 0,-1 1-616 0 0,3-2-3116 0 0,0-2-857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12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504 0 12440 0 0,'-47'29'1701'0'0,"46"-28"-1502"0"0,-1 1 0 0 0,0-1-1 0 0,1 1 1 0 0,-1-1 0 0 0,1 1 0 0 0,0 0-1 0 0,-1 0 1 0 0,1-1 0 0 0,0 1 0 0 0,0 0 0 0 0,0 0-1 0 0,0 0 1 0 0,1 0 0 0 0,-1 1 0 0 0,0-1-1 0 0,1 0 1 0 0,0 0 0 0 0,-1 0 0 0 0,1 0 0 0 0,0 0-1 0 0,0 1 1 0 0,1 1-199 0 0,-5 43-408 0 0,3-43 285 0 0,0 0 0 0 0,1 0 0 0 0,-1 0 0 0 0,1 0 0 0 0,-1 0 0 0 0,1 0 0 0 0,0 0 0 0 0,1 0 0 0 0,-1 0 0 0 0,1 0 0 0 0,0 0 0 0 0,0 0-1 0 0,0 0 1 0 0,2 3 123 0 0,-2-2-140 0 0,0 0 0 0 0,0 0-1 0 0,0 0 1 0 0,0 0-1 0 0,-1 0 1 0 0,0 0-1 0 0,0 0 1 0 0,0 0-1 0 0,0 1 141 0 0,0 29-291 0 0,1-29 278 0 0,-1 1 1 0 0,0-1-1 0 0,-1 0 0 0 0,0 1 1 0 0,0-1-1 0 0,0 0 1 0 0,0 1-1 0 0,-1-1 1 0 0,0 0-1 0 0,-2 4 13 0 0,-33 63 32 0 0,17-36 44 0 0,-15 28-670 0 0,-4-2 0 0 0,-2-1 0 0 0,-2-3 0 0 0,-51 53 594 0 0,-26 30 1758 0 0,119-140-1364 0 0,1-2 20 0 0,0 0 2 0 0,0 0-27 0 0,0 0-112 0 0,70 13 1448 0 0,4-13-922 0 0,-59-1-775 0 0,1 1 0 0 0,-1 0 1 0 0,1 1-1 0 0,-1 1 0 0 0,0 0 0 0 0,14 4-28 0 0,28 1-847 0 0,-29-5-556 0 0,-15 2 250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12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 19583 0 0,'0'0'432'0'0,"0"0"88"0"0,-6 6 24 0 0,6-6 0 0 0,-4 8-440 0 0,4-8-104 0 0,-6 10 0 0 0,6-10 0 0 0,0 0-1304 0 0,0 0-280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13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336 1 17247 0 0,'-1'3'794'0'0,"-40"134"352"0"0,21-66-1142 0 0,-3 0 1 0 0,-3-1 0 0 0,-7 8-5 0 0,-28 77-498 0 0,29-77 201 0 0,-17 36 26 0 0,29-68 304 0 0,16-36-499 0 0,0 0 0 0 0,0 0 1 0 0,-1 0-1 0 0,-6 7 466 0 0,10-15-1901 0 0,1-2-3447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13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417 1 15408 0 0,'0'0'704'0'0,"-5"11"229"0"0,-3 30-821 0 0,-2-1 0 0 0,-2 0 0 0 0,-1-1 0 0 0,-2 0 0 0 0,-2-2 0 0 0,-1 1 0 0 0,-21 29-112 0 0,12-24-501 0 0,3 1 0 0 0,-12 29 501 0 0,-22 41-354 0 0,36-74 485 0 0,2 1-1 0 0,1 1 1 0 0,3 1 0 0 0,1 0 0 0 0,2 2 0 0 0,2-1 0 0 0,2 1-1 0 0,0 16-130 0 0,8-57 47 0 0,1 0 0 0 0,0 1-1 0 0,0-1 1 0 0,1 0-1 0 0,-1 0 1 0 0,1 0 0 0 0,-1 0-1 0 0,1 0 1 0 0,1 0-1 0 0,-1 0 1 0 0,0 0 0 0 0,1-1-1 0 0,0 1 1 0 0,0 0-1 0 0,0-1 1 0 0,0 1-1 0 0,3 2-46 0 0,-4-5 5 0 0,0 0-1 0 0,-1 0 0 0 0,1 0 0 0 0,0 0 0 0 0,0 0 0 0 0,0 0 0 0 0,0 0 0 0 0,0-1 0 0 0,0 1 0 0 0,0 0 0 0 0,0-1 0 0 0,0 1 0 0 0,0 0 0 0 0,0-1 0 0 0,1 1 0 0 0,-1-1 0 0 0,0 0 0 0 0,0 1 1 0 0,0-1-1 0 0,1 0 0 0 0,-1 0 0 0 0,0 0 0 0 0,1 0 0 0 0,-1 0 0 0 0,0 0 0 0 0,0 0 0 0 0,1 0 0 0 0,-1-1 0 0 0,0 1 0 0 0,0 0 0 0 0,0-1 0 0 0,1 1 0 0 0,-1-1 0 0 0,0 1 0 0 0,0-1 0 0 0,0 1 1 0 0,0-1-1 0 0,0 0-4 0 0,4-2 13 0 0,9-2-13 0 0,0-1 0 0 0,0-1 0 0 0,-1 0 0 0 0,0-1 0 0 0,-1 0 0 0 0,1-1 0 0 0,-2 0 0 0 0,1-1 0 0 0,2-3 0 0 0,15-18 0 0 0,-13 16 0 0 0,-1-1 0 0 0,0-1 0 0 0,-1 0 0 0 0,-1-1 0 0 0,-1-1 0 0 0,-1 0 0 0 0,24-36 37 0 0,-29 48-16 0 0,0 0 0 0 0,-1 0-1 0 0,0-1 1 0 0,-1 0-1 0 0,1 0 1 0 0,-1-1 0 0 0,-1 1-1 0 0,0-1 1 0 0,0 0-1 0 0,0 1 1 0 0,-1-1-1 0 0,0-9-20 0 0,-31 9 443 0 0,16 8-563 0 0,1 0 0 0 0,0 1 0 0 0,0 1 0 0 0,0 0 0 0 0,0 1 0 0 0,-6 1 120 0 0,1-1-748 0 0,-13 2-191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14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 16 1840 0 0,'0'0'407'0'0,"0"0"1035"0"0,0 0 454 0 0,0 0 89 0 0,0 0-186 0 0,0 0-864 0 0,0 0-375 0 0,0 0-75 0 0,0 0-21 0 0,0 0-13 0 0,0 0-3 0 0,0 0 0 0 0,0 0 1 0 0,0 0 6 0 0,0 0 1 0 0,27-1 1214 0 0,-22-1-1500 0 0,-1 0 0 0 0,1 0 0 0 0,0 0 0 0 0,0 0-1 0 0,0 1 1 0 0,0 0 0 0 0,0 0 0 0 0,0 0 0 0 0,0 1 0 0 0,0 0 0 0 0,0 0-1 0 0,0 0 1 0 0,0 0 0 0 0,1 1 0 0 0,2 1-170 0 0,25 0 293 0 0,-10 18-135 0 0,-11-13-69 0 0,-1 2-1 0 0,-1-1 1 0 0,0 2 0 0 0,0-1 0 0 0,0 1 0 0 0,-1 1 0 0 0,-1 0-1 0 0,6 9-88 0 0,-6-7 12 0 0,0 1-1 0 0,0 0 0 0 0,-2 0 0 0 0,0 1 0 0 0,0 0 1 0 0,-1 0-1 0 0,-1 0 0 0 0,-1 0 0 0 0,0 1 0 0 0,0 13-11 0 0,0-8 41 0 0,-2 0 0 0 0,0 1-1 0 0,-1-1 1 0 0,-1 1 0 0 0,-1-1-1 0 0,-1 0 1 0 0,-1 1 0 0 0,-1-1-1 0 0,-1-1 1 0 0,0 1 0 0 0,-2-1-1 0 0,0 0 1 0 0,-1-1 0 0 0,-6 7-41 0 0,12-20 4 0 0,-23 43 72 0 0,-3-1-1 0 0,-1-1 1 0 0,-3-2-1 0 0,-24 26-75 0 0,46-62 8 0 0,-1 0-1 0 0,0-1 1 0 0,0 0-1 0 0,-1-1 1 0 0,0 0-1 0 0,-1-1 1 0 0,1-1-1 0 0,-1 0 1 0 0,0-1-1 0 0,-14 3-7 0 0,23-7 4 0 0,0 1 0 0 0,0 0 0 0 0,1-1 1 0 0,-1 0-1 0 0,0 0 0 0 0,0 0 0 0 0,0-1 0 0 0,0 0 0 0 0,1 0 0 0 0,-1 0 1 0 0,0 0-1 0 0,1-1 0 0 0,-1 1 0 0 0,-3-3-4 0 0,6 3 0 0 0,0 0 0 0 0,0 0 0 0 0,0 0-1 0 0,0 0 1 0 0,0-1 0 0 0,0 1 0 0 0,0-1 0 0 0,0 1 0 0 0,1-1-1 0 0,-1 1 1 0 0,1-1 0 0 0,-1 0 0 0 0,1 0 0 0 0,0 0 0 0 0,-1 0-1 0 0,1 0 1 0 0,0 0 0 0 0,0 0 0 0 0,1 0 0 0 0,-1-1 0 0 0,0 1-1 0 0,1 0 1 0 0,-1 0 0 0 0,1-1 0 0 0,0 1 0 0 0,-1 0 0 0 0,1-1-1 0 0,1 1 1 0 0,-1-2 0 0 0,3-5-10 0 0,0 0 0 0 0,0 0 0 0 0,1 0 0 0 0,0 1 0 0 0,1 0 0 0 0,0-1 0 0 0,1 2 0 0 0,-1-1 0 0 0,1 1 0 0 0,1 0 0 0 0,-1 0 0 0 0,1 0 0 0 0,0 1 0 0 0,1 0 0 0 0,0 1 0 0 0,0-1 0 0 0,0 1 0 0 0,0 1 0 0 0,1 0 0 0 0,8-3 10 0 0,-1 3 36 0 0,-5 0-37 0 0,-1 2-1 0 0,1 0 1 0 0,-1 0-1 0 0,1 1 1 0 0,8 0 1 0 0,-15 1-2 0 0,1 1 0 0 0,-1-1 0 0 0,1 1 0 0 0,-1 0 0 0 0,0 1 0 0 0,1-1 0 0 0,-1 1 1 0 0,0 0-1 0 0,0 0 0 0 0,0 0 0 0 0,0 0 0 0 0,0 1 0 0 0,-1 0 0 0 0,1-1 0 0 0,2 5 2 0 0,40 23 0 0 0,-38-26 0 0 0,0 0 0 0 0,-1 1 0 0 0,1 0 0 0 0,-1 0 0 0 0,-1 1 0 0 0,1 0 0 0 0,-1 0 0 0 0,39 48 2 0 0,-31-35 89 0 0,1-1 1 0 0,1 0-1 0 0,0-1 0 0 0,2-1 0 0 0,5 3-91 0 0,-14-12 29 0 0,14 11 356 0 0,1-2-1 0 0,14 6-384 0 0,-32-18 1 0 0,0-1 0 0 0,0 0-1 0 0,1-1 1 0 0,-1 1-1 0 0,1-1 1 0 0,0 0 0 0 0,-1-1-1 0 0,1 0 1 0 0,0 0-1 0 0,0 0 1 0 0,0-1 0 0 0,0 0-1 0 0,0 0 0 0 0,16-10-1609 0 0,-8 2-5717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15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415 176 3224 0 0,'0'0'143'0'0,"-10"-22"230"0"0,30-126 10255 0 0,-20 146-10007 0 0,0 2-180 0 0,0 0-79 0 0,0 0-12 0 0,0 0-14 0 0,0 0-41 0 0,-28-4 526 0 0,22 5-721 0 0,1-1-1 0 0,0 1 1 0 0,0 0 0 0 0,0 0-1 0 0,0 1 1 0 0,0 0 0 0 0,0 0-1 0 0,0 0 1 0 0,0 0 0 0 0,1 1-1 0 0,-1-1 1 0 0,-2 3-100 0 0,-51 45 342 0 0,56-48-344 0 0,-9 10-7 0 0,0 1-1 0 0,1 0 1 0 0,1 0-1 0 0,0 1 1 0 0,1 0 0 0 0,0 0-1 0 0,1 1 1 0 0,1 0-1 0 0,0 0 1 0 0,1 1 0 0 0,1 0 9 0 0,-4 15-33 0 0,2 0 0 0 0,1 0 1 0 0,1 1-1 0 0,2-1 0 0 0,1 8 33 0 0,10 61-55 0 0,-5-77-1 0 0,-2 0 0 0 0,0 1 0 0 0,-2-1-1 0 0,0 10 57 0 0,-1 73-630 0 0,3-81 299 0 0,-2 0 1 0 0,0 1 0 0 0,-2-1-1 0 0,-4 20 331 0 0,4-36-21 0 0,1 0-1 0 0,-1-1 0 0 0,-1 0 0 0 0,0 1 0 0 0,0-1 0 0 0,-1 0 0 0 0,1-1 1 0 0,-2 1-1 0 0,1-1 0 0 0,-1 1 0 0 0,0-2 0 0 0,-1 1 0 0 0,0 0 0 0 0,0-1 0 0 0,0 0 23 0 0,3-3 7 0 0,1-1 1 0 0,-1 0-1 0 0,1 0 1 0 0,-1 0-1 0 0,1-1 1 0 0,-1 1-1 0 0,0-1 1 0 0,0 1-1 0 0,0-1 1 0 0,0 0-1 0 0,0 0 1 0 0,0 0-1 0 0,0 0 1 0 0,-1-1 0 0 0,1 1-1 0 0,0-1 1 0 0,0 0-1 0 0,-1 0-8 0 0,2-1 28 0 0,0 1 0 0 0,0-1 0 0 0,0 0-1 0 0,1 1 1 0 0,-1-1 0 0 0,0 0 0 0 0,0 0 0 0 0,1-1-1 0 0,-1 1 1 0 0,1 0 0 0 0,-1 0 0 0 0,1-1 0 0 0,-1 1-1 0 0,1-1 1 0 0,0 1 0 0 0,0-1 0 0 0,0 0 0 0 0,0 0 0 0 0,0 1-1 0 0,0-1 1 0 0,0 0 0 0 0,0 0 0 0 0,1 0 0 0 0,-1 0-1 0 0,1 0 1 0 0,-1 0 0 0 0,1 0 0 0 0,0 0 0 0 0,0 0-1 0 0,0-1-27 0 0,-3-22 71 0 0,2 0 0 0 0,1 0 0 0 0,1 0-1 0 0,1-1 1 0 0,1 1 0 0 0,1 1 0 0 0,1-1-1 0 0,2 0 1 0 0,0 1 0 0 0,2 1 0 0 0,0-1-1 0 0,2 1 1 0 0,0 1 0 0 0,2 0 0 0 0,0 1-1 0 0,9-11-70 0 0,21-31 1 0 0,-34 49-10 0 0,0-1 0 0 0,1 1 0 0 0,1 1 0 0 0,0-1 0 0 0,1 2 0 0 0,6-6 9 0 0,71-65-14 0 0,-58 51-20 0 0,1 2-1 0 0,10-5 35 0 0,-2 2 0 0 0,27-30 0 0 0,20-16 0 0 0,-77 71-13 0 0,-7 6 16 0 0,0-1-1 0 0,0 0 0 0 0,0 1 1 0 0,0-1-1 0 0,0 0 0 0 0,-1 0 1 0 0,1-1-1 0 0,-1 1 0 0 0,0 0 0 0 0,0-1 1 0 0,0 0-1 0 0,0 1-2 0 0,-1 1-263 0 0,-11 21-1137 0 0,5-4-13 0 0,4-5-341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15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75 100 9216 0 0,'0'0'706'0'0,"-2"1"-463"0"0,-5 2 197 0 0,-6 0 6764 0 0,-1-3-3337 0 0,13 0-3837 0 0,-1 0 0 0 0,0 0 1 0 0,0-1-1 0 0,1 1 1 0 0,-1-1-1 0 0,0 1 1 0 0,1-1-1 0 0,-1 0 0 0 0,0 0 1 0 0,1 1-1 0 0,-1-1 1 0 0,1 0-1 0 0,-1 0 0 0 0,1-1 1 0 0,0 1-1 0 0,-1 0 1 0 0,1 0-1 0 0,0-1 1 0 0,0 1-1 0 0,0 0 0 0 0,0-1 1 0 0,0 0-1 0 0,0 1 1 0 0,0-1-1 0 0,1 1 0 0 0,-1-1 1 0 0,1 0-1 0 0,-1 1 1 0 0,1-1-1 0 0,-1 0 0 0 0,1 0 1 0 0,0 1-1 0 0,0-2-30 0 0,0-3 18 0 0,0 2-426 0 0,-1 1 1 0 0,2-1-1 0 0,-1 1 1 0 0,0-1-1 0 0,1 1 1 0 0,-1-1 0 0 0,1 1-1 0 0,0-1 1 0 0,0 1-1 0 0,1 0 1 0 0,-1-1-1 0 0,1 0 408 0 0,5-10-6623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16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438 46 6448 0 0,'0'0'297'0'0,"-1"-1"-9"0"0,-22-6 410 0 0,8 3-4 0 0,15 4-655 0 0,0 0 1 0 0,0 0-1 0 0,0 0 0 0 0,0 0 0 0 0,0 0 0 0 0,0 0 0 0 0,0-1 0 0 0,-1 1 0 0 0,1 0 0 0 0,0 0 0 0 0,0 0 0 0 0,0 0 0 0 0,0 0 0 0 0,0 0 0 0 0,0 0 0 0 0,0 0 0 0 0,0 0 0 0 0,0 0 0 0 0,0 0 0 0 0,-1-1 0 0 0,1 1 0 0 0,0 0 0 0 0,0 0 0 0 0,0 0 0 0 0,0 0 0 0 0,0 0 0 0 0,0 0 0 0 0,0 0 0 0 0,0-1 0 0 0,0 1 0 0 0,0 0 0 0 0,0 0 0 0 0,0 0 0 0 0,0 0 0 0 0,0 0 0 0 0,0 0 0 0 0,0 0 0 0 0,0-1 0 0 0,0 1 0 0 0,0 0 0 0 0,0 0 0 0 0,0 0 0 0 0,0 0 0 0 0,0 0 0 0 0,0 0 0 0 0,1 0 0 0 0,-1 0 0 0 0,0-1 0 0 0,0 1 0 0 0,0 0 0 0 0,0 0 0 0 0,0 0 0 0 0,0 0 0 0 0,0 0 0 0 0,0 0 0 0 0,0 0 0 0 0,0 0 0 0 0,1 0 0 0 0,-1 0 0 0 0,0 0 0 0 0,0 0 0 0 0,0 0 0 0 0,0 0 0 0 0,0-1-39 0 0,1 1 463 0 0,-1 0-204 0 0,0 0-41 0 0,11-10 198 0 0,-11 10-370 0 0,0 0-1 0 0,-1-1 0 0 0,1 1 1 0 0,0 0-1 0 0,0-1 0 0 0,-1 1 1 0 0,1 0-1 0 0,0-1 0 0 0,0 1 1 0 0,0-1-1 0 0,-1 1 0 0 0,1 0 1 0 0,0-1-1 0 0,0 1 0 0 0,0-1 1 0 0,0 1-1 0 0,0-1 0 0 0,0 1 1 0 0,0 0-1 0 0,0-1 0 0 0,0 1 1 0 0,0-1-1 0 0,0 1 0 0 0,0-1 1 0 0,0 1-1 0 0,0 0 0 0 0,0-1 1 0 0,1 1-1 0 0,-1-1 0 0 0,0 1 1 0 0,0 0-1 0 0,0-1 0 0 0,1 1 1 0 0,-1 0-1 0 0,0-1 0 0 0,1 1 1 0 0,-1 0-1 0 0,0-1 0 0 0,0 1 1 0 0,1 0-1 0 0,-1-1 0 0 0,1 1 1 0 0,-1 0-1 0 0,0 0 0 0 0,1 0 1 0 0,-1-1-1 0 0,0 1 0 0 0,1 0 1 0 0,-1 0-1 0 0,1 0 0 0 0,-1 0 1 0 0,1 0-1 0 0,-1 0 0 0 0,0 0 1 0 0,1 0-1 0 0,-1 0 0 0 0,1 0 1 0 0,-1 0-1 0 0,1 0 0 0 0,-1 0 1 0 0,0 0-1 0 0,1 0 0 0 0,-1 0 1 0 0,1 1-1 0 0,-1-1-45 0 0,-2 2 220 0 0,0 1-1 0 0,0 0 1 0 0,0 0 0 0 0,0-1 0 0 0,1 1 0 0 0,-1 0 0 0 0,1 1-1 0 0,0-1 1 0 0,0 0 0 0 0,0 0 0 0 0,0 1-220 0 0,-4 9 455 0 0,-30 36 391 0 0,29-43-764 0 0,0 1-1 0 0,1 0 1 0 0,0 1 0 0 0,0-1-1 0 0,1 1 1 0 0,0 0 0 0 0,0 0-1 0 0,1 0 1 0 0,0 0 0 0 0,-1 4-82 0 0,-3 66 281 0 0,7-61-212 0 0,-1 0 1 0 0,-1 0-1 0 0,-1 0 0 0 0,-2 8-69 0 0,-32 96 544 0 0,-6 0-544 0 0,-33 100 262 0 0,73-207-287 0 0,-2 1 0 0 0,1-2 1 0 0,-2 1-1 0 0,0-1 0 0 0,0 1 1 0 0,-1-2-1 0 0,-1 1 0 0 0,-7 8 25 0 0,-15 25-467 0 0,27-39 53 0 0,-1 0 0 0 0,0 0 0 0 0,0-1-1 0 0,-1 1 1 0 0,0-1 0 0 0,0 0 0 0 0,0-1 0 0 0,-1 1 0 0 0,0-1 414 0 0,3-3-2069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18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1207 3712 0 0,'0'0'167'0'0,"1"2"-7"0"0,2 0 151 0 0,1 0 1 0 0,-1 0-1 0 0,0 0 1 0 0,0-1-1 0 0,1 1 1 0 0,-1-1-1 0 0,1 0 1 0 0,0 0 0 0 0,-1 0-1 0 0,1 0 1 0 0,0 0-1 0 0,-1-1 1 0 0,1 0-1 0 0,0 0 1 0 0,0 0 0 0 0,-1 0-1 0 0,1 0 1 0 0,0-1-1 0 0,-1 0 1 0 0,1 0-1 0 0,0 0 1 0 0,-1 0 0 0 0,1 0-1 0 0,-1-1 1 0 0,2 0-312 0 0,132-76 3044 0 0,-52 30-2080 0 0,322-196 2191 0 0,-299 175-2603 0 0,-33 22 104 0 0,33-29-656 0 0,234-174 679 0 0,-50 54-608 0 0,-170 113-307 0 0,13 0 236 0 0,-59 47-2071 0 0,-59 31 988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19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265 115 4144 0 0,'0'0'319'0'0,"-12"-16"6486"0"0,10 8-6855 0 0,2 8 84 0 0,1-3 205 0 0,1 1 1 0 0,-1-1-1 0 0,1 1 0 0 0,0 0 1 0 0,-1 0-1 0 0,1-1 1 0 0,0 1-1 0 0,0 0 1 0 0,0 1-1 0 0,1-1 1 0 0,-1 0-1 0 0,0 1 1 0 0,1-1-1 0 0,-1 1 1 0 0,1 0-1 0 0,-1 0 0 0 0,1 0 1 0 0,0 0-1 0 0,-1 0 1 0 0,2 0-240 0 0,60-29 793 0 0,-32 18-373 0 0,-28 10-363 0 0,0 0 0 0 0,0 1 0 0 0,0-1-1 0 0,1 1 1 0 0,-1 0 0 0 0,0 0 0 0 0,1 0 0 0 0,-1 0 0 0 0,3 1-57 0 0,5-1 91 0 0,-1 2 0 0 0,1-1-1 0 0,-1 1 1 0 0,1 1 0 0 0,-1 0-1 0 0,1 0 1 0 0,6 4-91 0 0,-15-5 12 0 0,0 0 1 0 0,0 1-1 0 0,0 0 0 0 0,0 0 0 0 0,0 0 0 0 0,-1 0 1 0 0,1 0-1 0 0,-1 0 0 0 0,1 1 0 0 0,-1-1 1 0 0,0 1-1 0 0,0-1 0 0 0,0 1 0 0 0,0 0 0 0 0,-1 0 1 0 0,1 0-1 0 0,-1 0 0 0 0,0 0 0 0 0,0 0 1 0 0,0 0-1 0 0,0 1 0 0 0,0-1 0 0 0,-1 0 1 0 0,1 1-1 0 0,-1-1 0 0 0,0 0 0 0 0,0 1 0 0 0,0 1-12 0 0,1 8 53 0 0,-1 1 0 0 0,0 0-1 0 0,-1-1 1 0 0,0 1-1 0 0,-1-1 1 0 0,-1 1-1 0 0,0-1 1 0 0,0 0 0 0 0,-2 0-1 0 0,1 0 1 0 0,-2-1-1 0 0,0 1 1 0 0,0-1-1 0 0,-5 5-52 0 0,-11 25 73 0 0,19-36-88 0 0,1 0 1 0 0,-1 0 0 0 0,0 0-1 0 0,-1 0 1 0 0,0-1 0 0 0,0 1-1 0 0,-2 1 15 0 0,-21 21-75 0 0,13-15-6 0 0,1 1 0 0 0,0 1 0 0 0,-5 8 81 0 0,7-10-73 0 0,0 0 0 0 0,-1 0 0 0 0,-1-1 1 0 0,0-1-1 0 0,0 0 0 0 0,-4 1 73 0 0,-53 48-273 0 0,56-46 227 0 0,-1 0 0 0 0,-1 0 0 0 0,0-2-1 0 0,0 0 1 0 0,-5 2 46 0 0,13-9 8 0 0,-1 0-1 0 0,0 0 1 0 0,0-1 0 0 0,-1 0-1 0 0,1-1 1 0 0,-1 0-1 0 0,0 0 1 0 0,0-1-1 0 0,0 0 1 0 0,0-1-1 0 0,-2 0-7 0 0,11-1 2 0 0,0 0-1 0 0,0 0 0 0 0,0 0 0 0 0,0 0 1 0 0,0-1-1 0 0,0 1 0 0 0,0 0 0 0 0,0 0 0 0 0,1-1 1 0 0,-1 1-1 0 0,0 0 0 0 0,0-1 0 0 0,0 1 1 0 0,0-1-1 0 0,0 1 0 0 0,0-1 0 0 0,1 0 0 0 0,-1 1 1 0 0,0-1-1 0 0,0 0 0 0 0,1 0 0 0 0,-1 1 1 0 0,1-1-1 0 0,-1 0 0 0 0,1 0 0 0 0,-1 0 1 0 0,1 0-1 0 0,-1 0 0 0 0,1 0 0 0 0,0 1 0 0 0,-1-1 1 0 0,1 0-1 0 0,0 0 0 0 0,0 0 0 0 0,0 0 1 0 0,0 0-1 0 0,0 0 0 0 0,0 0 0 0 0,0 0 0 0 0,0 0 1 0 0,0 0-1 0 0,0 0 0 0 0,0 0 0 0 0,1 0 1 0 0,-1 0-1 0 0,0 0 0 0 0,1 0 0 0 0,-1 0 0 0 0,1 0-1 0 0,21-15 2 0 0,0 1 0 0 0,1 1 0 0 0,20-9-2 0 0,29-17-72 0 0,-59 32 69 0 0,0 2 0 0 0,1-1 0 0 0,14-3 3 0 0,22-11-58 0 0,-41 17 50 0 0,-2 1 19 0 0,0-1 1 0 0,-1 2-1 0 0,1-1 0 0 0,0 1 0 0 0,1 0 0 0 0,-1 1 0 0 0,0 0 0 0 0,0 0 0 0 0,1 0 0 0 0,-1 1 0 0 0,0 0 0 0 0,2 0-11 0 0,2 1 14 0 0,0 1 0 0 0,0 0 0 0 0,0 0 0 0 0,0 1-1 0 0,0 1 1 0 0,-1 0 0 0 0,1 0 0 0 0,-1 1-1 0 0,0 0 1 0 0,0 1 0 0 0,-1 0 0 0 0,9 7-14 0 0,-10-4 113 0 0,-1 1 0 0 0,0 0 1 0 0,0 0-1 0 0,-1 1 0 0 0,0 0 0 0 0,3 8-113 0 0,0 0 165 0 0,24 75 672 0 0,-29-58-556 0 0,-4-33-265 0 0,-1 0 1 0 0,1 0 0 0 0,0 0 0 0 0,1 0-1 0 0,-1 0 1 0 0,0 0 0 0 0,1 0-1 0 0,0 0 1 0 0,0 0 0 0 0,0 0 0 0 0,0 0-1 0 0,1 2-16 0 0,-2-5-29 0 0,1 0-1 0 0,-1 1 1 0 0,0-1-1 0 0,0 0 1 0 0,1 1-1 0 0,-1-1 1 0 0,0 1-1 0 0,0-1 1 0 0,0 0-1 0 0,1 1 0 0 0,-1-1 1 0 0,0 1-1 0 0,0-1 1 0 0,0 1-1 0 0,0-1 1 0 0,0 0-1 0 0,0 1 1 0 0,0-1-1 0 0,0 1 1 0 0,0-1-1 0 0,0 1 1 0 0,0-1-1 0 0,0 1 1 0 0,0-1-1 0 0,0 1 0 0 0,-1-1 1 0 0,1 0-1 0 0,0 1 1 0 0,0-1-1 0 0,0 1 1 0 0,-1-1-1 0 0,1 0 1 0 0,0 1-1 0 0,-1-1 1 0 0,1 0-1 0 0,0 1 1 0 0,-1-1-1 0 0,1 0 1 0 0,0 1-1 0 0,-1-1 0 0 0,1 0 1 0 0,0 0-1 0 0,-1 1 1 0 0,1-1-1 0 0,-1 0 1 0 0,1 0-1 0 0,-1 0 1 0 0,1 0-1 0 0,0 0 1 0 0,-1 0-1 0 0,1 0 1 0 0,-1 1-1 0 0,0-1 30 0 0,0 0-1401 0 0,1 0-926 0 0,0 0-3451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19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1 12440 0 0,'0'0'957'0'0,"-21"15"-457"0"0,-45 62 3050 0 0,6 2-3550 0 0,33-39-64 0 0,19-29-18 0 0,0 1 0 0 0,1 0 0 0 0,0 0 0 0 0,-5 13 82 0 0,-4 4 30 0 0,14-27 10 0 0,0 1 0 0 0,1-1 1 0 0,-1 1-1 0 0,1 0 0 0 0,-1 0 0 0 0,1 0 1 0 0,0 0-1 0 0,0 0 0 0 0,0 0 1 0 0,0 0-1 0 0,1 0 0 0 0,-1 0 1 0 0,1 1-1 0 0,0-1-40 0 0,-1 21 399 0 0,1-21-358 0 0,0-1 1 0 0,-1 0 0 0 0,1 0-1 0 0,0 0 1 0 0,0 0 0 0 0,0 0-1 0 0,1 0 1 0 0,-1 0-1 0 0,1 0 1 0 0,-1 1 0 0 0,1-1-1 0 0,-1 0 1 0 0,1-1 0 0 0,0 1-1 0 0,0 0 1 0 0,0 0 0 0 0,0 0-1 0 0,1 0 1 0 0,-1-1 0 0 0,0 1-1 0 0,1 0 1 0 0,-1-1 0 0 0,1 0-1 0 0,-1 1 1 0 0,1-1-1 0 0,0 0 1 0 0,-1 1 0 0 0,1-1-1 0 0,0 0-41 0 0,7 5 119 0 0,-1 0 0 0 0,1-1 0 0 0,0 0 0 0 0,1 0-1 0 0,-1-1 1 0 0,1 0 0 0 0,0-1 0 0 0,0 0 0 0 0,0 0-1 0 0,0-1 1 0 0,5 0-119 0 0,10 1 105 0 0,0-1 1 0 0,0-1-1 0 0,0-1 0 0 0,6-2-105 0 0,-19 1 50 0 0,0-1 0 0 0,0-1-1 0 0,-1 1 1 0 0,1-2 0 0 0,-1 0-1 0 0,0 0 1 0 0,0-1-1 0 0,7-5-49 0 0,3 0 35 0 0,-1 2-40 0 0,-17 7-15 0 0,1 0-1 0 0,-1 0 1 0 0,1-1-1 0 0,-1 0 1 0 0,0 1-1 0 0,1-1 0 0 0,-1 0 1 0 0,0-1-1 0 0,0 1 1 0 0,-1 0-1 0 0,1-1 1 0 0,0 0-1 0 0,-1 0 21 0 0,21-21-473 0 0,-18 19-137 0 0,-1 1-1 0 0,1-1 1 0 0,-1 0-1 0 0,-1 0 1 0 0,1 0-1 0 0,2-5 611 0 0,0-3-1751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3:19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0 16208 0 0,'0'0'743'0'0,"-6"26"273"0"0,4 12-563 0 0,-2 0 0 0 0,-2 0 0 0 0,-1 0 0 0 0,-7 18-453 0 0,-2 14 106 0 0,6-32-363 0 0,-2 0 1 0 0,-2 0 0 0 0,-8 12 256 0 0,5-9-317 0 0,1-10-189 0 0,-4 10-1305 0 0,18-23 665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9:38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891 0 6968 0 0,'0'0'316'0'0,"0"0"-3"0"0,13 9 2000 0 0,-12-7-2270 0 0,1 0 26 0 0,-1-1 0 0 0,1 1 0 0 0,-1 0 0 0 0,0-1 0 0 0,0 1 0 0 0,0 0-1 0 0,0 0 1 0 0,0 0 0 0 0,0 0 0 0 0,-1 0 0 0 0,1 0 0 0 0,-1 0 0 0 0,1 0-1 0 0,-1 0 1 0 0,0 0 0 0 0,0 1 0 0 0,0-1 0 0 0,0 0 0 0 0,0 0 0 0 0,0 0-1 0 0,0 0 1 0 0,-1 0 0 0 0,1 0 0 0 0,-1 0 0 0 0,0 0 0 0 0,0 0 0 0 0,1 0 0 0 0,-1 0-1 0 0,0 0 1 0 0,-1 0 0 0 0,1 0 0 0 0,-1 1-69 0 0,-1 2 93 0 0,1 0 1 0 0,0 0-1 0 0,0 0 1 0 0,1 0-1 0 0,0 1 0 0 0,-1-1 1 0 0,2 1-1 0 0,-1-1-93 0 0,-2 11 254 0 0,-17 63 1025 0 0,9-33-762 0 0,-1 0 1 0 0,-5 4-518 0 0,-150 356 1156 0 0,123-303-950 0 0,-114 237 540 0 0,25-59-23 0 0,-61 198 357 0 0,146-318-464 0 0,39-128-564 0 0,8-26-39 0 0,-1 0-1 0 0,1 1 1 0 0,-2-2 0 0 0,1 1 0 0 0,-1 0 0 0 0,0 0 0 0 0,0-1 0 0 0,-4 6-13 0 0,1 3 28 0 0,6-12-6 0 0,-1-1 0 0 0,0 1-1 0 0,1-1 1 0 0,-1 1 0 0 0,0-1 0 0 0,0 0-1 0 0,0 0 1 0 0,0 1 0 0 0,0-1 0 0 0,-1 0 0 0 0,1 0-1 0 0,-2 1-21 0 0,2-2 74 0 0,1-1 16 0 0,0 0 6 0 0,0 0 0 0 0,0 0 0 0 0,-2-1-80 0 0,-1 0 0 0 0,1-1 0 0 0,0 0 0 0 0,0 1 0 0 0,0-1 0 0 0,0 0 0 0 0,0 0 0 0 0,1 0 0 0 0,-1 0 0 0 0,0 0 0 0 0,1-1 0 0 0,-1 1-1 0 0,1 0 1 0 0,0-1 0 0 0,0 1 0 0 0,0-1 0 0 0,0 1 0 0 0,1-1 0 0 0,-1-1-16 0 0,1-13 131 0 0,0 1 0 0 0,1-1-1 0 0,1 0 1 0 0,1 0 0 0 0,0 1 0 0 0,1 0 0 0 0,1 0-1 0 0,5-11-130 0 0,1-8 81 0 0,10-33-23 0 0,3 0 0 0 0,2 1-1 0 0,28-46-57 0 0,-33 73 0 0 0,3 1-1 0 0,1 2 1 0 0,2 0-1 0 0,1 2 1 0 0,2 1-1 0 0,16-13 1 0 0,-35 36 0 0 0,77-66 0 0 0,-79 70 0 0 0,1 0 0 0 0,0 1 0 0 0,1 0 0 0 0,-1 1 0 0 0,1 0 0 0 0,0 0 0 0 0,0 1 0 0 0,9-2 0 0 0,-17 6 0 0 0,0-1-1 0 0,0 0 0 0 0,0 1 1 0 0,0 0-1 0 0,0 0 0 0 0,0 0 1 0 0,0 0-1 0 0,0 0 0 0 0,0 1 1 0 0,0-1-1 0 0,0 1 0 0 0,0 0 1 0 0,0 0-1 0 0,0 0 0 0 0,0 0 1 0 0,-1 0-1 0 0,1 1 0 0 0,0-1 1 0 0,-1 1-1 0 0,1 0 0 0 0,0 0 1 0 0,0 2-8 0 0,1 0-1 0 0,-1 0 0 0 0,0 0 0 0 0,0 0 1 0 0,0 0-1 0 0,-1 1 0 0 0,0-1 1 0 0,0 1-1 0 0,0 0 0 0 0,0-1 1 0 0,-1 1-1 0 0,1 1 9 0 0,1 10-12 0 0,0-1 1 0 0,-1 1-1 0 0,-1 0 0 0 0,-1-1 1 0 0,0 1-1 0 0,-1 0 0 0 0,-2 11 12 0 0,-4 16-32 0 0,-2-1 0 0 0,-2 0-1 0 0,-2-1 1 0 0,-1 0 0 0 0,-5 5 32 0 0,8-23-8 0 0,0-1 0 0 0,-2-1 0 0 0,0 0 1 0 0,-1-1-1 0 0,-1 0 0 0 0,-1-1 0 0 0,-1-1 0 0 0,0 0 0 0 0,-16 11 8 0 0,-111 78 75 0 0,154-113-70 0 0,0 1 1 0 0,0 0-1 0 0,1 1 0 0 0,0 0 1 0 0,0 1-1 0 0,0 0 0 0 0,0 0 1 0 0,0 2-1 0 0,1-1 0 0 0,1 1-5 0 0,-5 1 4 0 0,0 0-1 0 0,-1 1 1 0 0,1 0 0 0 0,-1 0-1 0 0,0 1 1 0 0,1 0-1 0 0,-1 0 1 0 0,0 1-1 0 0,0-1 1 0 0,0 2-1 0 0,-1-1 1 0 0,1 1 0 0 0,-1 0-1 0 0,1 0 1 0 0,2 4-4 0 0,12 10 1 0 0,-2 1 0 0 0,0 0 0 0 0,-1 2 0 0 0,-1 0 0 0 0,0 1 0 0 0,-2 1 0 0 0,10 20-1 0 0,-4-2 14 0 0,-2 1 0 0 0,-2 1 0 0 0,-2 0 1 0 0,1 12-15 0 0,70 228 10 0 0,-82-264-4 0 0,2-1 0 0 0,0 0 0 0 0,1 0 0 0 0,1 0 0 0 0,1-1 0 0 0,0 0-1 0 0,1-1 1 0 0,1 0 0 0 0,1 0 0 0 0,1 0-6 0 0,-4-8-835 0 0,5-6-4640 0 0,-3-2-1433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56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1597 2760 0 0,'-11'74'272'0'0,"7"-65"177"0"0,3-7 1883 0 0,1-2 808 0 0,0 0 157 0 0,4 1 365 0 0,14-11-3665 0 0,-3-4-91 0 0,-1 0 1 0 0,0-2-1 0 0,-2 0 0 0 0,0 0 1 0 0,0-1-1 0 0,6-14 94 0 0,9-12-83 0 0,8-16 172 0 0,-3 0 0 0 0,-2-3 1 0 0,-3-1-90 0 0,6-12 300 0 0,38-61-300 0 0,35-43 1047 0 0,-8-5 1 0 0,15-54-1048 0 0,-53 106 242 0 0,-32 77-174 0 0,-3-2 1 0 0,-3-1 0 0 0,4-19-69 0 0,-24 70 26 0 0,0 1-1 0 0,-1 0 1 0 0,0 0-1 0 0,0-1 1 0 0,0 1-1 0 0,0-1 1 0 0,-1 1-1 0 0,0-1 1 0 0,-1 1-1 0 0,0-2-25 0 0,-26 17 183 0 0,24-7-175 0 0,0 0 0 0 0,0 1 0 0 0,0 0 1 0 0,0-1-1 0 0,0 1 0 0 0,1 0 0 0 0,-1 0 1 0 0,1 1-1 0 0,-1-1 0 0 0,1 0 0 0 0,1 1 1 0 0,-1 0-9 0 0,-17 24 61 0 0,-8 7-59 0 0,2 0 1 0 0,2 2 0 0 0,1 1-1 0 0,2 1 1 0 0,-2 9-3 0 0,-76 212-18 0 0,45-114-39 0 0,8-16 97 0 0,6 2 0 0 0,6 2 0 0 0,5 1 0 0 0,-8 121-40 0 0,31-208 664 0 0,2 46-664 0 0,3-80 53 0 0,1-1 0 0 0,0 1 0 0 0,1-1 0 0 0,1 1 0 0 0,0-1 0 0 0,1 0 0 0 0,0 0 0 0 0,7 13-53 0 0,-10-24-13 0 0,1 0 0 0 0,0 1 0 0 0,0-1-1 0 0,0 0 1 0 0,0 0 0 0 0,0 0 0 0 0,0 0-1 0 0,0-1 1 0 0,1 1 0 0 0,-1 0 0 0 0,0-1-1 0 0,1 0 1 0 0,0 1 0 0 0,-1-1 0 0 0,1 0-1 0 0,0 0 1 0 0,-1-1 0 0 0,1 1 0 0 0,0-1-1 0 0,0 1 1 0 0,0-1 0 0 0,0 0 0 0 0,-1 0-1 0 0,1 0 1 0 0,2 0 13 0 0,10-2-308 0 0,1 1-1 0 0,0-2 1 0 0,-1 0 0 0 0,3-1 308 0 0,-2 0-384 0 0,49-15-2490 0 0,-38 2 1225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56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72 3224 0 0,'30'-69'1751'0'0,"-28"66"-128"0"0,-2 3 69 0 0,0 0-97 0 0,0 0-480 0 0,-10 32 1466 0 0,-88 230 1631 0 0,45-117-3862 0 0,26-65-1394 0 0,3 2-1 0 0,-11 69 1045 0 0,34-142-2642 0 0,1-9 1558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57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17 349 8640 0 0,'17'4'920'0'0,"-16"-2"-880"0"0,1-1-1 0 0,0 0 1 0 0,-1 1 0 0 0,1-1 0 0 0,-1 1 0 0 0,0 0-1 0 0,1-1 1 0 0,-1 1 0 0 0,0 0 0 0 0,0 0 0 0 0,0 0-1 0 0,0 0 1 0 0,-1 0 0 0 0,1 0 0 0 0,0 0 0 0 0,-1 0-1 0 0,1 0 1 0 0,-1 0 0 0 0,0 0 0 0 0,0 1-40 0 0,-3 42 1889 0 0,1-22-1272 0 0,1-16-487 0 0,0-1-1 0 0,-1 1 1 0 0,1 0 0 0 0,-1-1-1 0 0,0 1 1 0 0,-1-1 0 0 0,0 1-1 0 0,0-1 1 0 0,0 0-1 0 0,-1 0 1 0 0,1-1 0 0 0,-2 2-130 0 0,-5 9 106 0 0,9-15-24 0 0,1-1-8 0 0,0 0-2 0 0,0 0 36 0 0,0 0 152 0 0,0 0 69 0 0,0 0 14 0 0,-3-22 95 0 0,3 20-439 0 0,-1 0-1 0 0,1 1 0 0 0,0-1 0 0 0,0 1 0 0 0,-1-1 1 0 0,1 0-1 0 0,0 1 0 0 0,1-1 0 0 0,-1 0 0 0 0,0 1 0 0 0,0-1 1 0 0,1 0-1 0 0,-1 1 0 0 0,1-1 0 0 0,-1 1 0 0 0,1-1 1 0 0,0 0 1 0 0,28-54 0 0 0,2 2 0 0 0,3 1 0 0 0,7-5 0 0 0,-24 39 0 0 0,0 0 0 0 0,1 1 0 0 0,6-4 0 0 0,-24 22-2 0 0,0-1 0 0 0,1 1 0 0 0,-1-1 0 0 0,1 1 0 0 0,-1 0 0 0 0,1-1 0 0 0,-1 1 0 0 0,1 0 0 0 0,-1-1 0 0 0,1 1 0 0 0,-1 0 0 0 0,1 0 1 0 0,0-1-1 0 0,-1 1 0 0 0,1 0 0 0 0,-1 0 0 0 0,1 0 0 0 0,0 0 0 0 0,-1 0 0 0 0,1 0 0 0 0,-1 0 0 0 0,1 0 0 0 0,0 0 0 0 0,-1 0 1 0 0,1 0-1 0 0,-1 0 0 0 0,1 0 0 0 0,0 0 0 0 0,-1 1 0 0 0,1-1 0 0 0,0 0 2 0 0,10 20-40 0 0,-2 35 5 0 0,-8-46 34 0 0,1 31 17 0 0,-1-1 0 0 0,-2 1 0 0 0,-2 0 0 0 0,-8 34-16 0 0,6-52-1 0 0,4-20 2 0 0,1 0 0 0 0,-1 1 0 0 0,1-1 0 0 0,-1 0-1 0 0,1 0 1 0 0,0 1 0 0 0,0-1 0 0 0,0 0-1 0 0,0 0 1 0 0,0 1 0 0 0,0-1 0 0 0,1 0-1 0 0,-1 0 1 0 0,1 2-1 0 0,0-3 10 0 0,-1 0-8 0 0,1 0 0 0 0,-1-1 1 0 0,0 1-1 0 0,0 0 0 0 0,0-1 0 0 0,0 1 0 0 0,0 0 1 0 0,0-1-1 0 0,0 1 0 0 0,0 0 0 0 0,0-1 1 0 0,0 1-1 0 0,0 0 0 0 0,0-1 0 0 0,0 1 0 0 0,-1 0 1 0 0,1-1-1 0 0,0 1 0 0 0,-1 0 0 0 0,1-1 1 0 0,0 1-1 0 0,-1-1 0 0 0,1 1 0 0 0,-1-1 1 0 0,1 1-1 0 0,0-1 0 0 0,-1 1 0 0 0,0 0-2 0 0,22-11 516 0 0,-16 1-468 0 0,0 0-1 0 0,-1 0 1 0 0,0 0 0 0 0,-1-1-1 0 0,0 0-46 0 0,18-41 61 0 0,63-108-49 0 0,-16 31 50 0 0,11-7-63 0 0,-57 111 0 0 0,15-10 0 0 0,-36 34 0 0 0,-1-1 0 0 0,1 1 0 0 0,-1 0 0 0 0,0 0 0 0 0,1 0 0 0 0,-1-1 0 0 0,1 1 0 0 0,-1 0 0 0 0,1 0 0 0 0,-1 0 0 0 0,1 0 0 0 0,-1 0 0 0 0,1 0 0 0 0,-1 0 0 0 0,0 0 0 0 0,1 0 0 0 0,-1 0 0 0 0,1 0 0 0 0,-1 0 0 0 0,1 1 0 0 0,-1-1 0 0 0,1 0 0 0 0,-1 0 0 0 0,0 0 0 0 0,1 0 0 0 0,-1 1 0 0 0,1-1 0 0 0,-1 0 0 0 0,0 1 0 0 0,1-1 0 0 0,-1 0 0 0 0,0 1 0 0 0,1-1 0 0 0,-1 0 0 0 0,0 1 0 0 0,0-1 0 0 0,1 0 0 0 0,-1 1 0 0 0,0-1 0 0 0,0 1 0 0 0,0-1 0 0 0,1 1 0 0 0,-1-1 0 0 0,0 0 0 0 0,0 1 0 0 0,0-1 0 0 0,0 1 0 0 0,0-1 0 0 0,0 1 0 0 0,8 22 0 0 0,-6-4 23 0 0,0-1-1 0 0,-2 0 0 0 0,0 1 0 0 0,-1-1 0 0 0,-1 0 0 0 0,0 0 0 0 0,-1 0 0 0 0,-2 0 0 0 0,-3 11-22 0 0,-11 63 97 0 0,1 34 47 0 0,-11 28-144 0 0,22-103-10 0 0,-3 10-454 0 0,4-46 186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57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1 18343 0 0,'-3'3'838'0'0,"-12"15"-609"0"0,1 1 0 0 0,1 1 0 0 0,0 0 1 0 0,2 0-1 0 0,-8 20-229 0 0,-41 116-315 0 0,35-86-588 0 0,-14 24 903 0 0,34-81-450 0 0,1 0-1 0 0,0 1 1 0 0,1-1 0 0 0,1 1 0 0 0,-1 8 450 0 0,-2 9-1634 0 0,-1 0-78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57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511 10 13824 0 0,'15'-8'1430'0'0,"-5"6"-1260"0"0,-9 2 486 0 0,-1 0 197 0 0,-3 0-777 0 0,0 0 1 0 0,0 1-1 0 0,-1-1 1 0 0,1 1 0 0 0,0-1-1 0 0,0 1 1 0 0,0 0-1 0 0,0 0 1 0 0,0 1-1 0 0,0-1 1 0 0,0 0-1 0 0,0 1 1 0 0,0 0 0 0 0,1 0-1 0 0,-1 0 1 0 0,0 0-1 0 0,1 0 1 0 0,0 0-1 0 0,0 1 1 0 0,-1-1 0 0 0,1 1-1 0 0,1 0 1 0 0,-1-1-1 0 0,0 1 1 0 0,1 0-1 0 0,-1 1-76 0 0,-4 10-73 0 0,1 1 1 0 0,0 0-1 0 0,1 0 0 0 0,1 0 0 0 0,0 6 73 0 0,-9 33 144 0 0,-19 27-144 0 0,17-47 0 0 0,1 0 0 0 0,0 11 0 0 0,-23 79-44 0 0,-10 38 16 0 0,29-98-22 0 0,-3-1 0 0 0,-19 37 50 0 0,-16 49-188 0 0,9-20 67 0 0,18-52 680 0 0,3 2-1 0 0,3 3-558 0 0,0 34-1630 0 0,21-116 1635 0 0,1 0 1 0 0,0 0 0 0 0,0 0 0 0 0,0 0-1 0 0,0 0 1 0 0,0 0 0 0 0,0 1-1 0 0,0-1 1 0 0,0 0 0 0 0,0 0-1 0 0,-1 0 1 0 0,1 0 0 0 0,0 0-1 0 0,0 1 1 0 0,0-1 0 0 0,0 0-1 0 0,0 0 1 0 0,0 0 0 0 0,0 0-1 0 0,0 1 1 0 0,0-1 0 0 0,0 0-1 0 0,0 0 1 0 0,0 0 0 0 0,0 0-1 0 0,0 0 1 0 0,0 1 0 0 0,1-1-1 0 0,-1 0 1 0 0,0 0 0 0 0,0 0 0 0 0,0 0-1 0 0,0 0 1 0 0,0 1 0 0 0,0-1-1 0 0,0 0 1 0 0,0 0 0 0 0,0 0-1 0 0,1 0 1 0 0,-1 0 0 0 0,0 0-1 0 0,0 0 1 0 0,0 1 0 0 0,0-1-1 0 0,0 0 1 0 0,0 0 0 0 0,1 0-1 0 0,-1 0 1 0 0,0 0 0 0 0,0 0-1 0 0,0 0 1 0 0,0 0 0 0 0,1 0-1 0 0,-1 0 1 0 0,0 0 0 0 0,0 0 0 0 0,0 0-1 0 0,0 0 1 0 0,0 0 0 0 0,1 0-1 0 0,-1 0 1 0 0,0 0 0 0 0,0 0-1 0 0,0 0 1 0 0,0 0-6 0 0,13-12 185 0 0,9-25 55 0 0,47-132 960 0 0,53-91-1200 0 0,-78 186 74 0 0,3 1 0 0 0,3 3-1 0 0,24-24-73 0 0,-51 65 19 0 0,9-8 17 0 0,2 2 0 0 0,24-19-36 0 0,-48 47-45 0 0,0 0-1 0 0,0 1 1 0 0,0 0-1 0 0,0 1 1 0 0,1 0-1 0 0,0 0 1 0 0,0 2-1 0 0,1-1 1 0 0,-1 1-1 0 0,1 1 0 0 0,-1 0 1 0 0,1 0-1 0 0,0 2 1 0 0,0-1-1 0 0,0 1 1 0 0,-1 1-1 0 0,1 0 1 0 0,0 1-1 0 0,8 2 46 0 0,4 4-859 0 0,-6 5-33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2:58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20071 0 0,'0'0'440'0'0,"0"0"88"0"0,0 0 16 0 0,0 0 32 0 0,0 0-464 0 0,0 0-112 0 0,0 0 0 0 0,0 0-5919 0 0,0 0-1217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9:42.3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1 14712 0 0,'0'0'648'0'0,"0"0"144"0"0,-10 0-632 0 0,4 0-160 0 0,6 0 0 0 0,-16 0 0 0 0,16 0 104 0 0,-6 4-9 0 0,6-4 1 0 0,0 0 0 0 0,-10 10-663 0 0,10-10-137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6:54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1457 1 2760 0 0,'39'0'479'0'0,"-40"0"590"0"0,1 0 3156 0 0,4 0-3618 0 0,-8 1-490 0 0,1 1 1 0 0,0 0-1 0 0,0-1 0 0 0,0 1 1 0 0,0 0-1 0 0,1 1 1 0 0,-1-1-1 0 0,0 1 0 0 0,1-1 1 0 0,-2 2-118 0 0,-5 5 132 0 0,4-4-76 0 0,1 0-1 0 0,0 0 1 0 0,0 0-1 0 0,0 1 1 0 0,0-1-1 0 0,1 1 0 0 0,0 0 1 0 0,1 0-1 0 0,-1 0 1 0 0,0 2-56 0 0,-12 27 320 0 0,10-25-197 0 0,-1-1 1 0 0,1 0-1 0 0,-2 0 1 0 0,1 0-1 0 0,-1-1 1 0 0,0 0-1 0 0,-3 2-123 0 0,5-4 80 0 0,1-1 0 0 0,-1 0 1 0 0,1 1-1 0 0,1 0 0 0 0,-1 0 0 0 0,1 0 0 0 0,0 0-80 0 0,-21 33 422 0 0,-5-8 62 0 0,2 2 0 0 0,2 1 0 0 0,0 2 0 0 0,-16 32-484 0 0,-3-8 332 0 0,35-49-245 0 0,-1 1-1 0 0,1 0 0 0 0,1 0 0 0 0,-5 9-86 0 0,6-9 38 0 0,0-1 0 0 0,-2 0 0 0 0,1 0 0 0 0,-1-1-1 0 0,-1 0 1 0 0,-3 2-38 0 0,0 1 51 0 0,0 0-1 0 0,1 1 1 0 0,-10 15-51 0 0,-7 11 75 0 0,-2-1 1 0 0,-2-2 0 0 0,-1-1-76 0 0,-23 27 188 0 0,-207 255 676 0 0,186-224-587 0 0,44-55 14 0 0,-27 40-291 0 0,-6 33 187 0 0,33-61-133 0 0,25-38-38 0 0,0 0 0 0 0,1 1 0 0 0,0 0-1 0 0,-3 7-15 0 0,8-14 1 0 0,0-1 1 0 0,-1-1-1 0 0,1 1 0 0 0,-1 0 0 0 0,0-1 0 0 0,-3 3-1 0 0,3-4 6 0 0,0 0-1 0 0,1 1 1 0 0,0-1 0 0 0,-1 1 0 0 0,2 0-1 0 0,-1 0 1 0 0,0 0 0 0 0,1 0 0 0 0,0 0-1 0 0,0 2-5 0 0,1-4 5 0 0,0 0 0 0 0,0 0 0 0 0,0 0 0 0 0,0 0 0 0 0,-1-1-1 0 0,1 1 1 0 0,-1 0 0 0 0,0 0 0 0 0,0-1 0 0 0,0 1-1 0 0,0-1 1 0 0,-1 1-5 0 0,-24 31 25 0 0,25-32-19 0 0,1 1-1 0 0,-1-2 1 0 0,0 1 0 0 0,0 0-1 0 0,0 0 1 0 0,0-1 0 0 0,0 1-1 0 0,0-1 1 0 0,0 1 0 0 0,0-1-1 0 0,-3 1-5 0 0,-11 8 82 0 0,14-8-13 0 0,16 5 790 0 0,-25-6-138 0 0,11-1-721 0 0,0 0 0 0 0,0 0-1 0 0,0 0 1 0 0,-1 0 0 0 0,1 0-1 0 0,0 0 1 0 0,0 0 0 0 0,-1-1-1 0 0,1 1 1 0 0,0 0 0 0 0,0 0-1 0 0,0 0 1 0 0,-1 0 0 0 0,1 0-1 0 0,0 0 1 0 0,0 0 0 0 0,0-1-1 0 0,0 1 1 0 0,-1 0 0 0 0,1 0-1 0 0,0 0 1 0 0,0 0 0 0 0,0 0 0 0 0,0-1-1 0 0,0 1 1 0 0,-1 0 0 0 0,1 0-1 0 0,0 0 1 0 0,0-1 0 0 0,0 1-1 0 0,0 0 1 0 0,0 0 0 0 0,0-1-1 0 0,0 1 1 0 0,0 0 0 0 0,0 0-1 0 0,0 0 1 0 0,0-1 0 0 0,0 1-1 0 0,0 0 1 0 0,0 0 0 0 0,0 0-1 0 0,0-1 1 0 0,5-13-22 0 0,11-11 60 0 0,-15 23-29 0 0,1 0 0 0 0,-1 0 0 0 0,0 0 0 0 0,0 0 0 0 0,1 0 0 0 0,-1 0 0 0 0,-1 0 0 0 0,1-1 0 0 0,0 1 0 0 0,-1 0 1 0 0,1-1-1 0 0,-1 1 0 0 0,1 0 0 0 0,-1-1 0 0 0,0 1 0 0 0,0-1-9 0 0,0-1 14 0 0,0 1 0 0 0,1 0-1 0 0,-1-1 1 0 0,1 1 0 0 0,0 0 0 0 0,0 0 0 0 0,0-1 0 0 0,0 1-1 0 0,0 0 1 0 0,1 0 0 0 0,-1 0-14 0 0,0 2 7 0 0,0-1-1 0 0,-1 1 1 0 0,1-1-1 0 0,-1 1 1 0 0,0-1-1 0 0,1 0 1 0 0,-1 1-1 0 0,0-1 1 0 0,0 0-1 0 0,0 1 1 0 0,0-1-1 0 0,0 1 1 0 0,0-1-1 0 0,-1 0 1 0 0,1 1-1 0 0,0-1 1 0 0,-1 1-1 0 0,0-1 1 0 0,1 1-1 0 0,-1-1 1 0 0,0 1 0 0 0,0-2-7 0 0,0 1 3 0 0,0 0 1 0 0,0-1-1 0 0,0 1 1 0 0,0-1-1 0 0,0 1 1 0 0,1-1-1 0 0,-1 1 1 0 0,1-1 0 0 0,0 1-1 0 0,0-1 1 0 0,0 1-1 0 0,0-1 1 0 0,0 0-1 0 0,1 0-3 0 0,0-2 6 0 0,0 0-1 0 0,-1 1 0 0 0,1-1 0 0 0,-1 0 1 0 0,0 0-1 0 0,-1 0 0 0 0,1 0 0 0 0,-1 0 1 0 0,0 1-1 0 0,0-1 0 0 0,0 0 0 0 0,0 0 1 0 0,-1 1-1 0 0,-1-4-5 0 0,0 3 7 0 0,1-1 1 0 0,0 0-1 0 0,1 0 0 0 0,-1 0 1 0 0,1-1-1 0 0,1 1 1 0 0,-1-2-8 0 0,1-1 1 0 0,-1 0 0 0 0,0 1 0 0 0,0-1 0 0 0,-1 0 1 0 0,0 1-1 0 0,0-1 0 0 0,-1 1 0 0 0,0 0 0 0 0,-3-4-1 0 0,6 11 0 0 0,-1-2 0 0 0,0 0 0 0 0,0 0 0 0 0,0 0 0 0 0,1-1 0 0 0,-1 1 0 0 0,1 0 0 0 0,0 0 0 0 0,0 0 0 0 0,0-1 0 0 0,0 1 0 0 0,1 0 0 0 0,-1 0 0 0 0,1 0 0 0 0,0 0 0 0 0,0 0 0 0 0,0 0 0 0 0,0 0 0 0 0,1 0 0 0 0,-1-1 0 0 0,1 0 0 0 0,0 0 0 0 0,0-1 0 0 0,-1 1 0 0 0,0-1 0 0 0,0 1 0 0 0,0-1 0 0 0,0 1 0 0 0,-1-3 0 0 0,-1-16 0 0 0,0 20 0 0 0,1 1 0 0 0,-1-1 0 0 0,1 1 0 0 0,0 0 0 0 0,0-1 0 0 0,1 1 0 0 0,-1-1 0 0 0,0 1 0 0 0,1-1 0 0 0,-1 1 0 0 0,1 0 0 0 0,0-1 0 0 0,0 1 0 0 0,0 0 0 0 0,0 0 0 0 0,0 0 0 0 0,0 0 0 0 0,1 0 0 0 0,-1 0 0 0 0,2-2 0 0 0,15-35 0 0 0,-17 35 0 0 0,0 0 0 0 0,0 0 0 0 0,1 0 0 0 0,-1 1 0 0 0,1-1 0 0 0,0 0 0 0 0,0 1 0 0 0,0-1 0 0 0,1 1 0 0 0,-1 0 0 0 0,1 0 0 0 0,0 0 0 0 0,0 0 0 0 0,0 0 0 0 0,0 0 0 0 0,5-1-4 0 0,-7 3 1 0 0,0 1 1 0 0,-1 0-1 0 0,1 0 0 0 0,0-1 1 0 0,0 1-1 0 0,0-1 1 0 0,0 1-1 0 0,0 0 0 0 0,0-1 1 0 0,0 0-1 0 0,-1 1 1 0 0,1-1-1 0 0,0 0 0 0 0,0 1 1 0 0,-1-1-1 0 0,1 0 1 0 0,0 0-1 0 0,-1 1 0 0 0,1-1 1 0 0,-1 0-1 0 0,1 0 0 0 0,-1 0 1 0 0,0 0-1 0 0,1 0 1 0 0,-1 0-1 0 0,0 0 0 0 0,1 0 1 0 0,-1 0-1 0 0,0 0 1 0 0,0 0-1 0 0,0 0 0 0 0,0 0 1 0 0,0 0 2 0 0,1 0-33 0 0,0 1 1 0 0,0-1 0 0 0,0 1-1 0 0,0-1 1 0 0,0 1 0 0 0,0 0 0 0 0,0-1-1 0 0,0 1 1 0 0,1 0 0 0 0,-1-1-1 0 0,0 1 1 0 0,0 0 0 0 0,0 0-1 0 0,0 0 1 0 0,1 0 0 0 0,-1 0-1 0 0,1 1 33 0 0,-4 42-770 0 0,-2 0 0 0 0,-4 22 770 0 0,7-60-28 0 0,1 1 1 0 0,0 0-1 0 0,0 0 0 0 0,1 0 0 0 0,-1-1 0 0 0,1 1 0 0 0,1 1 28 0 0,-1-2-21 0 0,0 0 0 0 0,0 1 0 0 0,0-1 0 0 0,-1 0 0 0 0,0 0 0 0 0,0 0 0 0 0,0 0 0 0 0,-1 1 0 0 0,0-1 0 0 0,0 1 21 0 0,-8 24-116 0 0,5-19 53 0 0,0 1 0 0 0,1 0 0 0 0,1 0-1 0 0,0 1 1 0 0,0-1 0 0 0,1 0-1 0 0,1 13 64 0 0,0-5-102 0 0,-1 1 0 0 0,-1-1 0 0 0,-3 14 102 0 0,2-22-31 0 0,1 1 0 0 0,0-1 0 0 0,1 1 0 0 0,0 0 0 0 0,1-1 0 0 0,0 1-1 0 0,1 0 1 0 0,1-1 0 0 0,0 1 0 0 0,2 5 31 0 0,8 4-43 0 0,-11-20 41 0 0,1 1-1 0 0,-1-1 1 0 0,1 0-1 0 0,-1 0 1 0 0,0 1-1 0 0,0-1 1 0 0,0 0-1 0 0,0 1 1 0 0,-1-1-1 0 0,1 1 1 0 0,-1-1-1 0 0,1 1 1 0 0,-1 0-1 0 0,0-1 1 0 0,0 1-1 0 0,0-1 1 0 0,0 1-1 0 0,-1 0 3 0 0,-8 25-60 0 0,8-25 54 0 0,0 0 1 0 0,-1 0 0 0 0,1 0-1 0 0,0 0 1 0 0,1 0 0 0 0,-1 1 0 0 0,1-1-1 0 0,-1 0 1 0 0,1 0 0 0 0,0 1-1 0 0,0-1 1 0 0,0 0 0 0 0,1 1-1 0 0,-1-1 1 0 0,1 0 0 0 0,0 0-1 0 0,0 1 6 0 0,-1-1 0 0 0,1 0 0 0 0,-1 0 0 0 0,0 0 0 0 0,0-1 0 0 0,0 1 0 0 0,-1 0 0 0 0,1 0 0 0 0,-1 0 0 0 0,1 0 0 0 0,-1 0 0 0 0,0 0 0 0 0,-1 1 0 0 0,-4 25 0 0 0,5-27 4 0 0,0 0-1 0 0,1 0 0 0 0,-1-1 0 0 0,0 1 1 0 0,0 0-1 0 0,0-1 0 0 0,0 1 1 0 0,0-1-1 0 0,0 1 0 0 0,0-1 0 0 0,0 1 1 0 0,-1-1-1 0 0,1 0 0 0 0,-1 0 0 0 0,1 0 1 0 0,-1 1-1 0 0,1-1 0 0 0,-1-1 0 0 0,0 1 1 0 0,1 0-1 0 0,-1 0 0 0 0,0-1 0 0 0,0 1 1 0 0,0-1-1 0 0,0 1-3 0 0,0-1 86 0 0,1 2-66 0 0,0-1-1 0 0,0 1 0 0 0,-1-1 1 0 0,1 0-1 0 0,0 0 0 0 0,-1 0 0 0 0,1 0 1 0 0,-1 0-1 0 0,1 0 0 0 0,-1 0 1 0 0,1 0-1 0 0,-1 0 0 0 0,0-1 0 0 0,1 1 1 0 0,-1 0-1 0 0,0-1 0 0 0,0 0-19 0 0,-7 4 136 0 0,7-3 16 0 0,-5-2 400 0 0,12-3-402 0 0,0 0 0 0 0,0 0 0 0 0,0 0 0 0 0,0-1 1 0 0,-1 1-1 0 0,3-5-150 0 0,18-18 271 0 0,5 2-113 0 0,-4 1 12 0 0,2 1 1 0 0,23-13-171 0 0,-4-4 107 0 0,-40 32-82 0 0,1 1-1 0 0,1 0 1 0 0,-1 0-1 0 0,8-5-24 0 0,-16 12 0 0 0,26-14 34 0 0,-1-1 0 0 0,0-2 0 0 0,-1-1 0 0 0,-1 0 0 0 0,-1-2 0 0 0,15-17-34 0 0,9-11 8 0 0,12-14 48 0 0,-24 25-25 0 0,-27 31-184 0 0,0-1 1 0 0,-1 0-1 0 0,0 0 0 0 0,0 0 1 0 0,-1-1-1 0 0,5-7 153 0 0,5-4-976 0 0,6 1-43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16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462 121 920 0 0,'0'0'235'0'0,"-38"-14"4522"0"0,29 11-4648 0 0,-20-18 841 0 0,27 19-817 0 0,0 0 0 0 0,0 0-1 0 0,0 0 1 0 0,0 1 0 0 0,0-1-1 0 0,-1 0 1 0 0,1 1 0 0 0,-1 0 0 0 0,1 0-1 0 0,-1-1 1 0 0,0 1 0 0 0,1 1-1 0 0,-1-1 1 0 0,0 0 0 0 0,0 1-1 0 0,-2-1-132 0 0,-7 1 212 0 0,-1 1 0 0 0,1 1-1 0 0,0-1 1 0 0,0 2 0 0 0,0 0-1 0 0,0 0 1 0 0,1 1 0 0 0,-11 5-212 0 0,6-3 36 0 0,-70 11 38 0 0,72-13 35 0 0,-18 13 145 0 0,28-17-243 0 0,-21 29 117 0 0,12-17-66 0 0,10-11-61 0 0,1 1 0 0 0,0-1 0 0 0,-1 1 0 0 0,1 0 1 0 0,0 0-1 0 0,0 0 0 0 0,0 1 0 0 0,0-1 0 0 0,0 0 1 0 0,1 1-1 0 0,-1-1 0 0 0,1 1 0 0 0,-1 0 0 0 0,1-1 1 0 0,-1 3-2 0 0,2-4 10 0 0,0-1 1 0 0,-1 1 0 0 0,1-1 0 0 0,0 1-1 0 0,0 0 1 0 0,-1-1 0 0 0,1 1 0 0 0,0 0-1 0 0,0-1 1 0 0,0 1 0 0 0,0 0 0 0 0,0-1-1 0 0,0 1 1 0 0,0 0 0 0 0,0-1 0 0 0,0 1-1 0 0,0 0 1 0 0,0-1 0 0 0,0 1 0 0 0,0 0-1 0 0,0-1 1 0 0,1 1 0 0 0,-1 0 0 0 0,0-1-1 0 0,1 1 1 0 0,-1-1 0 0 0,1 1-11 0 0,7 26 78 0 0,-8-26-85 0 0,0 0 0 0 0,0 0 1 0 0,0 0-1 0 0,0 0 0 0 0,0-1 0 0 0,0 1 1 0 0,1 0-1 0 0,-1 0 0 0 0,0 0 1 0 0,1 0-1 0 0,-1 0 0 0 0,1-1 1 0 0,-1 1-1 0 0,0 0 0 0 0,1 0 0 0 0,0-1 1 0 0,-1 1-1 0 0,1 0 0 0 0,-1-1 1 0 0,1 1-1 0 0,0-1 0 0 0,0 1 1 0 0,-1 0-1 0 0,2-1 7 0 0,-2 1-5 0 0,0-1 1 0 0,1 0 0 0 0,-1 0-1 0 0,0 0 1 0 0,0 0-1 0 0,1 0 1 0 0,-1 1-1 0 0,0-1 1 0 0,0 0-1 0 0,0 0 1 0 0,1 1-1 0 0,-1-1 1 0 0,0 0 0 0 0,0 0-1 0 0,0 1 1 0 0,0-1-1 0 0,0 0 1 0 0,1 0-1 0 0,-1 1 1 0 0,0-1-1 0 0,0 0 1 0 0,0 1 0 0 0,0-1-1 0 0,0 0 1 0 0,0 0-1 0 0,0 1 1 0 0,0-1-1 0 0,0 0 1 0 0,0 1-1 0 0,0-1 1 0 0,0 0 0 0 0,0 0-1 0 0,0 1 1 0 0,0-1-1 0 0,-1 0 1 0 0,1 1-1 0 0,0-1 1 0 0,0 0-1 0 0,0 0 1 0 0,0 1 0 0 0,0-1-1 0 0,-1 0 1 0 0,1 0 4 0 0,3 5-115 0 0,-2-5 115 0 0,0 1 0 0 0,0-1 0 0 0,0 0 0 0 0,0 1 0 0 0,0-1 0 0 0,0 1 0 0 0,-1 0 0 0 0,1-1 1 0 0,0 1-1 0 0,0 0 0 0 0,0-1 0 0 0,0 1 0 0 0,-1 0 0 0 0,1 0 0 0 0,0 0 0 0 0,-1 0 0 0 0,1-1 1 0 0,-1 1-1 0 0,1 0 0 0 0,-1 0 0 0 0,1 0 0 0 0,-1 0 0 0 0,0 0 0 0 0,0 0 0 0 0,1 1 0 0 0,-1-1 1 0 0,0 0-1 0 0,0 0 0 0 0,18 42 0 0 0,-10-30 0 0 0,-5-8 0 0 0,0-1-1 0 0,1 0 1 0 0,-1 0 0 0 0,1 0 0 0 0,-1 0 0 0 0,1 0 0 0 0,0-1 0 0 0,1 0 0 0 0,0 1 0 0 0,28 20 11 0 0,-1 7 157 0 0,-30-29-159 0 0,0 0 1 0 0,0 0-1 0 0,0 0 0 0 0,0-1 1 0 0,0 1-1 0 0,0 0 1 0 0,1-1-1 0 0,-1 1 0 0 0,1-1 1 0 0,1 1-10 0 0,88 42 306 0 0,-61-33-186 0 0,-2 0-81 0 0,1 1 1 0 0,-1 1-1 0 0,10 8-39 0 0,-28-18 17 0 0,0 1 0 0 0,1-1 1 0 0,-1-1-1 0 0,1 0 0 0 0,-1 0 1 0 0,1-1-1 0 0,0-1 0 0 0,0 0-17 0 0,87-6 187 0 0,-70 3-124 0 0,1 0 0 0 0,0 3 0 0 0,0 0 0 0 0,0 2 1 0 0,0 1-1 0 0,15 4-63 0 0,-10 0 52 0 0,1-2 1 0 0,0-2 0 0 0,0-1-1 0 0,0-2 1 0 0,0-2 0 0 0,13-2-53 0 0,46-6 125 0 0,-32 3 172 0 0,36 1-297 0 0,148-8 38 0 0,-150 15-31 0 0,-9 1 29 0 0,1-4 1 0 0,38-8-37 0 0,-32-1 136 0 0,-31 5 40 0 0,-1-3 0 0 0,17-6-176 0 0,3-3 100 0 0,0 3 0 0 0,3 3-100 0 0,-65 10 1 0 0,62-7 69 0 0,0-4-1 0 0,4-4-69 0 0,0-19 172 0 0,-86 36-165 0 0,0 0 1 0 0,1 0 0 0 0,-1 0 0 0 0,0-1 0 0 0,0 1-1 0 0,0 0 1 0 0,0-1 0 0 0,1 1 0 0 0,-1-1 0 0 0,0 0 0 0 0,0 1-1 0 0,0-1 1 0 0,0 0 0 0 0,0 1 0 0 0,0-1 0 0 0,-1 0-1 0 0,1 0 1 0 0,0 0 0 0 0,0 0 0 0 0,0 0 0 0 0,0-1-8 0 0,6-6 17 0 0,-2 5 7 0 0,-4 3-20 0 0,0 0 0 0 0,1 0 0 0 0,-1-1-1 0 0,0 1 1 0 0,-1 0 0 0 0,1-1 0 0 0,0 1 0 0 0,0 0 0 0 0,0-1-1 0 0,0 0 1 0 0,0 1 0 0 0,0-1 0 0 0,0 1 0 0 0,-1-1 0 0 0,1 0-1 0 0,0 0 1 0 0,0 1 0 0 0,-1-1 0 0 0,1 0 0 0 0,-1 0 0 0 0,1 0 0 0 0,-1 0-1 0 0,1 0 1 0 0,-1 0 0 0 0,1 0 0 0 0,-1 0 0 0 0,0 0 0 0 0,0 0-1 0 0,1 0 1 0 0,-1 0 0 0 0,0 0 0 0 0,0 0 0 0 0,0 0 0 0 0,0 0 0 0 0,0-1-4 0 0,19-12 140 0 0,-18 13-134 0 0,-1 0 0 0 0,1 0 1 0 0,0 1-1 0 0,-1-1 0 0 0,1 0 1 0 0,0 0-1 0 0,-1 0 1 0 0,1 0-1 0 0,-1 0 0 0 0,1 0 1 0 0,-1 0-1 0 0,0 0 1 0 0,1 0-1 0 0,-1 0 0 0 0,0 0 1 0 0,0 0-1 0 0,1 0 0 0 0,-1 0 1 0 0,0 0-1 0 0,0 0 1 0 0,0 0-1 0 0,-1 0 0 0 0,1 0 1 0 0,0 0-1 0 0,0 0 1 0 0,0 0-1 0 0,-1-1-6 0 0,1 1 11 0 0,-1-1 0 0 0,1 0 0 0 0,0 0 0 0 0,0 0 0 0 0,0 1 1 0 0,0-1-1 0 0,0 0 0 0 0,0 0 0 0 0,0 1 0 0 0,1-1 0 0 0,-1 0 0 0 0,1 0 0 0 0,-1 1 1 0 0,1-1-1 0 0,0 0 0 0 0,0 1 0 0 0,0-2-11 0 0,0 1 19 0 0,0 1 0 0 0,0-1 0 0 0,-1 1 0 0 0,1-1 0 0 0,-1 1 0 0 0,1-1 0 0 0,-1 0 0 0 0,1 1 0 0 0,-1-1 0 0 0,0 1 0 0 0,0-1 0 0 0,0 0 0 0 0,0-1-19 0 0,0 1 19 0 0,0 0 0 0 0,0 0 1 0 0,0 0-1 0 0,0 1 0 0 0,0-1 0 0 0,1 0 0 0 0,-1 0 0 0 0,1 0 0 0 0,-1 1 0 0 0,1-1 1 0 0,0 0-1 0 0,0 0 0 0 0,0 0-19 0 0,4-5 14 0 0,-4 6-14 0 0,0 0 0 0 0,0 1 1 0 0,-1-1-1 0 0,1 0 0 0 0,0 1 0 0 0,-1-1 1 0 0,1 0-1 0 0,-1 0 0 0 0,1 0 0 0 0,-1 0 0 0 0,1 0 1 0 0,-1 1-1 0 0,0-1 0 0 0,1 0 0 0 0,-1 0 0 0 0,0 0 1 0 0,0 0-1 0 0,0 0 0 0 0,0 0 0 0 0,0 0 0 0 0,0 0 1 0 0,0 0-1 0 0,0 0 0 0 0,0 0 0 0 0,0 0 0 0 0,0 0 1 0 0,-1 0-1 0 0,1 0 0 0 0,0 0 0 0 0,-1 0 0 0 0,1 0 1 0 0,-1 0-1 0 0,1 1 0 0 0,-1-1 0 0 0,1 0 0 0 0,-1 0 1 0 0,1 0-1 0 0,-1 1 0 0 0,0-1 0 0 0,0 0 1 0 0,0 1-1 0 0,1-1 0 0 0,-1 1 0 0 0,1-1 0 0 0,0 1 0 0 0,-1-1 0 0 0,1 1 0 0 0,0-1 0 0 0,-1 0 0 0 0,1 1 0 0 0,0-1 0 0 0,0 1 0 0 0,0-1 0 0 0,-1 0 0 0 0,1 1 0 0 0,0-1 0 0 0,0 1 0 0 0,0-1 0 0 0,0 0 0 0 0,0 1 0 0 0,0-1 0 0 0,0 0 0 0 0,0 1 0 0 0,0-1 0 0 0,0 0 0 0 0,1 1 0 0 0,-1-1 0 0 0,0 1 0 0 0,0-1 0 0 0,1 0 0 0 0,-1 0 0 0 0,0 1 0 0 0,0-1 0 0 0,1 0 0 0 0,-1 1 0 0 0,0-1 0 0 0,0 0 0 0 0,0 0 0 0 0,0 1 0 0 0,0-1 0 0 0,0 0 0 0 0,0 0 0 0 0,0 1 0 0 0,-1-1 0 0 0,1 0 0 0 0,0 0 0 0 0,0 1 0 0 0,0-1 0 0 0,-1 0 0 0 0,1 1 0 0 0,0-1 0 0 0,-1 0 0 0 0,-6-8 4 0 0,-1 1 1 0 0,-1 0 0 0 0,1 0 0 0 0,-1 0-1 0 0,0 1 1 0 0,-1 0 0 0 0,0 1 0 0 0,-3-1-5 0 0,-17-13 26 0 0,25 17-27 0 0,1 1 1 0 0,0 0-1 0 0,-1 1 1 0 0,1-1-1 0 0,-1 1 1 0 0,1 0 0 0 0,-1 0-1 0 0,1 0 1 0 0,-1 0 0 0 0,-35-8 68 0 0,19 0-68 0 0,-1 1 0 0 0,0 1 0 0 0,-1 1 0 0 0,1 1 0 0 0,-1 2 0 0 0,0 0 0 0 0,-12 0 0 0 0,-51 2 4 0 0,23 0 16 0 0,0 2 0 0 0,1 2 0 0 0,-26 7-20 0 0,-83 9-72 0 0,102-11 72 0 0,-66-1 0 0 0,17-2 0 0 0,-85 17 0 0 0,131-8 0 0 0,-53 17 0 0 0,6-5 0 0 0,-83 10 0 0 0,113-30 0 0 0,0-4 0 0 0,0-3 0 0 0,-26-7 0 0 0,94 5 0 0 0,0-1 0 0 0,1 0 0 0 0,-1-2 0 0 0,-10-5 0 0 0,-39-10 0 0 0,25 12 1 0 0,0 1 0 0 0,0 3 1 0 0,0 1-1 0 0,-1 3 0 0 0,-20 2-1 0 0,53 2-1233 0 0,10-2-4148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01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1821 469 1376 0 0,'2'0'107'0'0,"6"-3"95"0"0,-6 2 737 0 0,-2 1 314 0 0,0 0 57 0 0,0 0-116 0 0,0 0-546 0 0,0 0-243 0 0,0 0-49 0 0,0 0-16 0 0,0 0-24 0 0,0 0-292 0 0,-1 1-1 0 0,1-1 0 0 0,0 0 0 0 0,-1 0 1 0 0,1-1-1 0 0,0 1 0 0 0,-1 0 0 0 0,1 0 0 0 0,0 0 1 0 0,0 0-1 0 0,-1 0 0 0 0,1 0 0 0 0,0 0 1 0 0,0 0-1 0 0,-1-1 0 0 0,1 1 0 0 0,0 0 0 0 0,0 0 1 0 0,-1 0-1 0 0,1 0 0 0 0,0-1 0 0 0,0 1 1 0 0,0 0-1 0 0,-1 0 0 0 0,1-1 0 0 0,0 1 0 0 0,0 0 1 0 0,0 0-1 0 0,0-1 0 0 0,0 1 0 0 0,-1 0 1 0 0,1 0-1 0 0,0-1 0 0 0,0 1 0 0 0,0 0 1 0 0,0-1-1 0 0,0 1 0 0 0,0 0 0 0 0,0-1 0 0 0,0 1 1 0 0,0 0-1 0 0,0 0 0 0 0,0-1 0 0 0,0 1 1 0 0,0 0-1 0 0,1-1 0 0 0,-1 1 0 0 0,0 0 0 0 0,0 0-23 0 0,0-1 18 0 0,0 1 0 0 0,0-1 0 0 0,1 1 0 0 0,-1-1 0 0 0,0 1-1 0 0,0 0 1 0 0,0-1 0 0 0,0 1 0 0 0,0-1 0 0 0,0 1 0 0 0,0-1 0 0 0,0 1-1 0 0,0-1 1 0 0,0 1 0 0 0,0 0 0 0 0,-1-1 0 0 0,1 1 0 0 0,0-1-1 0 0,0 1 1 0 0,0 0 0 0 0,0-1 0 0 0,-1 1 0 0 0,1-1 0 0 0,0 1-1 0 0,0 0 1 0 0,-1-1 0 0 0,1 1 0 0 0,0 0 0 0 0,-1-1 0 0 0,1 1-18 0 0,-2-1 234 0 0,2 1-54 0 0,0-4-124 0 0,-1 1-1 0 0,1 0 1 0 0,-1-1-1 0 0,0 1 1 0 0,0 0-1 0 0,0 0 0 0 0,0 0 1 0 0,-1 0-1 0 0,1 0 1 0 0,-3-3-56 0 0,-6-17 167 0 0,10 23-161 0 0,0-1 1 0 0,0 0 0 0 0,0 1-1 0 0,-1-1 1 0 0,1 1 0 0 0,0-1-1 0 0,0 1 1 0 0,-1-1 0 0 0,1 1-1 0 0,0-1 1 0 0,-1 0 0 0 0,1 1-1 0 0,0 0 1 0 0,-1-1-1 0 0,1 1 1 0 0,-1-1 0 0 0,1 1-1 0 0,-1 0 1 0 0,1-1 0 0 0,-1 1-1 0 0,1 0 1 0 0,-1-1 0 0 0,1 1-1 0 0,-1 0 1 0 0,0 0 0 0 0,1-1-1 0 0,-1 1 1 0 0,0 0-7 0 0,1 0 5 0 0,-1 0 0 0 0,1 0 0 0 0,-1 0 0 0 0,1 0 0 0 0,0-1 0 0 0,-1 1 0 0 0,1 0 0 0 0,-1 0 0 0 0,1 0 0 0 0,0-1 0 0 0,-1 1 1 0 0,1 0-1 0 0,-1 0 0 0 0,1-1 0 0 0,0 1 0 0 0,-1 0 0 0 0,1-1 0 0 0,0 1 0 0 0,0 0 0 0 0,-1-1 0 0 0,1 1 0 0 0,0-1 0 0 0,0 1 0 0 0,0-1 0 0 0,-1 1 0 0 0,1 0 0 0 0,0-1 0 0 0,0 1 0 0 0,0-1 0 0 0,0 1 0 0 0,0-1 0 0 0,0 1 1 0 0,0-1-1 0 0,0 1 0 0 0,0-1 0 0 0,0 1-5 0 0,-1-2 20 0 0,1 1 0 0 0,-1-1 1 0 0,0 0-1 0 0,0 1 1 0 0,0 0-1 0 0,0-1 0 0 0,0 1 1 0 0,0 0-1 0 0,0-1 1 0 0,-1 1-1 0 0,1 0 0 0 0,0 0 1 0 0,-1 0-1 0 0,1 0 1 0 0,-1 0-1 0 0,1 1 0 0 0,-1-1-20 0 0,0 0 52 0 0,0 0-1 0 0,0-1 1 0 0,0 1-1 0 0,0 0 1 0 0,0-1-1 0 0,0 1 0 0 0,0-1 1 0 0,0 0-1 0 0,1 0 1 0 0,-1 1-1 0 0,1-1 1 0 0,0 0-1 0 0,-1 0 0 0 0,1-1 1 0 0,0 1-1 0 0,0 0 1 0 0,0 0-1 0 0,0 0 1 0 0,0-3-52 0 0,0 2 36 0 0,0 0 1 0 0,-1 0 0 0 0,1 0-1 0 0,-1 0 1 0 0,1 1 0 0 0,-1-1-1 0 0,0 0 1 0 0,0 1 0 0 0,0-1-1 0 0,0 1 1 0 0,-1 0-1 0 0,1 0 1 0 0,-3-2-37 0 0,-6-7 182 0 0,-5 0-20 0 0,14 9-140 0 0,0 1-1 0 0,0 0 1 0 0,0-1 0 0 0,0 1-1 0 0,0-1 1 0 0,0 1 0 0 0,1-1-1 0 0,-1 0 1 0 0,0 0 0 0 0,1 0-1 0 0,-1-1-21 0 0,-8-8 58 0 0,0 0 0 0 0,-1 1-1 0 0,-1 0 1 0 0,1 0-1 0 0,-1 1 1 0 0,-1 1 0 0 0,0 0-1 0 0,0 1 1 0 0,-6-3-58 0 0,-21-11 189 0 0,0 2-1 0 0,-1 1 1 0 0,0 2 0 0 0,-2 2-189 0 0,-18 0 434 0 0,1 4 1 0 0,-3 1-435 0 0,39 9 39 0 0,1 0 0 0 0,0 1 0 0 0,0 2 1 0 0,-1 0-1 0 0,-12 5-39 0 0,21-5 14 0 0,-14 4 54 0 0,0 1-1 0 0,1 2 0 0 0,-26 12-67 0 0,31-11 11 0 0,-1-1 0 0 0,-1-1 0 0 0,0-2 0 0 0,0 0-1 0 0,-19 2-10 0 0,34-7 0 0 0,0 0 0 0 0,0 1 0 0 0,0 0 0 0 0,1 0 0 0 0,-2 2 0 0 0,-27 9 0 0 0,-45 10 0 0 0,-67 31 0 0 0,76-28 0 0 0,54-22 0 0 0,0 2 0 0 0,1 0 0 0 0,0 1 0 0 0,0 2 0 0 0,1-1 0 0 0,0 2 0 0 0,1 0 0 0 0,0 2 0 0 0,-7 6 0 0 0,12-8 0 0 0,8-8 0 0 0,1 0 0 0 0,-1 1 0 0 0,0-1 0 0 0,1 1 0 0 0,-1 0 0 0 0,1-1 0 0 0,0 2 0 0 0,1-1 0 0 0,-1 0 0 0 0,1 0 0 0 0,-1 1 0 0 0,1 0 0 0 0,0-1 0 0 0,1 1 0 0 0,0 0 0 0 0,-1 0 0 0 0,1 4 0 0 0,-1-7-2 0 0,2-2 0 0 0,0 1 0 0 0,-1-1 0 0 0,1 1 0 0 0,0-1 0 0 0,-1 1 0 0 0,1-1 1 0 0,0 1-1 0 0,0-1 0 0 0,-1 1 0 0 0,1-1 0 0 0,0 1 0 0 0,0 0 0 0 0,0-1 0 0 0,0 1 0 0 0,0-1 0 0 0,0 1 0 0 0,0 0 0 0 0,0-1 1 0 0,0 1-1 0 0,0-1 0 0 0,0 1 0 0 0,0-1 0 0 0,0 1 0 0 0,0 0 0 0 0,0-1 0 0 0,1 1 0 0 0,-1-1 0 0 0,0 1 0 0 0,0-1 0 0 0,1 1 2 0 0,6 8-22 0 0,-7-8 19 0 0,1 0 0 0 0,-1 0 0 0 0,1 0 0 0 0,-1 0 0 0 0,1-1 1 0 0,-1 1-1 0 0,0 0 0 0 0,1 0 0 0 0,-1 0 0 0 0,0 0 0 0 0,0 0 0 0 0,0 0 0 0 0,0 0 0 0 0,0 0 1 0 0,0 0-1 0 0,0 0 0 0 0,0 0 0 0 0,0 0 0 0 0,0 0 0 0 0,0 0 3 0 0,-1 0 0 0 0,1 0 1 0 0,0 0-1 0 0,0 0 0 0 0,0 0 0 0 0,0 0 0 0 0,0 1 1 0 0,0-1-1 0 0,0 0 0 0 0,0 0 0 0 0,0 0 1 0 0,1 0-1 0 0,-1 0 0 0 0,0 0 0 0 0,1 0 1 0 0,-1-1-1 0 0,0 1 0 0 0,1 0 0 0 0,-1 0 0 0 0,1 0 0 0 0,7 8 0 0 0,1 0 1 0 0,-1-1-1 0 0,2 0 0 0 0,-1-1 0 0 0,1 0 0 0 0,1 0 0 0 0,6 5 0 0 0,2-1-2 0 0,15 13-60 0 0,-34-24 62 0 0,10 11 0 0 0,1 0 0 0 0,0-1 0 0 0,1 0 0 0 0,0-1 0 0 0,1-1 0 0 0,8 5 0 0 0,-8-5 0 0 0,0 0 0 0 0,-1 0 0 0 0,0 1 0 0 0,7 8-1 0 0,22 15 1 0 0,141 103 1 0 0,-165-123-1 0 0,-1-1 0 0 0,2-1 0 0 0,-1-1 0 0 0,1 0 0 0 0,1-1 0 0 0,0-1 0 0 0,15 4 0 0 0,101 39 0 0 0,-82-20 0 0 0,3-3 0 0 0,34 6 0 0 0,-57-20 0 0 0,-13-6 0 0 0,-1-1 0 0 0,1 0 0 0 0,16 1 0 0 0,-12-3-12 0 0,-9-2 24 0 0,1 0 1 0 0,-1 1 0 0 0,0 1-1 0 0,0 1 1 0 0,-1 0-1 0 0,5 3-12 0 0,-6-2 6 0 0,0 0-1 0 0,0-1 0 0 0,0 0 1 0 0,1-1-1 0 0,0-1 0 0 0,0 0 1 0 0,0 0-1 0 0,0-2 0 0 0,0 0 1 0 0,0 0-1 0 0,1-1 0 0 0,8-2-5 0 0,47-17 75 0 0,-5 12-22 0 0,-48 5-53 0 0,-7 1 0 0 0,0 1 0 0 0,0-1 0 0 0,1 1 0 0 0,-1 1 0 0 0,2 0 0 0 0,-9 0 6 0 0,1-1 0 0 0,-1 1-1 0 0,0-1 1 0 0,0 0-1 0 0,0 0 1 0 0,0 0 0 0 0,0 0-1 0 0,0-1 1 0 0,0 1-1 0 0,0-1 1 0 0,0 0-1 0 0,0 0-5 0 0,52-9-3 0 0,9 1 135 0 0,36-10-132 0 0,-55 10 60 0 0,-24 0-2 0 0,-19 8-51 0 0,-1 0-1 0 0,1 0 1 0 0,-1 0 0 0 0,1 0-1 0 0,-1 0 1 0 0,1 1 0 0 0,0-1-1 0 0,-1 1 1 0 0,1-1 0 0 0,0 1-1 0 0,0 0 1 0 0,-1 0-1 0 0,2-1-6 0 0,103-9 163 0 0,-96 10-139 0 0,17-2 5 0 0,1-5-29 0 0,20-6 13 0 0,-39 9 133 0 0,1 1-1 0 0,0 0 0 0 0,0 0 0 0 0,0 1 0 0 0,0 1 0 0 0,0 0 0 0 0,0 0 0 0 0,0 1 0 0 0,1 0 0 0 0,3 1-145 0 0,45 9-97 0 0,158 19-1190 0 0,-189-27 1306 0 0,-1-1 0 0 0,1-2 0 0 0,-1 0 0 0 0,1-2 0 0 0,-1-1 0 0 0,1-1 0 0 0,-2-2 0 0 0,19-6-19 0 0,26-27 510 0 0,-60 35-488 0 0,0 0 1 0 0,-1-1-1 0 0,1 0 0 0 0,-1-1 1 0 0,-1 0-1 0 0,0-1 0 0 0,0 0 1 0 0,4-4-23 0 0,16-14-9 0 0,-28 26 9 0 0,-1 0 0 0 0,0-1 0 0 0,1 1 0 0 0,-1 0 0 0 0,0 0 0 0 0,1-1 0 0 0,-1 1 0 0 0,0 0 0 0 0,0-1 0 0 0,1 1 0 0 0,-1 0 0 0 0,0-1 0 0 0,0 1 0 0 0,0 0 0 0 0,1-1 0 0 0,-1 1 0 0 0,0-1 0 0 0,0 1 0 0 0,0 0 0 0 0,0-1 0 0 0,0 1 0 0 0,0-1 0 0 0,0 1 0 0 0,0 0 0 0 0,0-1 0 0 0,0 1 0 0 0,0-1 0 0 0,0 1 0 0 0,0-1 0 0 0,0 1 0 0 0,0 0 0 0 0,0-1 0 0 0,-1 1 0 0 0,1 0 0 0 0,0-1 0 0 0,0 1 0 0 0,1-14 0 0 0,5 5 1 0 0,-5 9 0 0 0,0-1-1 0 0,-1 0 0 0 0,1 1 1 0 0,0-1-1 0 0,-1 0 0 0 0,1 0 1 0 0,-1 1-1 0 0,1-1 0 0 0,-1 0 1 0 0,1 0-1 0 0,-1 0 0 0 0,0 0 1 0 0,1 0-1 0 0,-1 1 1 0 0,0-1-1 0 0,0 0 0 0 0,1 0 1 0 0,-1 0-1 0 0,0 0 0 0 0,0 0 1 0 0,0 0-1 0 0,0 0 0 0 0,0 0 1 0 0,-1 0-1 0 0,1 0 0 0 0,0 0 1 0 0,0 0-1 0 0,-1 1 0 0 0,1-1 1 0 0,0 0-1 0 0,-1 0 0 0 0,1 0 1 0 0,-1 0-1 0 0,1 0 0 0 0,-1 1 1 0 0,1-1-1 0 0,-1 0 6 0 0,0 0 0 0 0,1-1 1 0 0,-1 1-1 0 0,1 0 0 0 0,0 0 0 0 0,-1 0 1 0 0,1-1-1 0 0,0 1 0 0 0,0 0 0 0 0,0 0 1 0 0,0-1-1 0 0,0 1 0 0 0,0 0 1 0 0,0 0-1 0 0,0-1 0 0 0,1 0-6 0 0,-1 0 4 0 0,1 1 0 0 0,-1-1 0 0 0,0 0 0 0 0,0 1 0 0 0,0-1-1 0 0,0 1 1 0 0,0-1 0 0 0,0 0 0 0 0,-1 1 0 0 0,1-1 0 0 0,-1 0 0 0 0,1 1 0 0 0,-1-1 0 0 0,1 1 0 0 0,-1-1-1 0 0,0 0-3 0 0,0 0 1 0 0,0 1 0 0 0,0 0 0 0 0,0-1-1 0 0,1 1 1 0 0,-1-1 0 0 0,0 1-1 0 0,1-1 1 0 0,0 0 0 0 0,-1 1-1 0 0,1-1 1 0 0,0 0 0 0 0,0 1 0 0 0,-1-1-1 0 0,1 0 1 0 0,1 1 0 0 0,-1-1-1 0 0,0 0 1 0 0,0 1 0 0 0,1-1-1 0 0,-1 1 1 0 0,1-1 0 0 0,-1 0 0 0 0,1 1-1 0 0,-1-1 1 0 0,1 1 0 0 0,0-1-1 0 0,0 1 0 0 0,0-1 3 0 0,0 1-1 0 0,0-1 1 0 0,-1 1-1 0 0,1-1 1 0 0,-1 0-1 0 0,1 0 1 0 0,-1 1-1 0 0,1-1 1 0 0,-1 0-1 0 0,0 0 1 0 0,0 1-1 0 0,0-1 1 0 0,0 0-1 0 0,0 0 1 0 0,0 0-1 0 0,0 1 1 0 0,-1-1-1 0 0,1 0-2 0 0,-35-88 124 0 0,34 88-120 0 0,0 0 1 0 0,1 0-1 0 0,-1 0 0 0 0,1 0 0 0 0,0-1 0 0 0,-1 1 0 0 0,1 0 0 0 0,0 0 0 0 0,0 0 0 0 0,1 0 0 0 0,-1-1 0 0 0,0 1 0 0 0,1-2-4 0 0,0 2 3 0 0,-1 0 0 0 0,1-1 0 0 0,-1 1 0 0 0,0 0 0 0 0,0 0 0 0 0,0 0 0 0 0,0-1 1 0 0,0 1-1 0 0,0 0 0 0 0,-1 0 0 0 0,1 0 0 0 0,-1-2-3 0 0,-6-10 18 0 0,0 0 0 0 0,-2 0 0 0 0,1 1 0 0 0,-1 0 0 0 0,-1 0 1 0 0,-1 1-1 0 0,1 1 0 0 0,-2 0 0 0 0,0 0 0 0 0,-2-1-18 0 0,-14-13 25 0 0,24 22-18 0 0,0 0 0 0 0,0 0 0 0 0,-1 1-1 0 0,1-1 1 0 0,-1 1 0 0 0,1 0-1 0 0,-1 1 1 0 0,0-1 0 0 0,-1 1-7 0 0,-29-14-1 0 0,9 0 14 0 0,0 0 0 0 0,-1 2 0 0 0,0 1 0 0 0,-1 2-1 0 0,-20-5-12 0 0,-40-10 64 0 0,-20 1-64 0 0,-12 0 0 0 0,50 12 0 0 0,-22-8 0 0 0,-51-9 0 0 0,70 20 18 0 0,0 3 0 0 0,-1 3 0 0 0,-39 5-18 0 0,35-1 5 0 0,1-4-1 0 0,-1-4-4 0 0,38 4 1 0 0,10 2-37 0 0,0 2 0 0 0,-1 1 0 0 0,1 2 0 0 0,0 1 0 0 0,-24 7 36 0 0,34-9-162 0 0,4-6 8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02.5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54 815 1376 0 0,'-13'0'-407'0'0,"-19"0"4926"0"0,29 0-4138 0 0,3 0-28 0 0,-1-1-268 0 0,1 0 0 0 0,-1 0 0 0 0,1 0 0 0 0,-1 0 0 0 0,1 0 0 0 0,-1 0 0 0 0,1 0 0 0 0,-1-1 0 0 0,1 1 0 0 0,0 0-1 0 0,0 0 1 0 0,0 0 0 0 0,-1-1 0 0 0,1 1 0 0 0,0 0 0 0 0,1 0 0 0 0,-1 0 0 0 0,0-1 0 0 0,0 1-85 0 0,4-5 264 0 0,0 1 1 0 0,0-1 0 0 0,-1 1 0 0 0,0-1-1 0 0,0 0 1 0 0,1-4-265 0 0,6-12 400 0 0,-9 21-362 0 0,0-1 0 0 0,0 0 1 0 0,-1 1-1 0 0,1-1 0 0 0,-1 1 1 0 0,0-1-1 0 0,1 0 0 0 0,-1 0 1 0 0,0 1-1 0 0,0-1 1 0 0,0 0-1 0 0,0 1 0 0 0,0-1 1 0 0,0 0-1 0 0,-1 0 0 0 0,1 0-38 0 0,1-24 555 0 0,11 3-212 0 0,-9 20-277 0 0,-1 0 1 0 0,0-1-1 0 0,0 1 1 0 0,0-1-1 0 0,-1 1 1 0 0,1-1-1 0 0,-1 0 1 0 0,0 1-1 0 0,0-1 1 0 0,0-3-67 0 0,31-109 1497 0 0,-29 90-1329 0 0,7-92 268 0 0,-10 112-428 0 0,1-1 0 0 0,0 0 0 0 0,0 0 1 0 0,1 1-1 0 0,0-1 0 0 0,0 0 0 0 0,1 1 0 0 0,0-1-8 0 0,12-43 34 0 0,-9 32-34 0 0,0 0 0 0 0,1 0 0 0 0,1 0 0 0 0,1 1 0 0 0,0 1 0 0 0,1-1 0 0 0,1 2 0 0 0,0-1 0 0 0,2 2 0 0 0,-1-1 0 0 0,2 2 0 0 0,6-6 0 0 0,-19 18 0 0 0,4-2 0 0 0,-1 0 0 0 0,1 0 0 0 0,0 1 0 0 0,0-1 0 0 0,0 1 0 0 0,0 0 0 0 0,4 0 0 0 0,-4 2-6 0 0,-1 1 0 0 0,0 0 0 0 0,0 0 0 0 0,0 0 0 0 0,0 0 0 0 0,0 1 0 0 0,0 0 0 0 0,-1-1 0 0 0,1 2 0 0 0,-1-1 1 0 0,1 0-1 0 0,-1 1 0 0 0,1-1 0 0 0,-1 1 0 0 0,0 0 0 0 0,0 0 0 0 0,-1 0 0 0 0,1 0 0 0 0,-1 1 0 0 0,1-1 0 0 0,-1 1 0 0 0,0 0 1 0 0,1 2 5 0 0,3 14 0 0 0,-1 0 0 0 0,0 1 0 0 0,-1 0 0 0 0,-2 0 0 0 0,1 14 0 0 0,-1-18 0 0 0,-2 150 0 0 0,0-132 0 0 0,0 0 0 0 0,-2-1 0 0 0,-4 17 0 0 0,3-28 0 0 0,-5 52-193 0 0,-4-2 1 0 0,-2 0-1 0 0,-4 2 193 0 0,9-36-4016 0 0,0-24-62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02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0 495 5984 0 0,'0'3'62'0'0,"0"0"1"0"0,0 0-1 0 0,1 0 1 0 0,-1 0-1 0 0,0 0 0 0 0,1 0 1 0 0,0 0-1 0 0,0 0 1 0 0,0 0-1 0 0,0 0 1 0 0,0 0-1 0 0,1-1 0 0 0,-1 1 1 0 0,1 0-1 0 0,0-1 1 0 0,-1 1-1 0 0,1-1 0 0 0,0 0 1 0 0,1 0-1 0 0,-1 1 1 0 0,0-1-1 0 0,1-1 1 0 0,-1 1-1 0 0,1 0 0 0 0,-1-1 1 0 0,1 1-1 0 0,0-1 1 0 0,0 0-1 0 0,-1 1 1 0 0,1-1-1 0 0,0-1 0 0 0,0 1 1 0 0,0 0-1 0 0,0-1 1 0 0,1 0-1 0 0,-1 0 1 0 0,0 1-1 0 0,0-2 0 0 0,0 1 1 0 0,0 0-1 0 0,0-1 1 0 0,0 1-1 0 0,0-1 1 0 0,0 0-1 0 0,0 0 0 0 0,0 0 1 0 0,-1 0-1 0 0,1-1 1 0 0,0 1-1 0 0,-1-1 1 0 0,1 0-1 0 0,-1 0 0 0 0,1 0 1 0 0,-1 0-1 0 0,0 0 1 0 0,2-2-63 0 0,5-8 259 0 0,0-1 0 0 0,-1 0 0 0 0,0-1 0 0 0,2-5-259 0 0,19-33 545 0 0,-13 26-326 0 0,-2-1 0 0 0,0 0-1 0 0,-2-1 1 0 0,0-4-219 0 0,36-75 290 0 0,-40 92-257 0 0,0 0-1 0 0,0 0 0 0 0,-1 0 0 0 0,-1-1 1 0 0,-1 0-1 0 0,0-1 0 0 0,-1 1 1 0 0,-1-1-1 0 0,0-2-32 0 0,-4 18 29 0 0,1 1 1 0 0,0-1-1 0 0,0 0 1 0 0,0 1-1 0 0,-1-1 1 0 0,1 0-1 0 0,0 1 1 0 0,0-1-1 0 0,-1 1 1 0 0,1-1-1 0 0,-1 0 0 0 0,1 1 1 0 0,-1-1-1 0 0,1 1 1 0 0,-1-1-1 0 0,1 1 1 0 0,-1 0-1 0 0,1-1 1 0 0,-1 1-1 0 0,1-1 1 0 0,-1 1-1 0 0,0 0 0 0 0,1-1 1 0 0,-1 1-1 0 0,0 0 1 0 0,1 0-1 0 0,-1 0 1 0 0,0-1-1 0 0,1 1 1 0 0,-1 0-1 0 0,0 0 1 0 0,1 0-1 0 0,-1 0 0 0 0,0 0 1 0 0,1 0-1 0 0,-1 0 1 0 0,0 1-1 0 0,0-1 1 0 0,1 0-1 0 0,-1 0 1 0 0,0 0-1 0 0,0 1-29 0 0,-27 10 382 0 0,14 6-368 0 0,0-1 1 0 0,1 1-1 0 0,1 1 1 0 0,0 1-1 0 0,1-1 1 0 0,0 5-15 0 0,5-11-1 0 0,1 1 0 0 0,1 0 0 0 0,0 0 1 0 0,0 1-1 0 0,1-1 0 0 0,1 1 1 0 0,0 0-1 0 0,1-1 0 0 0,1 1 1 0 0,0 4 0 0 0,-1 84 35 0 0,-1-76-30 0 0,1 0-1 0 0,2-1 1 0 0,0 1 0 0 0,2 0 0 0 0,1-1 0 0 0,1 3-5 0 0,4 7 0 0 0,-6-18 0 0 0,1-1 0 0 0,0 0 0 0 0,1-1 0 0 0,1 1 0 0 0,1-1 0 0 0,0 0 0 0 0,0-1 0 0 0,2 1 0 0 0,-1-1 0 0 0,2-1 0 0 0,9 10 0 0 0,-17-20-22 0 0,1 0 1 0 0,0 0 0 0 0,0-1 0 0 0,0 1 0 0 0,0-1 0 0 0,0 0 0 0 0,0 1-1 0 0,1-2 1 0 0,-1 1 0 0 0,1 0 0 0 0,0-1 0 0 0,-1 1 0 0 0,1-1-1 0 0,0 0 1 0 0,0 0 0 0 0,0-1 0 0 0,0 1 0 0 0,-1-1 0 0 0,1 0 0 0 0,0 0-1 0 0,0 0 1 0 0,2-1 21 0 0,-3 1-712 0 0,15-15-1208 0 0,-14 12 930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03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36 12840 0 0,'0'0'289'0'0,"-14"24"708"0"0,9-15-974 0 0,0 0 0 0 0,0 1 0 0 0,1-1 0 0 0,1 1 0 0 0,-1 0 0 0 0,2 0-1 0 0,-1 1 1 0 0,2-1 0 0 0,-1 0 0 0 0,1 1 0 0 0,1 0-23 0 0,-4 16 83 0 0,-6 31-58 0 0,2 0 0 0 0,3 0 0 0 0,2 52-25 0 0,4-99 0 0 0,-1-4 0 0 0,-1 1 0 0 0,2-1 0 0 0,-1 1 0 0 0,1-1 0 0 0,1 0 0 0 0,-1 1 0 0 0,1-1 0 0 0,0 0 0 0 0,1 0 0 0 0,0 0 0 0 0,0-1 0 0 0,0 1 0 0 0,2 1 0 0 0,-5-7 11 0 0,1 0 1 0 0,-1-1 0 0 0,1 1 0 0 0,0 0 0 0 0,-1 0 0 0 0,1-1 0 0 0,-1 1 0 0 0,1-1 0 0 0,0 1 0 0 0,0 0-1 0 0,-1-1 1 0 0,1 1 0 0 0,0-1 0 0 0,0 0 0 0 0,0 1 0 0 0,0-1 0 0 0,0 0 0 0 0,-1 1 0 0 0,1-1 0 0 0,0 0-1 0 0,0 0 1 0 0,0 0 0 0 0,0 0 0 0 0,0 0 0 0 0,0 0 0 0 0,0 0 0 0 0,0 0 0 0 0,0 0 0 0 0,0 0 0 0 0,-1-1-1 0 0,1 1 1 0 0,0 0 0 0 0,0-1 0 0 0,0 1 0 0 0,0 0 0 0 0,0-1 0 0 0,-1 1 0 0 0,1-1 0 0 0,0 1 0 0 0,0-1-1 0 0,-1 0 1 0 0,1 1 0 0 0,-1-1 0 0 0,1 0 0 0 0,0 1-12 0 0,0-2-19 0 0,4-1 81 0 0,0-1 1 0 0,0 0-1 0 0,0 0 0 0 0,-1-1 1 0 0,1 1-1 0 0,-1-1 1 0 0,0 0-1 0 0,0-1 1 0 0,-1 1-1 0 0,0 0 1 0 0,0-1-1 0 0,0 0 1 0 0,0 0-1 0 0,0-2-62 0 0,19-34-14 0 0,-19 38 14 0 0,-2 2 0 0 0,0 0 0 0 0,0 1 0 0 0,0-1 0 0 0,0 0 0 0 0,1 0 0 0 0,-1 0 0 0 0,0 1 0 0 0,1-1 0 0 0,0 1 0 0 0,-1-1 0 0 0,1 1 0 0 0,0 0 0 0 0,0 0 0 0 0,0 0 0 0 0,-1 0 0 0 0,1 0 0 0 0,0 0 0 0 0,1 0 0 0 0,-1 0 0 0 0,0 1 0 0 0,0-1 0 0 0,0 1 0 0 0,0 0 0 0 0,0-1 0 0 0,1 1 0 0 0,-1 0 0 0 0,2 1 0 0 0,-1 0 0 0 0,0 0 0 0 0,0 0 0 0 0,0 0 0 0 0,0 0 0 0 0,0 1 0 0 0,0-1 0 0 0,-1 1 0 0 0,1 0 0 0 0,0 0 0 0 0,-1 0 0 0 0,1 0 0 0 0,-1 1 0 0 0,0-1 0 0 0,0 0 0 0 0,0 1 0 0 0,0 0 0 0 0,1 1 0 0 0,20 21 0 0 0,8 10-61 0 0,-27-30 28 0 0,-1 0 0 0 0,1-1 0 0 0,0 1-1 0 0,1-1 1 0 0,-1 0 0 0 0,1 0 0 0 0,3 2 33 0 0,-6-5 24 0 0,1 1 0 0 0,0-1 0 0 0,0 0 0 0 0,0 0 0 0 0,0 0 0 0 0,0-1 1 0 0,0 1-1 0 0,1-1 0 0 0,-1 1 0 0 0,0-1 0 0 0,0 0 0 0 0,0 0 0 0 0,0-1 0 0 0,0 1 0 0 0,1-1 1 0 0,-1 1-1 0 0,0-1 0 0 0,0 0-24 0 0,5-2 179 0 0,-1 1 0 0 0,1-2 0 0 0,-1 1-1 0 0,1-1 1 0 0,-1 0 0 0 0,0 0 0 0 0,-1-1 0 0 0,1 0 0 0 0,-1 0 0 0 0,0-1 0 0 0,0 1 0 0 0,-1-1-1 0 0,1-1 1 0 0,0-1-179 0 0,11-17 238 0 0,-1 0-1 0 0,-2-1 0 0 0,5-11-237 0 0,25-42-662 0 0,-31 56 555 0 0,-1 1 0 0 0,-1-2-1 0 0,-1 1 1 0 0,5-23 107 0 0,13-27-1914 0 0,-6 11-204 0 0,-15 8-3196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04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7 728 4144 0 0,'0'0'191'0'0,"-2"1"-11"0"0,-3 5-143 0 0,5-5 114 0 0,0 1 1 0 0,0-1-1 0 0,0 0 1 0 0,0 0-1 0 0,0 1 1 0 0,1-1-1 0 0,-1 0 1 0 0,0 0-1 0 0,1 1 1 0 0,-1-1-1 0 0,1 0 1 0 0,-1 0-1 0 0,1 0 1 0 0,0 0-1 0 0,-1 0 1 0 0,1 1-1 0 0,0-1 1 0 0,0 0-1 0 0,0-1 1 0 0,0 1-1 0 0,0 0 1 0 0,1 1-152 0 0,8 12 2112 0 0,-10-5-1510 0 0,0-8-591 0 0,-1-1-1 0 0,1 1 1 0 0,0-1 0 0 0,0 1 0 0 0,0 0-1 0 0,0-1 1 0 0,0 1 0 0 0,0-1 0 0 0,1 1 0 0 0,-1-1-1 0 0,0 1 1 0 0,0-1 0 0 0,0 1 0 0 0,0-1-1 0 0,1 1 1 0 0,-1-1 0 0 0,0 1 0 0 0,0-1 0 0 0,1 1-1 0 0,-1-1 1 0 0,0 1 0 0 0,1-1 0 0 0,-1 0-1 0 0,1 1 1 0 0,-1-1 0 0 0,0 0 0 0 0,1 1 0 0 0,-1-1-1 0 0,1 0 1 0 0,-1 1 0 0 0,1-1 0 0 0,0 0-11 0 0,4 4 47 0 0,-4-3-31 0 0,0-1 0 0 0,0 1 0 0 0,0-1 0 0 0,1 1 0 0 0,-1 0 0 0 0,0-1 0 0 0,-1 1 0 0 0,1 0 0 0 0,0 0 0 0 0,0 0 0 0 0,0 0 0 0 0,0 0 0 0 0,-1 0 0 0 0,1 0 0 0 0,0 0 0 0 0,-1 0 0 0 0,1 0 0 0 0,-1 0 0 0 0,1 1 0 0 0,-1-1 0 0 0,1 0 0 0 0,-1 0 0 0 0,0 0 0 0 0,0 1 0 0 0,0-1 0 0 0,0 0 0 0 0,0 0 0 0 0,0 1 1 0 0,0-1-1 0 0,0 0 0 0 0,0 0 0 0 0,0 1 0 0 0,-1-1-16 0 0,1 1 7 0 0,0-1 0 0 0,0 0-1 0 0,0 0 1 0 0,1 1 0 0 0,-1-1 0 0 0,0 0 0 0 0,1 0 0 0 0,-1 0 0 0 0,1 0 0 0 0,-1 0 0 0 0,1 1 0 0 0,0-1 0 0 0,-1 0 0 0 0,1 0 0 0 0,0 0 0 0 0,0-1 0 0 0,-1 1 0 0 0,1 0 0 0 0,0 0 0 0 0,0 0-1 0 0,0-1 1 0 0,0 1 0 0 0,0 0 0 0 0,0-1 0 0 0,0 1 0 0 0,1-1 0 0 0,0 1-7 0 0,16 14 42 0 0,-1 28 24 0 0,-17-38-36 0 0,2 0 0 0 0,-1-1-1 0 0,0 1 1 0 0,1 0 0 0 0,0-1-1 0 0,0 1 1 0 0,1-1 0 0 0,-1 0 0 0 0,1 0-1 0 0,0 0 1 0 0,0 0 0 0 0,0 0 0 0 0,0-1-1 0 0,1 1 1 0 0,1 0-30 0 0,5 3 87 0 0,-6-6-46 0 0,-1 1 0 0 0,1 1 1 0 0,0-1-1 0 0,-1 0 0 0 0,0 1 0 0 0,0 0 0 0 0,0 0 0 0 0,0 0 0 0 0,0 0 0 0 0,0 0 0 0 0,-1 0 0 0 0,1 1 0 0 0,0 2-41 0 0,-2-3 132 0 0,39-3 252 0 0,-34-2-227 0 0,1 0 0 0 0,-1-1 0 0 0,0 0-1 0 0,1 0 1 0 0,-2-1 0 0 0,1 1 0 0 0,5-5-157 0 0,-9 6 82 0 0,0 0 0 0 0,1 0 1 0 0,-1-1-1 0 0,0 1 1 0 0,0-1-1 0 0,0 1 1 0 0,-1-1-1 0 0,1 0 0 0 0,0 0 1 0 0,-1 0-1 0 0,1-2-82 0 0,13-20 446 0 0,-7 16-345 0 0,-6 8-81 0 0,0-1 0 0 0,0 0 0 0 0,0 0 0 0 0,0-1 0 0 0,-1 1 1 0 0,1 0-1 0 0,-1-1 0 0 0,1 1 0 0 0,-1 0 0 0 0,0-1 1 0 0,0 0-1 0 0,0 1 0 0 0,0-1 0 0 0,0 0 0 0 0,-1 1 1 0 0,1-3-21 0 0,7-31 170 0 0,-7 32-147 0 0,0-1 0 0 0,1 1 0 0 0,-2-1 0 0 0,1 0 1 0 0,0 1-1 0 0,-1-1 0 0 0,0 0 0 0 0,0 1 0 0 0,0-1 0 0 0,-1 0 0 0 0,1 1 0 0 0,-2-3-23 0 0,-5-56 856 0 0,7 52-559 0 0,-1 1 1 0 0,0-1 0 0 0,-1 0 0 0 0,0 1-1 0 0,-3-9-297 0 0,1 2 64 0 0,0 0 0 0 0,1 0 0 0 0,0 0 0 0 0,1-8-64 0 0,-7-45-384 0 0,7 57 186 0 0,1 0-1 0 0,0 0 1 0 0,1 0-1 0 0,0 0 1 0 0,1 0-1 0 0,1-5 199 0 0,2-38-354 0 0,-2 36 351 0 0,0-1 0 0 0,1 1 1 0 0,1-1-1 0 0,1 1 0 0 0,4-10 3 0 0,6-24-1 0 0,-13 49 1 0 0,0-1 0 0 0,0 1 0 0 0,1 0 0 0 0,0 0 0 0 0,0 0 0 0 0,0 0 0 0 0,3-3 0 0 0,-3 4 0 0 0,1-1 0 0 0,-1 0 0 0 0,0-1 0 0 0,0 1 0 0 0,-1 0 0 0 0,1-1 0 0 0,0-3 0 0 0,0 2 166 0 0,1 0 0 0 0,0 0-1 0 0,0 0 1 0 0,0 0-1 0 0,1 0 1 0 0,0 1 0 0 0,1 0-1 0 0,0 0 1 0 0,-1 0-1 0 0,3 0-165 0 0,-6 5-75 0 0,0 0-1 0 0,0-1 0 0 0,0 1 0 0 0,0 0 1 0 0,0 0-1 0 0,1 1 0 0 0,-1-1 0 0 0,0 0 1 0 0,0 1-1 0 0,1-1 0 0 0,-1 1 0 0 0,1 0 1 0 0,-1 0-1 0 0,0 0 0 0 0,1 0 0 0 0,-1 0 1 0 0,0 1-1 0 0,1-1 0 0 0,-1 1 0 0 0,0-1 1 0 0,1 1-1 0 0,-1 0 0 0 0,1 0 76 0 0,2 1-94 0 0,0 0 0 0 0,0 1 1 0 0,0 0-1 0 0,-1 0 0 0 0,1 0 0 0 0,-1 0 0 0 0,0 1 1 0 0,0-1-1 0 0,3 3 94 0 0,30 25-2207 0 0,-27-21 1473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04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15 7832 0 0,'0'0'602'0'0,"-17"3"9"0"0,11-2 2973 0 0,36-6-3157 0 0,-22 2-375 0 0,1 1 0 0 0,0 1 0 0 0,-1 0 0 0 0,1 0 0 0 0,0 1 0 0 0,1 0-52 0 0,10 2-797 0 0,1-1 1 0 0,-1 0-1 0 0,0-1 1 0 0,0-2-1 0 0,11-1 797 0 0,-4-1-4041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04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70 425 8496 0 0,'0'0'190'0'0,"0"0"28"0"0,-12 11 212 0 0,8-9-388 0 0,3-2-42 0 0,0 1 0 0 0,0-1 0 0 0,0 1 0 0 0,0-1 0 0 0,0 1 0 0 0,0-1 0 0 0,0 1 0 0 0,0 0 0 0 0,1-1 0 0 0,-1 1 0 0 0,0 0 0 0 0,0 0 0 0 0,1 0 0 0 0,-1 0 0 0 0,0 0 0 0 0,1-1 0 0 0,-1 1 0 0 0,1 0 0 0 0,-1 0 0 0 0,1 0 0 0 0,0 0 0 0 0,0 1 0 0 0,-1-1 0 0 0,1 0 0 0 0,0 0 0 0 0,0 0 0 0 0,0 0 30 0 0,-1 0 1 0 0,1 0 0 0 0,0 0-1 0 0,-1 0 1 0 0,1 0-1 0 0,0-1 1 0 0,-1 1 0 0 0,1 0-1 0 0,-1 0 1 0 0,1-1-1 0 0,-1 1 1 0 0,0 0 0 0 0,1-1-1 0 0,-1 1 1 0 0,0 0-1 0 0,1-1 1 0 0,-1 1 0 0 0,0-1-1 0 0,0 1 1 0 0,0-1-31 0 0,-11-6 1358 0 0,10 4-1169 0 0,1-1 1 0 0,-1 0-1 0 0,1 1 1 0 0,0-1-1 0 0,0 0 1 0 0,0 0-1 0 0,0 0 1 0 0,0 0-1 0 0,1 0 1 0 0,-1 0-1 0 0,1-2-189 0 0,-1-30 240 0 0,2 0 1 0 0,2 0-1 0 0,1 1 0 0 0,2 0 0 0 0,1 0 0 0 0,1 0 0 0 0,2 1 0 0 0,2 0 1 0 0,6-12-241 0 0,-16 42-9 0 0,2-7 62 0 0,0 1 1 0 0,1-1-1 0 0,0 1 1 0 0,0 0-1 0 0,1 1 1 0 0,1-1-54 0 0,-7 8-7 0 0,1 0 0 0 0,-1 0 0 0 0,1 0 0 0 0,0 0 0 0 0,-1 1 0 0 0,1-1 0 0 0,0 0 0 0 0,-1 0 0 0 0,1 1 0 0 0,0-1 0 0 0,0 0 0 0 0,-1 1 0 0 0,1-1 0 0 0,0 1 0 0 0,0-1 0 0 0,0 1 1 0 0,0 0-1 0 0,0-1 0 0 0,0 1 0 0 0,0 0 0 0 0,0-1 0 0 0,0 1 0 0 0,0 0 0 0 0,0 0 0 0 0,0 0 0 0 0,0 0 0 0 0,0 0 0 0 0,0 0 0 0 0,0 0 0 0 0,0 1 0 0 0,0-1 0 0 0,0 0 1 0 0,0 0-1 0 0,0 1 0 0 0,0-1 0 0 0,0 1 0 0 0,-1-1 0 0 0,1 1 0 0 0,0-1 0 0 0,0 1 0 0 0,0-1 0 0 0,0 1 0 0 0,-1 0 0 0 0,2 0 7 0 0,1 4-60 0 0,0 0 1 0 0,0 0-1 0 0,0 0 0 0 0,0 0 1 0 0,-1 0-1 0 0,0 1 0 0 0,0 0 60 0 0,4 7 4 0 0,-1-2-26 0 0,0 0 0 0 0,-1 0 0 0 0,0 0 0 0 0,0 0 1 0 0,-1 1-1 0 0,-1 0 0 0 0,0-1 0 0 0,-1 1 1 0 0,0 10 21 0 0,0 10-78 0 0,-1 1 0 0 0,-6 32 78 0 0,3-45-19 0 0,-1 0 1 0 0,-1 0 0 0 0,0-1-1 0 0,-2 1 1 0 0,0-1 0 0 0,-1-1 0 0 0,-1 1 18 0 0,8-18 0 0 0,1 0 0 0 0,-1 0 0 0 0,0 0 0 0 0,1 0 0 0 0,-1 0 0 0 0,0 0 0 0 0,1 0 0 0 0,-1 0 0 0 0,0 0 0 0 0,0-1 0 0 0,0 1 0 0 0,0 0 0 0 0,0 0 0 0 0,0-1 0 0 0,0 1 0 0 0,0-1 0 0 0,0 1 0 0 0,0-1 0 0 0,0 1 0 0 0,0-1 0 0 0,-1 0 0 0 0,1 1 0 0 0,0-1 0 0 0,0 0 0 0 0,0 0 0 0 0,0 0 0 0 0,-1 0 0 0 0,1 0 0 0 0,0 0 0 0 0,0 0 0 0 0,0 0 0 0 0,-1-1 0 0 0,1 1 0 0 0,-1-1 0 0 0,-1 1 0 0 0,-26-5-758 0 0,10-5-3299 0 0,9-1-200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05.3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0 846 2304 0 0,'0'0'101'0'0,"34"13"22"0"0,-33-12 144 0 0,1-1-1 0 0,0 1 1 0 0,0 0 0 0 0,0-1-1 0 0,0 1 1 0 0,0-1 0 0 0,0 0 0 0 0,0 1-1 0 0,0-1 1 0 0,0 0 0 0 0,0 0-1 0 0,0-1 1 0 0,0 1 0 0 0,0 0-1 0 0,0-1 1 0 0,0 1 0 0 0,0-1 0 0 0,0 1-1 0 0,0-1 1 0 0,0 0 0 0 0,0 0-267 0 0,2-2 212 0 0,0 1 0 0 0,-1-1 1 0 0,0 0-1 0 0,1 0 1 0 0,-1 0-1 0 0,0-1 0 0 0,0 1 1 0 0,-1-1-1 0 0,1 1 0 0 0,-1-2-212 0 0,8-13 230 0 0,-1 0 0 0 0,-1-1-1 0 0,0 0 1 0 0,0-6-230 0 0,-5 15 374 0 0,30-82-112 0 0,-5-3 1 0 0,-4 0-1 0 0,-4-1 0 0 0,6-92-262 0 0,-32 42 64 0 0,6 146-56 0 0,-1 0 1 0 0,1 0-1 0 0,0 0 0 0 0,0 0 0 0 0,0 1 0 0 0,0-1 0 0 0,0 0 1 0 0,0 0-1 0 0,0 0 0 0 0,0 0 0 0 0,0 0 0 0 0,0 0 0 0 0,0 0 1 0 0,0 0-1 0 0,0 0 0 0 0,0 0 0 0 0,0 0 0 0 0,-1 0 0 0 0,1 0 1 0 0,0 0-1 0 0,0 0 0 0 0,0 0 0 0 0,0 0 0 0 0,0 0 0 0 0,0 0 1 0 0,0 0-1 0 0,0 0 0 0 0,0 0 0 0 0,0 0 0 0 0,0 0 0 0 0,0 0 0 0 0,0 0 1 0 0,-1 0-1 0 0,1 0 0 0 0,0 0 0 0 0,0 0 0 0 0,0 0 0 0 0,0 0 1 0 0,0 0-1 0 0,0-1 0 0 0,0 1 0 0 0,0 0 0 0 0,0 0 0 0 0,0 0 1 0 0,0 0-1 0 0,0 0 0 0 0,0 0 0 0 0,0 0 0 0 0,0 0 0 0 0,0 0-8 0 0,-7 13 101 0 0,-6 17-85 0 0,13-30-10 0 0,-15 45 3 0 0,2 1 1 0 0,2 0 0 0 0,2 0-1 0 0,2 1 1 0 0,2-1-1 0 0,2 2 1 0 0,3 25-10 0 0,-2-32 0 0 0,0-31 0 0 0,2 1 0 0 0,0-1 0 0 0,0 0 0 0 0,0 1 0 0 0,2-1 0 0 0,-1 2 0 0 0,4 10 1 0 0,-4-16-3 0 0,0 1 0 0 0,1-1 0 0 0,-1 0 0 0 0,1 0 0 0 0,0 0-1 0 0,1 0 1 0 0,0-1 0 0 0,0 1 0 0 0,0 0 0 0 0,3 2 2 0 0,-5-5-30 0 0,0-2-42 0 0,0-1 0 0 0,-1 1 0 0 0,1 0 0 0 0,0 0 0 0 0,0 0 1 0 0,-1 0-1 0 0,1-1 0 0 0,0 1 0 0 0,0 0 0 0 0,0-1 0 0 0,0 1 0 0 0,0 0 0 0 0,0-1 0 0 0,0 1 0 0 0,0-1 1 0 0,0 0-1 0 0,1 1 72 0 0,13 3-4320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06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175 374 6912 0 0,'-8'-4'344'0'0,"6"3"-86"0"0,0 0 0 0 0,0 0 0 0 0,0 0 0 0 0,-1 1 0 0 0,1-1 1 0 0,0 0-1 0 0,0 1 0 0 0,0-1 0 0 0,-1 1 0 0 0,1 0 0 0 0,0 0 0 0 0,-1 0 0 0 0,1 0 0 0 0,0 0 0 0 0,0 0 0 0 0,-1 1 0 0 0,1-1 1 0 0,0 1-1 0 0,-2 0-258 0 0,0 1 22 0 0,1 1 1 0 0,-1-1-1 0 0,0 1 1 0 0,1 0-1 0 0,-1 0 0 0 0,1 0 1 0 0,0 0-1 0 0,0 0 1 0 0,0 1-1 0 0,0 0 1 0 0,1-1-1 0 0,0 1 1 0 0,-1 0-1 0 0,2 0 1 0 0,-1 0-1 0 0,0 1 1 0 0,1-1-1 0 0,-1 0 1 0 0,1 1-1 0 0,1-1 1 0 0,-2 5-23 0 0,1-5 29 0 0,0 1 0 0 0,-1-1 1 0 0,0 1-1 0 0,0-1 1 0 0,-1 0-1 0 0,1 1 0 0 0,-1-1 1 0 0,0 0-30 0 0,-16 28 151 0 0,13-14-143 0 0,1-1 0 0 0,0 1-1 0 0,1 0 1 0 0,1 0 0 0 0,1 0 0 0 0,1 1-1 0 0,0-1 1 0 0,1 0 0 0 0,1 1 0 0 0,1 1-8 0 0,-1-13 0 0 0,0-1 0 0 0,1 0 0 0 0,-1 0 0 0 0,1-1 0 0 0,1 1 0 0 0,-1 0 0 0 0,1-1 0 0 0,0 1 0 0 0,0-1 0 0 0,1 1 0 0 0,4 3 0 0 0,-7-8 7 0 0,0 0 0 0 0,1 0 0 0 0,-1 0 0 0 0,1 0 0 0 0,-1 0 0 0 0,1 0 0 0 0,-1 0 0 0 0,1 0 0 0 0,-1-1 0 0 0,1 1 0 0 0,0-1 0 0 0,-1 1 0 0 0,1-1 0 0 0,0 1 0 0 0,0-1 0 0 0,-1 0 0 0 0,1 0 0 0 0,0 0 0 0 0,0 0 0 0 0,-1 0 0 0 0,1 0 0 0 0,0-1 0 0 0,0 1 0 0 0,-1 0 0 0 0,1-1 0 0 0,0 0 0 0 0,-1 1 0 0 0,1-1 0 0 0,-1 0 0 0 0,1 0 0 0 0,-1 0 0 0 0,1 0 0 0 0,-1 0 0 0 0,1 0 0 0 0,-1 0 0 0 0,0 0 0 0 0,0-1 0 0 0,0 1 0 0 0,0 0 0 0 0,0-1 0 0 0,0 1 0 0 0,0-1 0 0 0,0 1 0 0 0,0-1 0 0 0,0 0 0 0 0,-1 0-7 0 0,3-1 30 0 0,12-22 160 0 0,-1 0 0 0 0,0-1 1 0 0,-2-1-1 0 0,-1 1 0 0 0,-2-2 0 0 0,0 0 1 0 0,2-16-191 0 0,7-53 565 0 0,3-61-565 0 0,5-34-41 0 0,-19 105 41 0 0,-2 76 0 0 0,-3 18-40 0 0,-1 1 0 0 0,0 0 0 0 0,0-1 0 0 0,0 1 1 0 0,-1 0-1 0 0,0 1 40 0 0,0 183 231 0 0,20 127-231 0 0,-14-278-70 0 0,-6-40-13 0 0,1-1-1 0 0,-1 1 0 0 0,1 0 1 0 0,-1-1-1 0 0,1 1 0 0 0,-1 0 1 0 0,1-1-1 0 0,0 1 0 0 0,-1-1 1 0 0,1 1-1 0 0,0-1 0 0 0,-1 1 1 0 0,1-1-1 0 0,0 0 0 0 0,0 1 1 0 0,0-1-1 0 0,-1 0 0 0 0,1 1 1 0 0,0-1-1 0 0,0 0 0 0 0,0 0 1 0 0,0 0-1 0 0,-1 0 0 0 0,1 0 1 0 0,0 0-1 0 0,0 0 0 0 0,0 0 1 0 0,0 0 83 0 0,10 0-4700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06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65 324 2760 0 0,'0'0'125'0'0,"0"0"257"0"0,0 0 990 0 0,0 0 430 0 0,0 0 87 0 0,0 0-229 0 0,0 0-1042 0 0,11-12-389 0 0,-5 2-201 0 0,0 1 0 0 0,-1-1 0 0 0,1-1 1 0 0,-2 1-1 0 0,0-1 0 0 0,0 0 0 0 0,-1 0 0 0 0,0 0 0 0 0,-1 0 0 0 0,0-1 0 0 0,-1 1 1 0 0,0-1-1 0 0,-1-10-28 0 0,7-45 333 0 0,-6 24 234 0 0,-1 40-465 0 0,0 1 0 0 0,0-1-1 0 0,0 0 1 0 0,-1 1 0 0 0,1-1 0 0 0,-1 1-1 0 0,1-1 1 0 0,-1 1 0 0 0,0-1 0 0 0,0 1-1 0 0,0-1 1 0 0,0 1 0 0 0,-1 0 0 0 0,0-1-102 0 0,1 2 325 0 0,1 1-45 0 0,-4 0-252 0 0,1 1 0 0 0,-1 0 0 0 0,0 0 1 0 0,1 0-1 0 0,-1 0 0 0 0,1 0 0 0 0,-1 1 0 0 0,1 0 0 0 0,-1 0 1 0 0,1 0-1 0 0,0 0 0 0 0,0 0 0 0 0,0 0 0 0 0,0 1 0 0 0,1 0 1 0 0,-1-1-1 0 0,1 1 0 0 0,-1 0 0 0 0,1 0 0 0 0,0 1-28 0 0,-5 5 72 0 0,1 1 0 0 0,0 0 0 0 0,1 0 0 0 0,0 1 0 0 0,1 0 0 0 0,0 0-72 0 0,-10 69 0 0 0,11-57 0 0 0,3-12 0 0 0,0 1 0 0 0,1-1 0 0 0,0 0 0 0 0,1 0 0 0 0,0 0 0 0 0,2 5 0 0 0,4 26 0 0 0,13 4 0 0 0,-11-33 0 0 0,-9-13 0 0 0,0 1 0 0 0,0 0 0 0 0,0 0 0 0 0,0-1 0 0 0,0 1 0 0 0,0 0 0 0 0,0-1 0 0 0,0 1 0 0 0,0-1 0 0 0,1 0 0 0 0,-1 1 0 0 0,0-1 0 0 0,0 0 0 0 0,1 0 0 0 0,-1 0 0 0 0,0 0 0 0 0,0 0 0 0 0,1 0 0 0 0,-1 0 0 0 0,0 0 0 0 0,0 0 0 0 0,0 0 0 0 0,1-1 0 0 0,-1 1 0 0 0,0 0 0 0 0,0-1 0 0 0,0 1 0 0 0,1-2 0 0 0,2 1 0 0 0,1 0-60 0 0,0-1 0 0 0,-1 0 0 0 0,1 0 0 0 0,0 0 0 0 0,-1-1 0 0 0,1 1 0 0 0,-1-1 0 0 0,0 0 0 0 0,3-2 60 0 0,19-12-404 0 0,-23 14 36 0 0,1 1 0 0 0,-1-1 0 0 0,0 0 0 0 0,0 0 0 0 0,0 0 0 0 0,-1 0 0 0 0,1-1 1 0 0,-1 1-1 0 0,1-1 0 0 0,0-3 368 0 0,2 0-683 0 0,-2 3-755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07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2 330 2760 0 0,'0'27'248'0'0,"0"-9"-95"0"0,-1-11 304 0 0,1 0 0 0 0,0 0 1 0 0,0 0-1 0 0,0 1 1 0 0,1-1-1 0 0,1 0 0 0 0,-1 0 1 0 0,1 0-1 0 0,1 3-457 0 0,-1-7 319 0 0,0 12 998 0 0,3-16 1743 0 0,10-22 1567 0 0,-11 14-5527 0 0,5-8 1806 0 0,-1-1 1 0 0,-1 0-1 0 0,0-1 1 0 0,1-9-907 0 0,18-49-221 0 0,-22 66 310 0 0,-1-1 0 0 0,0 1 0 0 0,0-1 0 0 0,-1 0 0 0 0,-1 0 0 0 0,0-2-89 0 0,0-2 57 0 0,1 1 0 0 0,1 0-1 0 0,0 0 1 0 0,1-1-57 0 0,-3 14 4 0 0,1-1 0 0 0,-1 1 1 0 0,0 0-1 0 0,0 0 0 0 0,1 0 0 0 0,0 1 1 0 0,-1-1-1 0 0,1 0 0 0 0,0 0 0 0 0,0 1 0 0 0,0 0 1 0 0,0-1-1 0 0,0 1 0 0 0,0 0 0 0 0,1-1-4 0 0,0 0 3 0 0,0 1-1 0 0,0-1 0 0 0,-1 0 0 0 0,1 0 1 0 0,-1 0-1 0 0,0 0 0 0 0,1 0 0 0 0,-1-1 1 0 0,0 1-1 0 0,0-1 0 0 0,0 0-2 0 0,2 0-51 0 0,1 0-1 0 0,-1 0 1 0 0,1 0 0 0 0,0 0-1 0 0,0 1 1 0 0,0 0 0 0 0,0 0-1 0 0,0 0 1 0 0,0 1-1 0 0,1-1 1 0 0,-1 1 0 0 0,1 1-1 0 0,-1-1 1 0 0,2 1 51 0 0,25-7-5185 0 0,-6 1-857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20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1 717 2704 0 0,'21'4'301'0'0,"-20"-4"38"0"0,-1 0 69 0 0,0 0 9 0 0,0 0-17 0 0,0 0-94 0 0,0 0-46 0 0,19-9 164 0 0,-12 7 4268 0 0,-6 2-1407 0 0,-4-4-3212 0 0,1 0 1 0 0,0 0 0 0 0,-1 0 0 0 0,2-1 0 0 0,-1 1 0 0 0,0 0 0 0 0,1-1 0 0 0,0 1 0 0 0,0-1-1 0 0,0 1 1 0 0,1-1 0 0 0,0 0 0 0 0,-1 1 0 0 0,2-4-74 0 0,11-70 552 0 0,-1 14 126 0 0,-7 34-602 0 0,1 1 0 0 0,2-1 0 0 0,0 1 0 0 0,2 1 0 0 0,2 0 0 0 0,0 0 0 0 0,2 1 0 0 0,0 1 0 0 0,2 0-1 0 0,1 0 1 0 0,2 2 0 0 0,1-1-76 0 0,-5 8-17 0 0,1-1 0 0 0,1 2-1 0 0,1 0 1 0 0,0 1 0 0 0,6-2 17 0 0,-16 12-7 0 0,-1 0 0 0 0,1 0 0 0 0,1 1-1 0 0,-1 0 1 0 0,1 0 0 0 0,-1 1 0 0 0,1 0 0 0 0,0 1 0 0 0,0-1 0 0 0,0 2 0 0 0,1-1 0 0 0,-1 1 0 0 0,0 0 0 0 0,1 1 0 0 0,-1-1-1 0 0,1 2 8 0 0,-5 0-5 0 0,-1 0 0 0 0,1 0 0 0 0,-1 0 0 0 0,0 1 0 0 0,0-1 0 0 0,0 1 0 0 0,0 0 0 0 0,0 0 0 0 0,0 0 0 0 0,0 0 0 0 0,-1 0 0 0 0,1 1 0 0 0,-1-1 0 0 0,0 1 0 0 0,1 0 0 0 0,-1-1 0 0 0,0 1 0 0 0,-1 0 0 0 0,1 0 0 0 0,0 0 0 0 0,-1 1 0 0 0,0-1 0 0 0,0 0 0 0 0,0 1 0 0 0,0-1 0 0 0,0 0 0 0 0,-1 1 0 0 0,1-1 0 0 0,-1 1 0 0 0,0 0 5 0 0,2 18 5 0 0,-1-1-1 0 0,-1 1 1 0 0,-1-1 0 0 0,-3 10-5 0 0,3-17-2 0 0,-42 351 119 0 0,19-272-57 0 0,12-52-56 0 0,10-37-42 0 0,0 0 0 0 0,1 0 0 0 0,-2 0 0 0 0,1 0 0 0 0,0-1 0 0 0,-1 1 0 0 0,0-1 0 0 0,0 1 0 0 0,-1 0 38 0 0,-14 21-1684 0 0,17-23 255 0 0,1-2-67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21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1 495 5984 0 0,'0'0'464'0'0,"13"13"510"0"0,-9-10-873 0 0,-1 0 0 0 0,0 0 0 0 0,1 0 0 0 0,-1 0 0 0 0,1 0-1 0 0,0-1 1 0 0,0 1 0 0 0,0-1 0 0 0,0 0 0 0 0,1 0-1 0 0,-1-1 1 0 0,0 1 0 0 0,1-1 0 0 0,-1 0 0 0 0,1 0-1 0 0,0-1 1 0 0,-1 1 0 0 0,1-1 0 0 0,-1 0 0 0 0,1 0-1 0 0,0-1 1 0 0,-1 1 0 0 0,1-1 0 0 0,-1 0 0 0 0,1 0 0 0 0,-1-1-1 0 0,1 1 1 0 0,-1-1 0 0 0,0 0 0 0 0,0 0 0 0 0,0 0-1 0 0,0-1 1 0 0,0 0 0 0 0,0 1 0 0 0,-1-1 0 0 0,3-2-101 0 0,18-29 256 0 0,0-1 0 0 0,-3 0 0 0 0,0-2 0 0 0,-3 0 0 0 0,-1-2 0 0 0,-2 0 0 0 0,-1 0 0 0 0,-2-2-256 0 0,3-44 756 0 0,-14 82-750 0 0,-1 0-1 0 0,1 0 1 0 0,-1 0 0 0 0,0 0 0 0 0,0 0 0 0 0,-1 1 0 0 0,1-1 0 0 0,0 0 0 0 0,-1 0 0 0 0,0 0 0 0 0,1 0 0 0 0,-1 1 0 0 0,0-1 0 0 0,-1 0 0 0 0,1 1 0 0 0,0-1-1 0 0,-1 1 1 0 0,1 0 0 0 0,-1-1 0 0 0,0 1 0 0 0,0 0 0 0 0,0 0 0 0 0,0 0 0 0 0,-2-2-6 0 0,0 1 52 0 0,1 1 0 0 0,-1-1 0 0 0,0 1 0 0 0,0-1 0 0 0,0 1 0 0 0,0 0-1 0 0,0 1 1 0 0,-1-1 0 0 0,1 1 0 0 0,0 0 0 0 0,-1 0 0 0 0,1 0 0 0 0,-1 0 0 0 0,-1 1-52 0 0,4 0 11 0 0,1 1 0 0 0,-1-1 1 0 0,1 1-1 0 0,-1-1 0 0 0,1 1 1 0 0,-1 0-1 0 0,1 0 0 0 0,0-1 0 0 0,-1 1 1 0 0,1 0-1 0 0,0 0 0 0 0,0 0 0 0 0,-1 1 1 0 0,1-1-1 0 0,0 0 0 0 0,0 0 1 0 0,0 1-1 0 0,0-1 0 0 0,1 0 0 0 0,-1 2-11 0 0,-14 26 162 0 0,-5 14 14 0 0,17-37-174 0 0,0-1-1 0 0,0 1 1 0 0,0-1-1 0 0,1 1 1 0 0,0 0-1 0 0,0 0 1 0 0,0 0-1 0 0,1 1 1 0 0,0-1 0 0 0,0 3-2 0 0,-9 107 0 0 0,5-90 0 0 0,3-1 0 0 0,0 1 0 0 0,1 0 0 0 0,2 0 0 0 0,2 17 0 0 0,-4 18 0 0 0,0-51 0 0 0,0 0 0 0 0,0 1 0 0 0,1-1 0 0 0,1 0 0 0 0,0 0 0 0 0,1 5 0 0 0,2 29 1 0 0,-4-39-9 0 0,0 0 0 0 0,0 0 1 0 0,1 1-1 0 0,-1-1 0 0 0,1 0 1 0 0,0 0-1 0 0,1 0 0 0 0,-1 0 1 0 0,1 0-1 0 0,0 0 0 0 0,0 0 1 0 0,1 0-1 0 0,1 1 8 0 0,-4-5-4 0 0,0 0 0 0 0,1 0 1 0 0,-1 0-1 0 0,0-1 0 0 0,1 1 0 0 0,-1 0 0 0 0,1 0 1 0 0,0 0-1 0 0,-1-1 0 0 0,1 1 0 0 0,0 0 0 0 0,-1-1 1 0 0,1 1-1 0 0,0-1 0 0 0,0 1 0 0 0,-1-1 1 0 0,1 1-1 0 0,0-1 0 0 0,0 1 0 0 0,0-1 0 0 0,0 0 1 0 0,0 0-1 0 0,-1 1 0 0 0,1-1 0 0 0,0 0 1 0 0,0 0-1 0 0,0 0 0 0 0,0 0 0 0 0,0 0 0 0 0,0 0 1 0 0,0 0-1 0 0,0 0 0 0 0,0 0 4 0 0,0-1-31 0 0,8 2-301 0 0,-1-1 1 0 0,0 0-1 0 0,0-1 0 0 0,0 1 1 0 0,0-2-1 0 0,0 1 0 0 0,0-1 1 0 0,0 0-1 0 0,-1-1 0 0 0,1 0 1 0 0,-1 0-1 0 0,1 0 0 0 0,-1-1 1 0 0,0 0-1 0 0,0-1 0 0 0,2-1 332 0 0,14-13-1422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22.0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4 5984 0 0,'0'0'464'0'0,"-16"27"2537"0"0,16-23-2674 0 0,0-1-248 0 0,0 0 1 0 0,0 0-1 0 0,0 0 0 0 0,0 0 1 0 0,-1-1-1 0 0,1 1 0 0 0,-1 0 1 0 0,1 0-1 0 0,-1-1 0 0 0,0 1 0 0 0,0 0 1 0 0,0-1-1 0 0,-1 1 0 0 0,0 0-79 0 0,1 0 16 0 0,0 0-1 0 0,-1 0 1 0 0,1 0-1 0 0,0 1 1 0 0,0-1-1 0 0,1 0 1 0 0,-1 0-1 0 0,1 1 0 0 0,-1-1 1 0 0,1 1-1 0 0,0-1 1 0 0,1 2-16 0 0,-6 33 125 0 0,0-16-43 0 0,1 0-1 0 0,1 0 1 0 0,0 0 0 0 0,2 1-1 0 0,1-1 1 0 0,1 0 0 0 0,0 1-1 0 0,5 18-81 0 0,7-13 279 0 0,-11-25-179 0 0,0-1 0 0 0,-1 1-1 0 0,1 0 1 0 0,-1-1 0 0 0,0 1 0 0 0,1 0-1 0 0,-2 0 1 0 0,1 0 0 0 0,0 0-1 0 0,0 0-99 0 0,25-18 312 0 0,-13 2-228 0 0,-1 0 0 0 0,0-1-1 0 0,0-1 1 0 0,3-7-84 0 0,-4 5-122 0 0,1 2 1 0 0,1-1-1 0 0,0 2 0 0 0,4-3 122 0 0,-16 15-20 0 0,1 1-1 0 0,0-1 1 0 0,-1 1-1 0 0,1 0 0 0 0,0 0 1 0 0,0 0-1 0 0,0 0 1 0 0,0 0-1 0 0,0 0 1 0 0,0 0-1 0 0,1 1 1 0 0,-1-1-1 0 0,0 1 0 0 0,0-1 1 0 0,0 1-1 0 0,1 0 1 0 0,-1 0 20 0 0,1 0-2 0 0,0 1 0 0 0,-1-1 0 0 0,1 1 0 0 0,0 0 0 0 0,-1 0 0 0 0,1 0 0 0 0,-1 1 0 0 0,1-1 0 0 0,-1 0 0 0 0,0 1 0 0 0,1 0 0 0 0,-1-1 0 0 0,0 1 0 0 0,0 0 0 0 0,0 0 0 0 0,-1 0 0 0 0,1 0 0 0 0,1 3 2 0 0,5 7-36 0 0,-1 1 1 0 0,-1 0-1 0 0,0 0 1 0 0,-1 1-1 0 0,0-1 1 0 0,-1 1-1 0 0,-1 0 1 0 0,0 1-1 0 0,-1 0 36 0 0,2 6-11 0 0,6 31 417 0 0,-9-50-281 0 0,0-2-104 0 0,0 0 0 0 0,0 0 1 0 0,0 0-1 0 0,0 0 0 0 0,0 0 0 0 0,0 0 1 0 0,0 1-1 0 0,0-1 0 0 0,0 0 0 0 0,0 0 1 0 0,0 1-1 0 0,0-1 0 0 0,0 1 0 0 0,0-1 1 0 0,0 1-1 0 0,-1-1 0 0 0,1 1 1 0 0,0-1-1 0 0,0 1 0 0 0,-1 0 0 0 0,1-1 1 0 0,0 1-22 0 0,18 9 673 0 0,-13-10-510 0 0,0-1 1 0 0,0 1-1 0 0,0-1 0 0 0,0-1 0 0 0,-1 1 0 0 0,1-1 0 0 0,0 0 0 0 0,-1 0 0 0 0,1-1 1 0 0,-1 1-1 0 0,0-1 0 0 0,1-1 0 0 0,-2 1 0 0 0,1-1 0 0 0,0 0 0 0 0,-1 0 1 0 0,1 0-1 0 0,1-3-163 0 0,9-12 451 0 0,0 0 0 0 0,-2-1 0 0 0,-1 0 0 0 0,3-7-451 0 0,16-26-617 0 0,12-20-489 0 0,-4-1 0 0 0,14-42 1106 0 0,-36 77-1050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23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0 606 3224 0 0,'3'2'193'0'0,"-1"1"-1"0"0,1 0 1 0 0,-1 0 0 0 0,0 0 0 0 0,0 0-1 0 0,0 1 1 0 0,0-1 0 0 0,-1 1-1 0 0,1-1 1 0 0,-1 1 0 0 0,0-1 0 0 0,1 4-193 0 0,5 14 1993 0 0,2-9-1728 0 0,0 0-1 0 0,1 0 0 0 0,1-1 1 0 0,0-1-1 0 0,1 0 0 0 0,0 0 1 0 0,6 3-265 0 0,15 13 195 0 0,-31-24-162 0 0,0 0-1 0 0,0 0 1 0 0,1 0 0 0 0,-1 0 0 0 0,0-1 0 0 0,1 1 0 0 0,0-1 0 0 0,-1 0 0 0 0,1 0-1 0 0,0 0 1 0 0,0 0 0 0 0,-1 0 0 0 0,1 0 0 0 0,0-1 0 0 0,0 1 0 0 0,0-1 0 0 0,0 0-1 0 0,0 0 1 0 0,0 0 0 0 0,0 0 0 0 0,1-1-33 0 0,0 0 131 0 0,-1-1 0 0 0,1 1-1 0 0,-1-1 1 0 0,0 0 0 0 0,0 0 0 0 0,0 0-1 0 0,0 0 1 0 0,0-1 0 0 0,0 1 0 0 0,0-1-1 0 0,-1 0 1 0 0,1 1 0 0 0,-1-1 0 0 0,0 0-1 0 0,0-1-130 0 0,7-10 422 0 0,-1-2 0 0 0,0 1 0 0 0,-2-1 1 0 0,0-1-1 0 0,0 1 0 0 0,1-12-422 0 0,0-9 615 0 0,-2 0 0 0 0,1-28-615 0 0,-4 34-49 0 0,3-50 252 0 0,-2 26-148 0 0,2 0-1 0 0,11-42-54 0 0,-14 84 5 0 0,2 0 0 0 0,0 1 1 0 0,0-1-1 0 0,1 1 0 0 0,1 0 0 0 0,0 1 0 0 0,0-1 1 0 0,1 1-1 0 0,1 1 0 0 0,1-3-5 0 0,-4 8 0 0 0,-1 0 0 0 0,2 0 0 0 0,-1 0 0 0 0,1 1 0 0 0,-1-1 0 0 0,1 1 0 0 0,0 1-1 0 0,1-1 1 0 0,-1 1 0 0 0,1 0 0 0 0,-1 1 0 0 0,1-1 0 0 0,0 1 0 0 0,0 1 0 0 0,0-1 0 0 0,0 1 0 0 0,0 0 0 0 0,0 1-1 0 0,3 0 1 0 0,98 6-3583 0 0,-98-6 2781 0 0,2 4-4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23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77 12672 0 0,'0'0'578'0'0,"0"0"-14"0"0,17 0-338 0 0,29 7-143 0 0,-40-5-66 0 0,1-1-1 0 0,0 1 1 0 0,0-1-1 0 0,0-1 1 0 0,0 1-1 0 0,0-1 1 0 0,0 0-1 0 0,0-1 1 0 0,2 0-17 0 0,49-10-248 0 0,-2-3 0 0 0,1-3 0 0 0,47-20 248 0 0,-87 32-419 0 0,4 1-18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23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1 12352 0 0,'-10'15'602'0'0,"0"4"-508"0"0,0 0 0 0 0,2 1-1 0 0,1 0 1 0 0,0 1 0 0 0,1-1-1 0 0,1 1 1 0 0,1 1 0 0 0,0 13-94 0 0,-4 4 26 0 0,1 11 12 0 0,1 4-2158 0 0,6-54 1576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24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0 13904 0 0,'0'0'616'0'0,"-6"4"128"0"0,-4-4-592 0 0,5 0-152 0 0,5 0 0 0 0,0 0 0 0 0,-10 0 128 0 0,10 0 0 0 0,0 0 0 0 0,0 0 0 0 0,0 0-440 0 0,0 0-88 0 0,0 0-16 0 0,0 0-8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24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1 901 10800 0 0,'0'11'978'0'0,"0"-8"-965"0"0,0 0 1 0 0,0-1-1 0 0,0 1 0 0 0,0 0 0 0 0,1 0 0 0 0,-1 0 0 0 0,1-1 0 0 0,0 1 0 0 0,0 0 1 0 0,0-1-1 0 0,0 1 0 0 0,0 0 0 0 0,0-1 0 0 0,1 1 0 0 0,-1-1 0 0 0,1 0-13 0 0,-1-1 12 0 0,0 0 0 0 0,1 0 0 0 0,-1 0 0 0 0,0 0 0 0 0,0 0 0 0 0,1 0 0 0 0,-1-1 0 0 0,1 1 0 0 0,-1 0 0 0 0,0-1 0 0 0,1 0 0 0 0,-1 1-1 0 0,1-1 1 0 0,-1 0 0 0 0,1 1 0 0 0,0-1 0 0 0,-1 0 0 0 0,1 0 0 0 0,-1 0 0 0 0,1-1-12 0 0,4 0 28 0 0,0 0-1 0 0,0-1 1 0 0,0 0 0 0 0,0 0-1 0 0,-1-1 1 0 0,1 1 0 0 0,-1-1-1 0 0,0 0 1 0 0,0-1 0 0 0,3-2-28 0 0,2-3 12 0 0,0-1 1 0 0,-1 0 0 0 0,0 0-1 0 0,-1-1 1 0 0,0 0 0 0 0,-1 0-1 0 0,-1-1 1 0 0,1 0 0 0 0,2-9-13 0 0,7-18 83 0 0,-2 0 0 0 0,4-24-83 0 0,8-36 573 0 0,-5-2 0 0 0,2-45-573 0 0,4-73 286 0 0,-27 210-269 0 0,1 0 0 0 0,-1-1 1 0 0,-1 1-1 0 0,0 0 0 0 0,0 0 1 0 0,-1-1-1 0 0,0 1 0 0 0,-1 0 1 0 0,0 1-1 0 0,0-1 0 0 0,-2-4-17 0 0,4 12 66 0 0,1 1 14 0 0,-20 10 408 0 0,16-6-475 0 0,0-1 0 0 0,1 1 0 0 0,-1 0 0 0 0,1 0 1 0 0,0 0-1 0 0,0 1 0 0 0,1-1 0 0 0,-1 1 0 0 0,1 0 1 0 0,-1 2-14 0 0,-18 47 44 0 0,11-20-44 0 0,1-1 0 0 0,1 2 0 0 0,2-1 0 0 0,-1 23 0 0 0,0 32-33 0 0,3-60 19 0 0,1 1-1 0 0,2-1 1 0 0,1 1 0 0 0,1-1 0 0 0,4 20 14 0 0,2-8 62 0 0,11 49 45 0 0,-14-78-157 0 0,0 0 0 0 0,1 0 0 0 0,0 0 0 0 0,1 0 0 0 0,1-1 0 0 0,5 8 50 0 0,-10-15 24 0 0,1-1 0 0 0,-1 0 0 0 0,1 0 0 0 0,0 0 0 0 0,0 0 0 0 0,0-1 0 0 0,1 1 1 0 0,-1-1-1 0 0,1 0 0 0 0,-1 0 0 0 0,1 0 0 0 0,0 0 0 0 0,-1-1 0 0 0,1 1 0 0 0,0-1 0 0 0,0 0 1 0 0,0 0-1 0 0,0-1 0 0 0,1 1 0 0 0,-1-1 0 0 0,0 0 0 0 0,0 0 0 0 0,0 0 0 0 0,0 0 0 0 0,0-1 1 0 0,1 0-25 0 0,-2 0 21 0 0,1 0 1 0 0,0 0 0 0 0,0 0 0 0 0,-1-1-1 0 0,1 0 1 0 0,0 0 0 0 0,-1 0 0 0 0,0 0 0 0 0,1 0-1 0 0,-1-1 1 0 0,0 1 0 0 0,0-1 0 0 0,-1 0 0 0 0,1 0-1 0 0,0 0 1 0 0,-1 0-22 0 0,33-58 22 0 0,-22 34 102 0 0,-1 2-46 0 0,-1 0 0 0 0,-1-1 0 0 0,-1-1-78 0 0,21-52 104 0 0,-22 60 53 0 0,-1 0 1 0 0,0-1-1 0 0,-2 0 1 0 0,1-3-158 0 0,-5 18 118 0 0,0-1 0 0 0,0 1 1 0 0,0-1-1 0 0,0 1 0 0 0,-1-1 0 0 0,0 0 0 0 0,0 1 1 0 0,-1-1-1 0 0,0 0 0 0 0,1 1 0 0 0,-2-1 0 0 0,1 1 1 0 0,-1-1-1 0 0,0 1 0 0 0,0 0 0 0 0,0 0 0 0 0,-2-2-118 0 0,3 6 10 0 0,1 1-232 0 0,0 0-104 0 0,-1 0 295 0 0,-1 0 0 0 0,1 1 1 0 0,-1-1-1 0 0,1 0 0 0 0,-1 1 0 0 0,1-1 1 0 0,0 1-1 0 0,-1-1 0 0 0,1 1 0 0 0,0 0 1 0 0,-1 0-1 0 0,1-1 0 0 0,0 1 0 0 0,0 0 1 0 0,0 0-1 0 0,0 0 0 0 0,-1 0 0 0 0,2 1 1 0 0,-1-1-1 0 0,0 0 0 0 0,0 0 0 0 0,0 1 0 0 0,0-1 32 0 0,-15 39 271 0 0,7-17-221 0 0,-14 33-47 0 0,3 2 1 0 0,3-1-1 0 0,2 2 1 0 0,-3 31-5 0 0,15-74 0 0 0,0 0 19 0 0,1-1 0 0 0,1 0 0 0 0,1 0 0 0 0,0 1 0 0 0,1-1 0 0 0,0 0 0 0 0,1 1 0 0 0,1-1 0 0 0,0 0 0 0 0,1-1-1 0 0,4 8-18 0 0,-5-12 40 0 0,1 0-1 0 0,1 0 1 0 0,0-1-1 0 0,0 1 1 0 0,1-1-1 0 0,0 0 1 0 0,0-1-1 0 0,1 0 1 0 0,0 0-1 0 0,1 0 1 0 0,0-1-1 0 0,0 0 1 0 0,0 0-1 0 0,1-1 1 0 0,0 0-1 0 0,6 2-39 0 0,-9-5 5 0 0,0-1-1 0 0,0-1 0 0 0,0 1 0 0 0,0-1 1 0 0,0 0-1 0 0,0 0 0 0 0,0-1 0 0 0,0 0 1 0 0,0 0-1 0 0,0 0 0 0 0,1-1 0 0 0,-1 0 1 0 0,0 0-1 0 0,0 0 0 0 0,-1-1 0 0 0,3-1-4 0 0,5-1-104 0 0,-1-1-1 0 0,1-1 0 0 0,-2 0 0 0 0,1-1 1 0 0,0 0-1 0 0,-1-1 0 0 0,1-2 105 0 0,15-11-295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25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1178 11 4752 0 0,'0'0'216'0'0,"0"0"65"0"0,0 0 150 0 0,0 0 66 0 0,0 0 14 0 0,0 0-17 0 0,0 0-72 0 0,0 0-34 0 0,0 0-4 0 0,0 0-10 0 0,0 0-38 0 0,0 0-16 0 0,0 0-6 0 0,0 0-12 0 0,-27 4 714 0 0,-249-18 1938 0 0,-303 20-1426 0 0,542-6-1500 0 0,0 2 0 0 0,1 2 0 0 0,0 1 0 0 0,-10 4-28 0 0,36-7-28 0 0,0 0 1 0 0,-1-1 0 0 0,1 0 0 0 0,-1-1 0 0 0,-2 0 27 0 0,4 0-96 0 0,7 0-687 0 0,-3-1-2782 0 0,-18-2-1191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26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16 239 2304 0 0,'0'0'365'0'0,"0"0"695"0"0,0 0 306 0 0,0 0 60 0 0,14-6 2143 0 0,-13 5-3531 0 0,0 0 0 0 0,0 1 0 0 0,-1-1 0 0 0,1 0-1 0 0,0 0 1 0 0,0-1 0 0 0,0 1 0 0 0,-1 0 0 0 0,1 0 0 0 0,0 0-1 0 0,-1 0 1 0 0,1-1 0 0 0,-1 1 0 0 0,1 0 0 0 0,-1-1 0 0 0,0 1-1 0 0,0 0 1 0 0,1-1 0 0 0,-1 1 0 0 0,0-1-38 0 0,3-17 541 0 0,1 5-334 0 0,1-1 0 0 0,1 1 1 0 0,1 1-1 0 0,0-1 0 0 0,0 1 1 0 0,3-3-208 0 0,28-44 637 0 0,-37 58-624 0 0,-1 1 0 0 0,1 0-1 0 0,1-1 1 0 0,-1 1 0 0 0,0 0 0 0 0,0 0 0 0 0,0 0 0 0 0,0 0-1 0 0,1 0 1 0 0,-1 0 0 0 0,1 1 0 0 0,-1-1 0 0 0,0 0 0 0 0,2 0-13 0 0,7-5 49 0 0,-8 5-48 0 0,0 0 0 0 0,-1 0-1 0 0,1 0 1 0 0,0 1 0 0 0,0-1 0 0 0,0 0-1 0 0,0 1 1 0 0,-1-1 0 0 0,1 1 0 0 0,0 0-1 0 0,0 0 1 0 0,0 0 0 0 0,0-1-1 0 0,0 2 1 0 0,0-1 0 0 0,0 0 0 0 0,0 0-1 0 0,0 1 1 0 0,0-1 0 0 0,0 1-1 0 0,15 6-1 0 0,-16-7-7 0 0,0 0 1 0 0,0 1-1 0 0,0-1 1 0 0,0 1 0 0 0,0-1-1 0 0,0 1 1 0 0,0-1 0 0 0,0 1-1 0 0,0 0 1 0 0,0-1 0 0 0,0 1-1 0 0,0 0 1 0 0,0 0-1 0 0,0 0 1 0 0,-1 0 0 0 0,1 0-1 0 0,0 0 1 0 0,-1 0 0 0 0,1 0-1 0 0,-1 0 1 0 0,1 0-1 0 0,-1 0 1 0 0,1 0 0 0 0,-1 0-1 0 0,0 0 1 0 0,1 0 0 0 0,-1 0-1 0 0,0 1 1 0 0,0-1 0 0 0,0 0-1 0 0,0 0 1 0 0,0 0-1 0 0,0 0 1 0 0,0 0 0 0 0,-1 1-1 0 0,1-1 1 0 0,0 0 0 0 0,-1 0-1 0 0,1 0 1 0 0,-1 1 7 0 0,1 0-41 0 0,-3 8 22 0 0,1-1-17 0 0,0 0 1 0 0,-1 0-1 0 0,0 0 1 0 0,0 0-1 0 0,-1-1 0 0 0,0 1 1 0 0,0-1-1 0 0,-1 0 1 0 0,0-1-1 0 0,-1 1 0 0 0,0-1 1 0 0,0 0-1 0 0,0 0 0 0 0,-1-1 1 0 0,0 1-1 0 0,0-2 1 0 0,-2 2 35 0 0,-55 55-60 0 0,59-57 42 0 0,1-1 1 0 0,-1 1-1 0 0,1 0 0 0 0,0 1 1 0 0,0-1-1 0 0,0 1 1 0 0,1 0-1 0 0,0 0 1 0 0,0 0-1 0 0,-2 6 18 0 0,-13 24 4 0 0,4 10 437 0 0,34-15 38 0 0,-15-23-421 0 0,1 0 0 0 0,0 0 0 0 0,0 0 0 0 0,0-1 1 0 0,1 0-1 0 0,0 0 0 0 0,1-1 0 0 0,0 0 0 0 0,0 0 0 0 0,0-1 1 0 0,0 0-1 0 0,1 0 0 0 0,0-1 0 0 0,3 1-58 0 0,44 15 112 0 0,-24-17-344 0 0,-16-3 82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31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2860 1840 0 0,'0'0'304'0'0,"0"0"605"0"0,0 0 267 0 0,0 0 52 0 0,-12 13 1393 0 0,-4 13 749 0 0,16-25-3026 0 0,0-1-23 0 0,36 36 456 0 0,-28-34-659 0 0,1 0-1 0 0,0-1 1 0 0,0 1 0 0 0,0-2-1 0 0,0 1 1 0 0,0-1-1 0 0,0-1 1 0 0,0 1 0 0 0,0-1-1 0 0,0-1 1 0 0,-1 0-1 0 0,1 0 1 0 0,4-3-118 0 0,25-8 464 0 0,-1-2 0 0 0,18-10-464 0 0,-33 15 205 0 0,660-344 2293 0 0,-397 199-2145 0 0,245-140 339 0 0,105-99-692 0 0,-77 48 300 0 0,-131 85-64 0 0,-76 45 63 0 0,292-127-299 0 0,-165 105 113 0 0,-385 187-61 0 0,12-13-52 0 0,49-28-434 0 0,-112 62-373 0 0,-17 11-4497 0 0,-9 10-534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32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32 266 10856 0 0,'-7'5'179'0'0,"5"-5"-124"0"0,1 1-1 0 0,-1 0 0 0 0,0 0 0 0 0,1 1 1 0 0,-1-1-1 0 0,1 0 0 0 0,-1 0 0 0 0,1 1 1 0 0,0-1-1 0 0,-1 1 0 0 0,1-1 0 0 0,0 1 0 0 0,0 0 1 0 0,0-1-1 0 0,0 1 0 0 0,1 0 0 0 0,-1 0 1 0 0,0 1-55 0 0,0 4 56 0 0,1-5 126 0 0,38 2 504 0 0,-22-4-649 0 0,-1-1 0 0 0,1 0 1 0 0,0-1-1 0 0,0-1 0 0 0,-1 0 1 0 0,0-2-1 0 0,0 1 0 0 0,0-2 1 0 0,9-4-38 0 0,106-39 145 0 0,-76 30-104 0 0,47-23-41 0 0,-39 15 20 0 0,0 2-1 0 0,1 3 0 0 0,3 2-19 0 0,199-44-4 0 0,-251 61 8 0 0,1 1 0 0 0,0 0 1 0 0,0 1-1 0 0,0 0 1 0 0,0 1-1 0 0,0 1 0 0 0,0 0 1 0 0,0 1-1 0 0,9 3-4 0 0,-18-3 15 0 0,0-1-1 0 0,0 1 0 0 0,0 1 1 0 0,-1-1-1 0 0,1 1 1 0 0,-1 0-1 0 0,0 0 1 0 0,1 0-1 0 0,-2 1 1 0 0,1 0-1 0 0,0 0 1 0 0,-1 0-1 0 0,0 1 1 0 0,1-1-1 0 0,-2 1 1 0 0,1 0-1 0 0,-1 0 0 0 0,0 0 1 0 0,0 1-1 0 0,0-1 1 0 0,0 1-1 0 0,-1 0 1 0 0,0-1-1 0 0,1 7-14 0 0,-1 2 51 0 0,0 1 0 0 0,-1-1 0 0 0,-1 0 0 0 0,0 1 0 0 0,-1-1-1 0 0,-1 1 1 0 0,0-1 0 0 0,-1 0 0 0 0,0 0 0 0 0,-1 0 0 0 0,-4 9-51 0 0,-12 28 576 0 0,-3-1 0 0 0,-12 18-576 0 0,29-56 54 0 0,-19 32 230 0 0,-3-2 0 0 0,-1 0-1 0 0,-2-2 1 0 0,-2-2 0 0 0,-1 0 0 0 0,-30 23-284 0 0,0 4 290 0 0,29-29-79 0 0,0-1 0 0 0,-19 11-211 0 0,-9 4-1 0 0,-28 21-43 0 0,27-25-4868 0 0,22-18-722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7:34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1569 160 920 0 0,'-7'-5'80'0'0,"-69"-44"5626"0"0,56 35-5609 0 0,0 1-1 0 0,-1 1 1 0 0,0 1-1 0 0,-1 1 1 0 0,0 1-1 0 0,-1 1 1 0 0,1 1-1 0 0,-2 1 1 0 0,1 1-1 0 0,-1 1 1 0 0,-3 1-97 0 0,9 1 114 0 0,0 1 0 0 0,0 1 0 0 0,0 0 0 0 0,0 2 1 0 0,1 0-1 0 0,-1 0 0 0 0,-5 3-114 0 0,-34 10 220 0 0,-32 14-220 0 0,17-5 141 0 0,-104 39 83 0 0,32-13-212 0 0,109-38 230 0 0,2 2 0 0 0,-1 1-1 0 0,-15 12-241 0 0,17-11 157 0 0,-51 45 245 0 0,64-51-335 0 0,0 1-1 0 0,1 1 1 0 0,0 1 0 0 0,1 0 0 0 0,0 2 0 0 0,1-1 0 0 0,1 2 0 0 0,0 0-1 0 0,1 1 1 0 0,1 1 0 0 0,0 0 0 0 0,2 1 0 0 0,0 0 0 0 0,0 2-67 0 0,-2 4 0 0 0,11-23 0 0 0,0 1 0 0 0,0 0 0 0 0,0 1 0 0 0,0-1 0 0 0,1 0 0 0 0,0 0 0 0 0,-1 1 0 0 0,1-1 0 0 0,1 0 0 0 0,-1 1 0 0 0,0-1 0 0 0,1 1 0 0 0,0 1 0 0 0,-4 44-1 0 0,2-37 5 0 0,1 1 0 0 0,0-1 0 0 0,1 0 1 0 0,0 0-1 0 0,3 10-4 0 0,1-6 87 0 0,1-1 0 0 0,0 1 0 0 0,2-1 0 0 0,0-1 1 0 0,7 12-88 0 0,-10-19 1 0 0,1-1 1 0 0,0 0-1 0 0,0-1 1 0 0,0 1-1 0 0,1-1 1 0 0,0 0-1 0 0,0 0 1 0 0,0-1-1 0 0,1 1 1 0 0,-1-1-1 0 0,1-1 1 0 0,1 1-2 0 0,16 7 179 0 0,0-1 0 0 0,25 7-179 0 0,9-1 355 0 0,46 5-355 0 0,-103-21 2 0 0,150 45 126 0 0,55-7 64 0 0,130 4-192 0 0,29-9 149 0 0,-300-28-124 0 0,0-3 0 0 0,-1-2-1 0 0,10-5-24 0 0,5 2 44 0 0,66 4-44 0 0,-31 6 144 0 0,0-6 0 0 0,57-9-144 0 0,-24-4 287 0 0,-2-7 0 0 0,0-7 1 0 0,-1-6-1 0 0,101-38-287 0 0,-112 22 257 0 0,-2-5 1 0 0,78-47-258 0 0,-181 86 36 0 0,0-1 0 0 0,0-2 0 0 0,-1 0 0 0 0,-2-2 0 0 0,1-1 0 0 0,-2-1 0 0 0,4-6-36 0 0,-19 17 28 0 0,0 1 0 0 0,-1-2 0 0 0,0 1 0 0 0,-1-1 1 0 0,0 0-1 0 0,0-1 0 0 0,0-2-28 0 0,-5 10 20 0 0,-1 0 0 0 0,0 0 1 0 0,0 0-1 0 0,0 0 0 0 0,0 0 1 0 0,-1-1-1 0 0,1 1 0 0 0,-1 0 0 0 0,0 0 1 0 0,0-1-1 0 0,-1 1 0 0 0,1 0 0 0 0,-1 0 1 0 0,0 0-1 0 0,0 0 0 0 0,0 0 1 0 0,-1 0-1 0 0,1 0 0 0 0,-1 0 0 0 0,0 0 1 0 0,0 0-1 0 0,-1 1 0 0 0,1-1 1 0 0,-2 0-21 0 0,-12-16 119 0 0,-2 1 0 0 0,0 0 0 0 0,-1 2 0 0 0,-1 0 1 0 0,-1 1-1 0 0,0 1 0 0 0,-1 1 0 0 0,0 1 1 0 0,-1 1-1 0 0,-9-3-119 0 0,-48-17 210 0 0,0 4 0 0 0,-43-8-210 0 0,71 21 155 0 0,-34-7-96 0 0,0 3-1 0 0,-2 5 1 0 0,-8 3-59 0 0,-266-13-26 0 0,310 21 36 0 0,-139 3-10 0 0,0 8 0 0 0,-119 23 0 0 0,113-5-40 0 0,1 8 0 0 0,2 9 0 0 0,2 9 0 0 0,3 7 0 0 0,-113 56 40 0 0,158-52-1786 0 0,-15 16 1786 0 0,120-59-565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8:48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3008 1840 0 0,'0'0'277'0'0,"0"0"494"0"0,0 0 217 0 0,0 0 41 0 0,0 0-89 0 0,0 0-412 0 0,0 0-177 0 0,0 0-37 0 0,0 0-16 0 0,0 0-37 0 0,0 0-18 0 0,0 0-3 0 0,0 0 2 0 0,0 0 13 0 0,0 0 8 0 0,0 0 1 0 0,0 0-2 0 0,0 0-4 0 0,0 0-2 0 0,0 0 0 0 0,0 0-22 0 0,0 0-88 0 0,0 0-40 0 0,3-2-8 0 0,7-4 51 0 0,1-2 1 0 0,-1 1 0 0 0,0-2 0 0 0,0 1-1 0 0,-1-1 1 0 0,6-8-150 0 0,43-39 494 0 0,-26 32-304 0 0,13-9 252 0 0,25-25-442 0 0,91-75 234 0 0,-110 92-148 0 0,2 2-1 0 0,32-16-85 0 0,-51 32 29 0 0,-2-2-1 0 0,18-17-28 0 0,44-33 86 0 0,253-178 388 0 0,40-21 120 0 0,-281 201-397 0 0,374-243 671 0 0,-457 302-820 0 0,197-112 311 0 0,-155 88-419 0 0,19-16 60 0 0,5-3-4 0 0,-28 19 4 0 0,59-35 0 0 0,11 2 0 0 0,-15 4 0 0 0,-77 43 0 0 0,1 1 0 0 0,42-17 0 0 0,13-2 66 0 0,31-23-66 0 0,-30 16 286 0 0,24-6-286 0 0,97-35-10 0 0,-67 30 64 0 0,105-60-54 0 0,164-74 399 0 0,-379 173-333 0 0,0-3-1 0 0,1-3-65 0 0,8-5 105 0 0,-32 18-1858 0 0,-9 11 435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8:49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1 357 9584 0 0,'0'0'438'0'0,"0"0"-8"0"0,29-9 279 0 0,38-27-60 0 0,-18 9-547 0 0,-7-1-53 0 0,-35 23-43 0 0,-1 0 0 0 0,1 1 0 0 0,0-1 0 0 0,0 1 1 0 0,6-2-7 0 0,35-13 10 0 0,91-32 44 0 0,-35 11 19 0 0,-75 27-29 0 0,0 2-1 0 0,0 1 1 0 0,24-5-44 0 0,43-14 86 0 0,-74 20-66 0 0,1 2 1 0 0,0 0-1 0 0,1 2 1 0 0,20-2-21 0 0,-29 5 32 0 0,-10 1-18 0 0,1 1-1 0 0,0-1 1 0 0,0 1-1 0 0,0 0 1 0 0,-1 0 0 0 0,1 1-1 0 0,0 0 1 0 0,2 1-14 0 0,-6-2 84 0 0,-1 0-79 0 0,-1 0 0 0 0,0 0 0 0 0,0-1 0 0 0,1 1 0 0 0,-1 0 0 0 0,0 0 0 0 0,1 0 0 0 0,-1-1 0 0 0,0 1 0 0 0,1 0 0 0 0,-1 0 0 0 0,0 0 1 0 0,1 0-1 0 0,-1 0 0 0 0,1 0 0 0 0,-1 0 0 0 0,0 0 0 0 0,1 0 0 0 0,-1 0 0 0 0,0 0 0 0 0,1 0 0 0 0,-1 0 0 0 0,0 0 0 0 0,1 0 0 0 0,-1 0 0 0 0,0 1 0 0 0,1-1 0 0 0,-1 0 0 0 0,0 0 0 0 0,1 0 0 0 0,-1 0 0 0 0,0 1 0 0 0,1-1 0 0 0,-1 0 1 0 0,0 0-1 0 0,0 1 0 0 0,1-1 0 0 0,-1 0-5 0 0,1 17 391 0 0,-10 15 245 0 0,-9-11-264 0 0,-1 1 1 0 0,0-2 0 0 0,-2-1-1 0 0,0 0 1 0 0,-1-2 0 0 0,-16 11-373 0 0,-62 51 385 0 0,-106 98 241 0 0,129-111-466 0 0,-25 11-160 0 0,88-64-644 0 0,3 0-3481 0 0,9-11-1257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8:59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1449 3350 1840 0 0,'0'0'83'0'0,"0"0"183"0"0,0 0 732 0 0,0 0 316 0 0,0 0 59 0 0,0 0-130 0 0,0 0-612 0 0,0 0-266 0 0,0 0-56 0 0,0 0 14 0 0,0 0 104 0 0,0 0 42 0 0,0 0 10 0 0,-14 0 777 0 0,-139-6 576 0 0,76-10-1202 0 0,69 15-594 0 0,0 0 0 0 0,-1-1 1 0 0,1 1-1 0 0,0-2 0 0 0,0 1 0 0 0,0-1 0 0 0,1 0 0 0 0,-1-1 0 0 0,-5-3-36 0 0,5 2 28 0 0,-1 1 0 0 0,0 0 0 0 0,0 1 0 0 0,0 0 0 0 0,0 0 0 0 0,-1 1 1 0 0,-3-1-29 0 0,0 2 77 0 0,1-2 0 0 0,1 0 0 0 0,-1 0 1 0 0,0-1-1 0 0,1-1 0 0 0,-11-5-77 0 0,9 4 173 0 0,0 0 0 0 0,0 1 0 0 0,-1 1 1 0 0,-2 0-174 0 0,-31-10 713 0 0,-9-1-391 0 0,38 12-312 0 0,0-1-1 0 0,1-1 0 0 0,-1-1 0 0 0,1 0 0 0 0,0-1 0 0 0,0-1 0 0 0,-7-6-9 0 0,-5-3 0 0 0,1-1 0 0 0,2-2 0 0 0,0-1 0 0 0,1-1 0 0 0,1-1 0 0 0,-17-21 0 0 0,34 36 12 0 0,1 0-1 0 0,0-1 0 0 0,1 0 1 0 0,0 0-1 0 0,0 0 1 0 0,1 0-1 0 0,0-1 0 0 0,1 1 1 0 0,0-1-1 0 0,0-4-11 0 0,-3-17 95 0 0,2 0-1 0 0,-1-22-94 0 0,1-4 103 0 0,4 19-91 0 0,-1-10-14 0 0,-1 34 2 0 0,1 0 0 0 0,0-1 0 0 0,1 1 0 0 0,1-1 0 0 0,0 1 0 0 0,1 0 0 0 0,1 0 0 0 0,2-7 0 0 0,-1 0 0 0 0,-1 0 0 0 0,0 0 0 0 0,-1-10 0 0 0,-1 22 0 0 0,0 1 0 0 0,1-1 0 0 0,0 1 0 0 0,1 0 0 0 0,0 0 0 0 0,3-7 0 0 0,6-17 0 0 0,-6 14 9 0 0,2 1-1 0 0,0 0 0 0 0,1 1 0 0 0,1 0 0 0 0,0 1 0 0 0,1-1 0 0 0,0 2 0 0 0,2 0 0 0 0,1-1-8 0 0,35-45-81 0 0,-32 39 81 0 0,1 0 0 0 0,20-17 0 0 0,-14 15 0 0 0,-18 18 0 0 0,-1-1 0 0 0,0 0 0 0 0,0-1 0 0 0,0 1 0 0 0,-1-1 0 0 0,0 0 0 0 0,0 0 0 0 0,-1 0 0 0 0,0 0 0 0 0,1-4 0 0 0,-2 8 3 0 0,-1 0-1 0 0,0 0 0 0 0,0 1 0 0 0,0-1 1 0 0,0 0-1 0 0,-1 0 0 0 0,1 0 0 0 0,-1 0 0 0 0,1 0 1 0 0,-1 0-1 0 0,0 0 0 0 0,-1 0 0 0 0,1 0 1 0 0,0 0-1 0 0,-1 0 0 0 0,1 0 0 0 0,-1 0 0 0 0,0 0 1 0 0,0 0-1 0 0,0 1 0 0 0,-1-1 0 0 0,1 0 1 0 0,-1 1-1 0 0,-1-3-2 0 0,-3-5 7 0 0,2 4-6 0 0,0 0-1 0 0,0 1 1 0 0,0-1-1 0 0,-1 1 1 0 0,0 0-1 0 0,0 0 0 0 0,-1 0 0 0 0,-24-21 65 0 0,16 14 45 0 0,0 0 0 0 0,0 1 0 0 0,-1 1 1 0 0,0 0-1 0 0,-1 1 0 0 0,-6-2-110 0 0,-21-14-54 0 0,37 20 70 0 0,0 1 0 0 0,0 0 0 0 0,-1 0 0 0 0,1 1 0 0 0,-1 0 0 0 0,0 0 0 0 0,0 0 0 0 0,-6-1-16 0 0,3 2 0 0 0,1-1-1 0 0,-1-1 1 0 0,1 0-1 0 0,0 0 1 0 0,0-1-1 0 0,0 0 0 0 0,-2-2 1 0 0,4 2 7 0 0,0 0-1 0 0,0 1 0 0 0,-1 0 0 0 0,1 1 0 0 0,-1-1 1 0 0,0 2-1 0 0,0-1 0 0 0,0 1 0 0 0,0 0 0 0 0,0 0 0 0 0,-6 1-6 0 0,-35 0 0 0 0,30-1 0 0 0,-1 2 0 0 0,1 0 0 0 0,-1 2 0 0 0,0 0 0 0 0,1 1 0 0 0,-3 2 0 0 0,-16-4 66 0 0,28-1 47 0 0,9-3-125 0 0,22-4-245 0 0,34-9 331 0 0,-42 15-88 0 0,-1 0-1 0 0,1-1 1 0 0,-1 0-1 0 0,0-1 1 0 0,0-1-1 0 0,5-2 15 0 0,-5 2-11 0 0,0 0 1 0 0,1 1-1 0 0,-1 0 0 0 0,0 1 0 0 0,1 0 0 0 0,6 1 11 0 0,-12 3 0 0 0,38-13 0 0 0,-33 8 3 0 0,46-18 158 0 0,-50 17-175 0 0,-1 0-1 0 0,1 0 1 0 0,-1-1-1 0 0,-1 0 1 0 0,1 0-1 0 0,-1-1 0 0 0,0 0 1 0 0,0 0-1 0 0,0 0 1 0 0,-1-1-1 0 0,0 0 1 0 0,0 0-1 0 0,-1 0 0 0 0,3-6 15 0 0,-1 2 0 0 0,-1 4 11 0 0,-6 0-2 0 0,0 0 0 0 0,-1 0 0 0 0,0 0 0 0 0,0 0 0 0 0,0 1-1 0 0,-4-7-8 0 0,0-3 22 0 0,0 0-1 0 0,-1 1 0 0 0,-9-15-21 0 0,14 26 0 0 0,-52-69 256 0 0,34 40-244 0 0,2-1-1 0 0,1-1 0 0 0,2 0 0 0 0,2-1 0 0 0,-2-10-11 0 0,11 35 0 0 0,0-1 0 0 0,1 1 0 0 0,0-1 0 0 0,0 0 0 0 0,2 1 0 0 0,-1-1 0 0 0,1 0 0 0 0,1 0 0 0 0,0 0 0 0 0,1 0 0 0 0,2-11 0 0 0,-3-44 0 0 0,1 26 54 0 0,29-52-124 0 0,-21 64 127 0 0,-8 21-74 0 0,1 1 0 0 0,0 1 0 0 0,1-1 0 0 0,0 0 0 0 0,0 0 0 0 0,0 1 0 0 0,1 0 0 0 0,-1 0 0 0 0,4-4 17 0 0,31-38 0 0 0,-26 34 0 0 0,-1-1 0 0 0,-1 0 0 0 0,6-10 0 0 0,11-1 0 0 0,-6 7 0 0 0,-12 9 0 0 0,1 0 0 0 0,0 1 0 0 0,0 0 0 0 0,1 1 0 0 0,0 1 0 0 0,0-1 0 0 0,0 2 0 0 0,9-4 0 0 0,45-25 0 0 0,-14 17 0 0 0,49-20 0 0 0,-52 22-60 0 0,7-4 135 0 0,-32 7 39 0 0,-16 8-106 0 0,0 0 0 0 0,1 1 0 0 0,-1 1 0 0 0,1-1 0 0 0,0 1-1 0 0,3-1-7 0 0,45-14-80 0 0,-44 13 43 0 0,1 0 0 0 0,1 1 1 0 0,-1 0-1 0 0,0 1 0 0 0,9 0 37 0 0,-1 1-13 0 0,-11 0 12 0 0,-1 1 1 0 0,1 1 0 0 0,0 0-1 0 0,0 0 1 0 0,0 1-1 0 0,5 1 1 0 0,-13-1 0 0 0,7 0-1 0 0,-2 1 0 0 0,1 0 0 0 0,0 0 0 0 0,0 1 0 0 0,-1 0 0 0 0,1 0 1 0 0,-1 1-1 0 0,0 0 0 0 0,0 0 0 0 0,0 1 0 0 0,5 5 1 0 0,10 3-654 0 0,-21-11 334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9:03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328 0 6048 0 0,'0'0'273'0'0,"0"0"-5"0"0,0 0-96 0 0,0 0 232 0 0,0 0 120 0 0,0 0 20 0 0,0 0-21 0 0,-26 8 591 0 0,16-2-926 0 0,1 0 0 0 0,0 0 0 0 0,1 1 0 0 0,0 0 0 0 0,0 0 0 0 0,0 1 0 0 0,1 0 0 0 0,0 1 0 0 0,0-1-1 0 0,-2 6-187 0 0,-4 3 83 0 0,-30 40 653 0 0,-16 30-736 0 0,45-63 37 0 0,1-1 0 0 0,1 2 1 0 0,1-1-1 0 0,1 2 0 0 0,1-1 1 0 0,2 1-1 0 0,-5 25-37 0 0,9-33 16 0 0,0 0 0 0 0,2 0 0 0 0,0 11-16 0 0,0-23 2 0 0,1-1 0 0 0,1 0 0 0 0,-1 0 0 0 0,1 0 0 0 0,0 0 0 0 0,0 0 0 0 0,0 0-1 0 0,0 0 1 0 0,1-1 0 0 0,0 1 0 0 0,0 0 0 0 0,1-1 0 0 0,-1 1 0 0 0,3 1-2 0 0,-3-3 3 0 0,1-1 1 0 0,-1 1 0 0 0,1-1 0 0 0,0 0-1 0 0,0 0 1 0 0,0 0 0 0 0,0-1-1 0 0,0 1 1 0 0,0-1 0 0 0,0 0 0 0 0,1 1-1 0 0,-1-2 1 0 0,0 1 0 0 0,1 0 0 0 0,-1-1-1 0 0,1 1 1 0 0,-1-1 0 0 0,1 0 0 0 0,-1 0-1 0 0,1 0 1 0 0,-1-1 0 0 0,0 1-1 0 0,1-1 1 0 0,1 0-4 0 0,2-1 38 0 0,1 0 0 0 0,-1-1 0 0 0,0 0 0 0 0,0 0 0 0 0,0-1 0 0 0,-1 1 1 0 0,1-1-1 0 0,-1-1 0 0 0,2-2-38 0 0,8-7 61 0 0,-2-2 1 0 0,0 0 0 0 0,-1-1 0 0 0,0 0-1 0 0,-1-1 1 0 0,-2 0 0 0 0,1-1 0 0 0,-2 0 0 0 0,6-18-62 0 0,2-9 172 0 0,-3-1 0 0 0,-1-1 0 0 0,4-36-172 0 0,-10 47 30 0 0,-2 11 24 0 0,-1 0 0 0 0,-1 0 0 0 0,-1-9-54 0 0,-1 34 24 0 0,-1 1 1 0 0,0-1 0 0 0,0 0 0 0 0,0 0 0 0 0,0 0-1 0 0,0 0 1 0 0,0 0 0 0 0,0 0 0 0 0,0 0 0 0 0,0 0-1 0 0,-1 0 1 0 0,1 0 0 0 0,0 0 0 0 0,-1 0 0 0 0,1 0-1 0 0,0 1 1 0 0,-1-1 0 0 0,1 0 0 0 0,-1 0 0 0 0,0 0-1 0 0,1 1 1 0 0,-1-1 0 0 0,0 0-25 0 0,0 1 7 0 0,1 0 0 0 0,-1 0 0 0 0,0 0 0 0 0,0 0 0 0 0,1 0 0 0 0,-1 0 0 0 0,0 1 0 0 0,1-1 0 0 0,-1 0 0 0 0,0 1-1 0 0,1-1 1 0 0,-1 0 0 0 0,1 1 0 0 0,-1-1 0 0 0,0 1 0 0 0,1-1 0 0 0,-1 1 0 0 0,1-1 0 0 0,-1 1 0 0 0,1-1 0 0 0,0 1 0 0 0,-1 0-7 0 0,-22 35-19 0 0,12 42 19 0 0,8-65 0 0 0,0 1 0 0 0,1-1 0 0 0,0 1 0 0 0,1 0 0 0 0,1 0 0 0 0,0 0 0 0 0,0-1 0 0 0,4 14 0 0 0,3 15 0 0 0,3-1 0 0 0,4 10 0 0 0,-5-21 0 0 0,-6-21 0 0 0,1 0 0 0 0,1-1 0 0 0,0 0 0 0 0,0 0 0 0 0,0 0 0 0 0,1-1 0 0 0,4 5 0 0 0,32 40-2286 0 0,-40-51 1140 0 0,-2-1-6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9:03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214 581 9216 0 0,'0'0'706'0'0,"-32"12"29"0"0,-27 48 1128 0 0,37-29-1815 0 0,2 1 0 0 0,2 0 0 0 0,-5 14-48 0 0,16-30 14 0 0,1 0 0 0 0,0 0 0 0 0,2 1 0 0 0,0-1 0 0 0,0 1 0 0 0,2 0 0 0 0,0 0 0 0 0,1 11-14 0 0,0 8 1 0 0,0-28-2 0 0,0 0 0 0 0,1 0 0 0 0,0 0 0 0 0,0 0 0 0 0,1 0 0 0 0,0 0 1 0 0,1 0-1 0 0,-1-1 0 0 0,1 1 0 0 0,1 0 0 0 0,0-1 0 0 0,0 0 0 0 0,0 0 0 0 0,1 0 1 0 0,2 4 0 0 0,-5-7-25 0 0,0-3 23 0 0,-1 0 1 0 0,0 0-1 0 0,1 0 1 0 0,-1 1-1 0 0,1-1 1 0 0,-1 0-1 0 0,1 0 0 0 0,0 0 1 0 0,0 0-1 0 0,-1 0 1 0 0,1 0-1 0 0,0 0 1 0 0,0-1-1 0 0,0 1 1 0 0,0 0-1 0 0,0 0 1 0 0,0-1-1 0 0,0 1 1 0 0,0 0-1 0 0,0-1 1 0 0,0 1-1 0 0,1-1 1 0 0,0 1 1 0 0,6 0 30 0 0,-4-2 18 0 0,-1-1 1 0 0,1 1-1 0 0,-1-1 0 0 0,0 0 0 0 0,0 0 0 0 0,0 0 0 0 0,0 0 0 0 0,0-1 0 0 0,0 1 0 0 0,0-1 1 0 0,-1 0-1 0 0,1 0 0 0 0,-1 0 0 0 0,0 0 0 0 0,0 0 0 0 0,0 0 0 0 0,0-1-48 0 0,5-6 186 0 0,16-26 82 0 0,-1 0 0 0 0,-2-2-1 0 0,-2-1 1 0 0,-2 0 0 0 0,-1-1 0 0 0,0-5-268 0 0,1 0 151 0 0,17-60 125 0 0,19-108-276 0 0,-8 29-4 0 0,-31 127 41 0 0,-2-1 0 0 0,1-27-37 0 0,-10 19 70 0 0,-2 64 4 0 0,0 2-4 0 0,0 13 142 0 0,-10 35-27 0 0,-1 0 1 0 0,-6 10-186 0 0,-22 91 0 0 0,-2 49 0 0 0,36-168 0 0 0,-31 185-126 0 0,3 85 126 0 0,32-291-188 0 0,1 0 0 0 0,1 0 0 0 0,0 0 0 0 0,0 0 1 0 0,0 0-1 0 0,1 0 0 0 0,1 0 0 0 0,0 0 0 0 0,1 2 188 0 0,5 4-1318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9:04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238 444 3680 0 0,'-69'112'10072'0'0,"51"-83"-10075"0"0,0-1-12 0 0,1 0-1 0 0,1 1 1 0 0,2 1-1 0 0,0 0 1 0 0,-4 20 15 0 0,1 2-84 0 0,12-42 81 0 0,1 0 0 0 0,1 0 0 0 0,0 0 1 0 0,0 0-1 0 0,1 0 0 0 0,0 1 0 0 0,1-1 0 0 0,0 1 0 0 0,1 0 1 0 0,1 8 2 0 0,-1-15 0 0 0,1-1 0 0 0,-1 1 0 0 0,0-1-1 0 0,-1 1 1 0 0,1 0 0 0 0,-1-1 0 0 0,1 1 0 0 0,-1-1 0 0 0,0 1 0 0 0,0-1 0 0 0,-1 3 0 0 0,-4 13-11 0 0,5-10-48 0 0,1-7 15 0 0,3-2 69 0 0,0-1 1 0 0,1 1-1 0 0,-1-1 1 0 0,0 0-1 0 0,0 0 0 0 0,0 0 1 0 0,0 0-1 0 0,0-1 1 0 0,0 1-1 0 0,0-1 1 0 0,-1 0-1 0 0,1 1 0 0 0,0-1 1 0 0,1-2-26 0 0,36-37 274 0 0,-21 20-125 0 0,5-6-77 0 0,-2-2 1 0 0,-1 0 0 0 0,-1-1-1 0 0,7-17-72 0 0,8-11 84 0 0,-20 32-9 0 0,-1-1 0 0 0,6-18-75 0 0,18-37 108 0 0,-22 51-32 0 0,-2-1 0 0 0,9-31-76 0 0,10-22 40 0 0,-19 54-42 0 0,-2-2 0 0 0,-1 1 1 0 0,-2-2-1 0 0,-1 1 0 0 0,-2-1 1 0 0,-1 0-1 0 0,-2 0 0 0 0,-1-2 2 0 0,-1 14-21 0 0,-1 10 428 0 0,-10 34-29 0 0,2 1-218 0 0,2 0 1 0 0,-4 24-161 0 0,-11 39 41 0 0,3-27-41 0 0,3 1 0 0 0,-7 59 0 0 0,2-8 0 0 0,13-69 0 0 0,2 0-1 0 0,0 27 1 0 0,1 1 1 0 0,1-18-8 0 0,2 1 0 0 0,2 0 0 0 0,3 0 0 0 0,7 32 7 0 0,5-27-411 0 0,-5-35-3997 0 0,-2-9-457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9:04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492 0 9216 0 0,'-11'24'976'0'0,"-210"584"1913"0"0,132-363-3338 0 0,64-165 257 0 0,-1 3-233 0 0,4 0 0 0 0,-1 21 425 0 0,18-83-204 0 0,-1 0 0 0 0,0 0 0 0 0,-2-1 0 0 0,-4 9 204 0 0,0-1-568 0 0,1-13-49 0 0,-4-1-20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9:05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0 198 6848 0 0,'57'-33'2052'0'0,"17"-15"-2052"0"0,39-23 2712 0 0,-101 64-2727 0 0,1 0 0 0 0,0 1-1 0 0,0 1 1 0 0,0 0 0 0 0,0 1 0 0 0,1 1 0 0 0,0 0 0 0 0,0 0 0 0 0,0 2 0 0 0,8-1 15 0 0,-3 2-301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9:05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1142 12552 0 0,'7'-64'1363'0'0,"-3"28"-1288"0"0,1 0-1 0 0,5-14-74 0 0,18-63 338 0 0,39-139 168 0 0,-48 195-473 0 0,1 2 0 0 0,4 0 1 0 0,13-21-34 0 0,10-20-15 0 0,18-33-149 0 0,-55 112 94 0 0,1 1 0 0 0,0 0-1 0 0,1 1 1 0 0,1 0 0 0 0,0 1 0 0 0,5-3 70 0 0,-17 16-23 0 0,0 0 1 0 0,0 0 0 0 0,0 0 0 0 0,0 0 0 0 0,0 0 0 0 0,0 0 0 0 0,0 0 0 0 0,0 0 0 0 0,1 1 0 0 0,-1-1 0 0 0,0 1 0 0 0,0-1 0 0 0,1 1 0 0 0,-1-1 0 0 0,0 1-1 0 0,1 0 1 0 0,-1-1 0 0 0,0 1 0 0 0,1 0 0 0 0,-1 0 0 0 0,1 0 0 0 0,0 0 22 0 0,-1 1-44 0 0,0-1 0 0 0,-1 1-1 0 0,1 0 1 0 0,0 0 0 0 0,0-1 0 0 0,-1 1 0 0 0,1 0-1 0 0,-1 0 1 0 0,1 0 0 0 0,-1-1 0 0 0,1 1 0 0 0,-1 0-1 0 0,1 0 1 0 0,-1 0 0 0 0,0 0 0 0 0,1 0 0 0 0,-1 0-1 0 0,0 0 1 0 0,0 0 0 0 0,0 0 0 0 0,0 0 0 0 0,0 1 44 0 0,0 7-214 0 0,0 1 0 0 0,0-1 0 0 0,-2 1 0 0 0,1-1 0 0 0,-2 6 214 0 0,-7 25-409 0 0,2-5-3 0 0,-2 0 1 0 0,-6 14 411 0 0,-7 18-493 0 0,-9 47 493 0 0,7-23-111 0 0,15-30 142 0 0,10-51 149 0 0,-1-1-1 0 0,0 1 1 0 0,-1-1-1 0 0,0 1 1 0 0,-4 7-180 0 0,5-15 300 0 0,1-1-243 0 0,1 0 1 0 0,-1-1-1 0 0,0 1 0 0 0,0-1 0 0 0,0 1 1 0 0,1 0-1 0 0,-1-1 0 0 0,0 1 0 0 0,0-1 1 0 0,1 1-1 0 0,-1-1 0 0 0,1 1 1 0 0,-1-1-1 0 0,0 1 0 0 0,1-1 0 0 0,-1 0 1 0 0,1 1-1 0 0,-1-1 0 0 0,1 1 0 0 0,-1-1 1 0 0,1 0-1 0 0,-1 0 0 0 0,1 1-57 0 0,36-12 446 0 0,-35 10-370 0 0,11-7 56 0 0,-7 3-131 0 0,1 0 0 0 0,-1 0 0 0 0,1 1 0 0 0,0 0 0 0 0,1 0 0 0 0,-1 0 0 0 0,1 1 0 0 0,-1 0 0 0 0,1 1 1 0 0,0-1-1 0 0,7 0-1 0 0,-2 3 0 0 0,-4 3 0 0 0,-7-1 0 0 0,-1-1 0 0 0,0 1 0 0 0,0-1 0 0 0,0 1 0 0 0,0-1 0 0 0,0 1 0 0 0,0 0 0 0 0,-1-1 0 0 0,1 1 0 0 0,0 0 0 0 0,-1-1 0 0 0,1 1 0 0 0,-1 0 0 0 0,0 0 0 0 0,0 0 0 0 0,0-1 0 0 0,0 1 0 0 0,0 1 0 0 0,1 1 0 0 0,1 10 6 0 0,-1 0 0 0 0,0 0-1 0 0,-1 0 1 0 0,0 0 0 0 0,-1 1 0 0 0,-1-1 0 0 0,0 0 0 0 0,-1-1 0 0 0,0 2-6 0 0,-6 34 21 0 0,1-12 50 0 0,-1 0-1 0 0,-2 0 1 0 0,-3 3-71 0 0,0 2-475 0 0,2 0 1 0 0,-1 10 474 0 0,12-36-3075 0 0,1-6-1019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9:05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0 8376 0 0,'-3'7'108'0'0,"1"-1"0"0"0,0 1 0 0 0,0 0 1 0 0,1 0-1 0 0,0 0 0 0 0,0 0 0 0 0,1 0 0 0 0,-1 0 1 0 0,2 3-109 0 0,-2 8 506 0 0,-3 4-11 0 0,-1 1 0 0 0,-1-1 1 0 0,-1 0-1 0 0,-1-1 1 0 0,-1 1-1 0 0,-3 3-495 0 0,-2 6 187 0 0,1 1 0 0 0,-1 11-187 0 0,-2-5 26 0 0,12-31-272 0 0,0 1 1 0 0,1-1-1 0 0,0 1 0 0 0,0 0 1 0 0,0 5 245 0 0,2 5-4320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9:06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393 1 11288 0 0,'0'0'256'0'0,"0"1"-202"0"0,0 0 1 0 0,0 0 0 0 0,-1 0 0 0 0,1 0 0 0 0,-1 0 0 0 0,1 1-1 0 0,-1-1 1 0 0,1 0 0 0 0,-1 0 0 0 0,0 0 0 0 0,0 0 0 0 0,1-1-1 0 0,-1 1 1 0 0,0 0 0 0 0,0 0 0 0 0,0 0-55 0 0,-9 5 30 0 0,0 1-1 0 0,1 0 1 0 0,0 0-1 0 0,0 1 1 0 0,-2 3-30 0 0,4-4 29 0 0,-1 1 0 0 0,0-1 0 0 0,-1 0 0 0 0,0-1 1 0 0,0 0-1 0 0,0-1 0 0 0,-4 2-29 0 0,-94 39 75 0 0,103-45-77 0 0,0 1 1 0 0,1 0 0 0 0,-1 0 0 0 0,1 0 0 0 0,-1 0-1 0 0,1 1 1 0 0,0-1 0 0 0,0 1 0 0 0,0 0 0 0 0,0 0-1 0 0,1 0 1 0 0,-1 0 0 0 0,1 0 0 0 0,0 1 0 0 0,0-1-1 0 0,0 1 1 0 0,-1 3 1 0 0,0 1-5 0 0,1 1-1 0 0,1-1 0 0 0,-1 1 1 0 0,2-1-1 0 0,-1 1 0 0 0,1 6 6 0 0,-3 30-9 0 0,3 41 9 0 0,0 21 160 0 0,0-99-110 0 0,0 1 0 0 0,0-1 1 0 0,1 1-1 0 0,0 0 0 0 0,0-1 1 0 0,2 2-51 0 0,-2-5 37 0 0,1-1 0 0 0,-1 1 1 0 0,0 0-1 0 0,-1 0 0 0 0,1 0 0 0 0,-1-1 1 0 0,0 1-1 0 0,0 0 0 0 0,0 0 1 0 0,-1 0-1 0 0,0 0 0 0 0,0 0 0 0 0,0-1 1 0 0,0 1-1 0 0,-1 0 0 0 0,1-1 1 0 0,-3 3-38 0 0,3-4-42 0 0,-1-1 0 0 0,1 1 0 0 0,-1 0 0 0 0,0-1 0 0 0,0 0 0 0 0,0 1 0 0 0,-1-1 0 0 0,1 0 1 0 0,0 0-1 0 0,-1 0 0 0 0,1-1 0 0 0,-1 1 0 0 0,0-1 0 0 0,1 1 0 0 0,-1-1 0 0 0,0 0 0 0 0,0 0 1 0 0,0 0-1 0 0,0 0 0 0 0,0 0 0 0 0,0-1 0 0 0,0 0 0 0 0,0 1 0 0 0,-3-1 42 0 0,-10 0-4586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19:06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 15520 0 0,'0'0'344'0'0,"-6"14"72"0"0,6-14 7 0 0,0 0 9 0 0,-6 14-344 0 0,6-6-88 0 0,0-8 0 0 0,-4 18 0 0 0,4-18-192 0 0,0 0-48 0 0,0 0-16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6T16:21:02.6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5927 696 10592 0 0,'-13'-17'257'0'0,"-1"0"0"0"0,0 1 0 0 0,-1 0 0 0 0,0 1 1 0 0,-2 1-1 0 0,1 0 0 0 0,-2 2 0 0 0,0 0 0 0 0,-1 0-257 0 0,-26-15 1608 0 0,-2 2-1 0 0,-1 2 1 0 0,-47-15-1608 0 0,28 16 495 0 0,-1 3 0 0 0,-51-7-495 0 0,-8 8-210 0 0,0 5 0 0 0,-1 5 0 0 0,-17 7 210 0 0,-150 15 550 0 0,244-9-490 0 0,0 1 0 0 0,1 3 0 0 0,-11 5-60 0 0,-79 14 68 0 0,-24 4-45 0 0,0 7-1 0 0,-82 36-22 0 0,86-27 113 0 0,-67 23 81 0 0,136-43-121 0 0,2 4-1 0 0,-42 23-72 0 0,-169 91 58 0 0,129-60-58 0 0,-74 46 485 0 0,-219 160-485 0 0,464-292 0 0 0,-69 44 151 0 0,-17 10-77 0 0,3 4 0 0 0,2 3-1 0 0,3 4 1 0 0,-2 8-74 0 0,16-12 209 0 0,-34 21-209 0 0,-24 23 33 0 0,11 4-33 0 0,43-41 0 0 0,-51 38 0 0 0,72-64 22 0 0,1 1-1 0 0,3 3 0 0 0,-37 49-21 0 0,52-56 0 0 0,2 0 0 0 0,-4 13 0 0 0,-9 14 0 0 0,16-25 42 0 0,1 0-1 0 0,-14 43-41 0 0,-18 34 53 0 0,42-93-40 0 0,1 1-1 0 0,2 0 0 0 0,-3 12-12 0 0,-10 30 27 0 0,11-31-19 0 0,1 0 0 0 0,2 1-1 0 0,1 0 1 0 0,1 21-8 0 0,3-39 23 0 0,-3 57 50 0 0,4 55-73 0 0,2-129 1 0 0,1 17-1 0 0,1 0 0 0 0,1 0 0 0 0,2 7 0 0 0,5 38 0 0 0,-7-44 0 0 0,2 0 0 0 0,0-1 0 0 0,1 1 0 0 0,3 4 0 0 0,6 23 0 0 0,-2-9 0 0 0,1 0 0 0 0,2-2 0 0 0,2 0 0 0 0,3 2 0 0 0,1 2 0 0 0,-13-26 5 0 0,0 0 0 0 0,2 0-1 0 0,0-1 1 0 0,3 1-5 0 0,-2-1 18 0 0,-1 1 0 0 0,0 0-1 0 0,8 14-17 0 0,-7-9 50 0 0,1 0 0 0 0,1-2 0 0 0,1 1-1 0 0,1-2 1 0 0,16 16-50 0 0,6 5 75 0 0,6 5-53 0 0,49 36-22 0 0,-57-49 44 0 0,61 37-7 0 0,-31-23 114 0 0,-38-27-46 0 0,0-1 1 0 0,1-1 0 0 0,5 1-106 0 0,24 11 41 0 0,191 89-126 0 0,-125-67 168 0 0,-28-12-49 0 0,13 6 61 0 0,2-4 1 0 0,1-5-1 0 0,94 15-95 0 0,350 39 189 0 0,400 6 168 0 0,-506-91-357 0 0,-225-6 0 0 0,74-8-21 0 0,1 0 16 0 0,15 5 79 0 0,138-28-74 0 0,-100-13 0 0 0,-203 26 11 0 0,230-44 29 0 0,-105 17-27 0 0,-151 22-13 0 0,96-34 0 0 0,-177 48 0 0 0,589-205 54 0 0,-439 148 34 0 0,106-42 18 0 0,-164 51-106 0 0,52-36 0 0 0,-118 56 0 0 0,-2-3 0 0 0,-3-2 0 0 0,31-30 0 0 0,-51 37 1 0 0,25-20 4 0 0,-2-3 0 0 0,17-26-5 0 0,-48 47 28 0 0,-2 4-6 0 0,-2-1 1 0 0,-1-2-1 0 0,-2-2 0 0 0,20-37-22 0 0,-26 37 11 0 0,-2-2 0 0 0,-2 0-1 0 0,-1-1 1 0 0,-3-1 0 0 0,-1 0-1 0 0,-2-1 1 0 0,2-28-11 0 0,-3-20 173 0 0,-5 1-1 0 0,-3-1 1 0 0,-5-2-173 0 0,-2 43-32 0 0,-1 1 0 0 0,-3 0 0 0 0,-3 1 0 0 0,-1 0-1 0 0,-3 0 1 0 0,-5-8 32 0 0,-19-36 61 0 0,-5 3-1 0 0,-3 1 1 0 0,-5 2 0 0 0,-47-62-61 0 0,-1 18 104 0 0,-6 5 1 0 0,-71-64-105 0 0,86 99 178 0 0,-4 5 0 0 0,-85-61-178 0 0,-269-165 440 0 0,267 189-389 0 0,-5 8 0 0 0,-5 9-1 0 0,-141-55-50 0 0,160 90 0 0 0,-79-17 0 0 0,-187-44 0 0 0,331 102 0 0 0,-114-30 7 0 0,-2 11 0 0 0,-2 9-1 0 0,-102-1-6 0 0,151 30 5 0 0,0 7 0 0 0,0 8 0 0 0,0 8 0 0 0,-136 26-5 0 0,178-15-19 0 0,-303 53 98 0 0,267-38-208 0 0,-89 34 129 0 0,126-29-122 0 0,-59 17-306 0 0,3 8-1 0 0,-76 43 429 0 0,228-91-188 0 0,-231 118-854 0 0,200-95-241 0 0,3 2 0 0 0,1 3-1 0 0,0 4 1284 0 0,-52 54-1777 0 0,18-7-13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C881A-287E-4120-820B-18420F91E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8A6FB-70F5-4F25-AC17-675D98AF2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9A78C-1C72-44B4-A45E-660171F7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CD11-AF09-4B8D-B690-E8B0F810A4F8}" type="datetimeFigureOut">
              <a:rPr lang="en-IE" smtClean="0"/>
              <a:t>26/03/2020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AF822-2FD4-42F3-924F-848125E3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02E9E-1AA0-49B1-BA03-79195A17E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BA11-5A36-496F-86B0-8828D348A71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78424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4FB66-C03D-4387-A43A-DD7FBD824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175E1-760F-48D7-86A8-144981E59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496E1-99B2-468F-8C12-971CCB7EC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CD11-AF09-4B8D-B690-E8B0F810A4F8}" type="datetimeFigureOut">
              <a:rPr lang="en-IE" smtClean="0"/>
              <a:t>26/03/2020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85BB7-6FC2-4E25-AD75-962CFA55C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6BFC-B442-44E6-84E7-C0FC78E0D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BA11-5A36-496F-86B0-8828D348A71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3699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3C32B-4418-453A-9B03-8D9C56C3E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0C7E3-1E96-42DD-8470-941A334E4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06C35-CAC5-48E8-A129-5467D219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CD11-AF09-4B8D-B690-E8B0F810A4F8}" type="datetimeFigureOut">
              <a:rPr lang="en-IE" smtClean="0"/>
              <a:t>26/03/2020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3D3FB-8CD7-4C79-88DE-D0C34519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B4C8C-9E20-40EB-BD38-959D0040B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BA11-5A36-496F-86B0-8828D348A71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79803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BB16C-4FE1-4BA0-926C-31691BFEA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77CE5-444A-40DC-AE84-F0D27BB416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6C9EB-2A2B-4F46-A637-96A91DABB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6B06A-FCCC-4289-BD13-8B0B414B4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CD11-AF09-4B8D-B690-E8B0F810A4F8}" type="datetimeFigureOut">
              <a:rPr lang="en-IE" smtClean="0"/>
              <a:t>26/03/2020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BA503-32A0-4E4D-8091-E48AAB1F3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C1E6EE-287A-4C71-A232-52578518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BA11-5A36-496F-86B0-8828D348A71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70613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235C8-17D9-4A38-A0D4-6DBCC97F4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98A62-36C7-431B-A77C-6CB0E27B0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D5953-4948-435C-9D3E-569DC9D5A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B2C292-625D-4487-A22C-F4A6FA382D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EB25C1-B495-4CDB-95FA-41CA4FEFFA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BCAE4D-FA33-4B5F-917C-1915ED1A0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CD11-AF09-4B8D-B690-E8B0F810A4F8}" type="datetimeFigureOut">
              <a:rPr lang="en-IE" smtClean="0"/>
              <a:t>26/03/2020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3A53C9-BA6B-4C31-B4E0-190E9C521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EBBD74-ED11-45F3-9B58-36D246D89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BA11-5A36-496F-86B0-8828D348A71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06425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6AAE4-D983-4DA4-BBB6-0B980ABBD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BC6412-C6FD-4EEF-9568-A804B6AEC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CD11-AF09-4B8D-B690-E8B0F810A4F8}" type="datetimeFigureOut">
              <a:rPr lang="en-IE" smtClean="0"/>
              <a:t>26/03/2020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F8F40-A0DB-4CCE-B3C8-1EF9C20CF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CE758B-F135-402A-B821-9630DDD5A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BA11-5A36-496F-86B0-8828D348A71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94811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466B6C-A3CD-44E3-82FF-9E5E39C6E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CD11-AF09-4B8D-B690-E8B0F810A4F8}" type="datetimeFigureOut">
              <a:rPr lang="en-IE" smtClean="0"/>
              <a:t>26/03/2020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27CA9-0E5F-4BF3-AA38-10C7ECF7E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83589-0F1C-4B2B-98C4-A5144C65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BA11-5A36-496F-86B0-8828D348A71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17271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D7022-3E5E-4C94-BF81-2E2EC439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CDA6D-3C2D-4DCB-B5D8-C1D04B68F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9D462-6BCF-45D2-BA16-63FF470C9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F3EBB1-0712-4731-8537-57253367B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CD11-AF09-4B8D-B690-E8B0F810A4F8}" type="datetimeFigureOut">
              <a:rPr lang="en-IE" smtClean="0"/>
              <a:t>26/03/2020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BE332-360D-4AED-B2E5-4D999D797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D7678-C06F-4274-82BD-507A46F15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BA11-5A36-496F-86B0-8828D348A71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679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94739-998A-4771-8895-295DF4B2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1F590-CA8F-4619-9F6D-BAB659A37D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EFE54-97F2-4962-9708-8574DBE0D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85756-2D93-405D-A758-85B075781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CD11-AF09-4B8D-B690-E8B0F810A4F8}" type="datetimeFigureOut">
              <a:rPr lang="en-IE" smtClean="0"/>
              <a:t>26/03/2020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3610D-FC37-4D92-91D9-307E40E11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EB33E-108F-4AB6-98A5-1431AAB5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BA11-5A36-496F-86B0-8828D348A71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40479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BDD98-667E-40F3-9149-63170F6F8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375DA-4E8B-4EB2-87F9-AE7E2D7DD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53029-8203-413F-BFEA-5C56E033B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CD11-AF09-4B8D-B690-E8B0F810A4F8}" type="datetimeFigureOut">
              <a:rPr lang="en-IE" smtClean="0"/>
              <a:t>26/03/2020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D271B-F789-44B9-B7C2-B9C429D3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776A5-47D3-415B-8409-392DA4E1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BA11-5A36-496F-86B0-8828D348A71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34898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1C587B-DAF1-46BE-9622-131B1A6FCE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B1C16-DE4F-4611-AAA3-6E05E726A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A9785-24A3-4F77-AF07-A6DEA2716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CD11-AF09-4B8D-B690-E8B0F810A4F8}" type="datetimeFigureOut">
              <a:rPr lang="en-IE" smtClean="0"/>
              <a:t>26/03/2020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3C063-3211-4BBA-8AAA-5F46639D3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34438-CA2D-4697-B7E3-4712887B5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BA11-5A36-496F-86B0-8828D348A71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5379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72884-B7FF-4F94-8E40-94803EE4A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1FAF83-7AC5-4632-9559-552706A0D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25EFB-E2C6-4C04-984B-6AC70D8BF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CD11-AF09-4B8D-B690-E8B0F810A4F8}" type="datetimeFigureOut">
              <a:rPr lang="en-IE" smtClean="0"/>
              <a:t>26/03/2020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3C650-0216-412C-85F5-2E566DE92E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B6A21-6A3C-4481-A8A5-5AEA70840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0BA11-5A36-496F-86B0-8828D348A71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69216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0.xml"/><Relationship Id="rId21" Type="http://schemas.openxmlformats.org/officeDocument/2006/relationships/customXml" Target="../ink/ink12.xml"/><Relationship Id="rId42" Type="http://schemas.openxmlformats.org/officeDocument/2006/relationships/image" Target="../media/image27.png"/><Relationship Id="rId63" Type="http://schemas.openxmlformats.org/officeDocument/2006/relationships/customXml" Target="../ink/ink33.xml"/><Relationship Id="rId84" Type="http://schemas.openxmlformats.org/officeDocument/2006/relationships/image" Target="../media/image48.png"/><Relationship Id="rId16" Type="http://schemas.openxmlformats.org/officeDocument/2006/relationships/image" Target="../media/image14.png"/><Relationship Id="rId107" Type="http://schemas.openxmlformats.org/officeDocument/2006/relationships/customXml" Target="../ink/ink55.xml"/><Relationship Id="rId11" Type="http://schemas.openxmlformats.org/officeDocument/2006/relationships/customXml" Target="../ink/ink7.xml"/><Relationship Id="rId32" Type="http://schemas.openxmlformats.org/officeDocument/2006/relationships/image" Target="../media/image22.png"/><Relationship Id="rId37" Type="http://schemas.openxmlformats.org/officeDocument/2006/relationships/customXml" Target="../ink/ink20.xml"/><Relationship Id="rId53" Type="http://schemas.openxmlformats.org/officeDocument/2006/relationships/customXml" Target="../ink/ink28.xml"/><Relationship Id="rId58" Type="http://schemas.openxmlformats.org/officeDocument/2006/relationships/image" Target="../media/image35.png"/><Relationship Id="rId74" Type="http://schemas.openxmlformats.org/officeDocument/2006/relationships/image" Target="../media/image43.png"/><Relationship Id="rId79" Type="http://schemas.openxmlformats.org/officeDocument/2006/relationships/customXml" Target="../ink/ink41.xml"/><Relationship Id="rId102" Type="http://schemas.openxmlformats.org/officeDocument/2006/relationships/image" Target="../media/image57.png"/><Relationship Id="rId123" Type="http://schemas.openxmlformats.org/officeDocument/2006/relationships/customXml" Target="../ink/ink63.xml"/><Relationship Id="rId128" Type="http://schemas.openxmlformats.org/officeDocument/2006/relationships/image" Target="../media/image70.png"/><Relationship Id="rId5" Type="http://schemas.openxmlformats.org/officeDocument/2006/relationships/customXml" Target="../ink/ink4.xml"/><Relationship Id="rId90" Type="http://schemas.openxmlformats.org/officeDocument/2006/relationships/image" Target="../media/image51.png"/><Relationship Id="rId95" Type="http://schemas.openxmlformats.org/officeDocument/2006/relationships/customXml" Target="../ink/ink49.xml"/><Relationship Id="rId22" Type="http://schemas.openxmlformats.org/officeDocument/2006/relationships/image" Target="../media/image17.png"/><Relationship Id="rId27" Type="http://schemas.openxmlformats.org/officeDocument/2006/relationships/customXml" Target="../ink/ink15.xml"/><Relationship Id="rId43" Type="http://schemas.openxmlformats.org/officeDocument/2006/relationships/customXml" Target="../ink/ink23.xml"/><Relationship Id="rId48" Type="http://schemas.openxmlformats.org/officeDocument/2006/relationships/image" Target="../media/image30.png"/><Relationship Id="rId64" Type="http://schemas.openxmlformats.org/officeDocument/2006/relationships/image" Target="../media/image38.png"/><Relationship Id="rId69" Type="http://schemas.openxmlformats.org/officeDocument/2006/relationships/customXml" Target="../ink/ink36.xml"/><Relationship Id="rId113" Type="http://schemas.openxmlformats.org/officeDocument/2006/relationships/customXml" Target="../ink/ink58.xml"/><Relationship Id="rId118" Type="http://schemas.openxmlformats.org/officeDocument/2006/relationships/image" Target="../media/image65.png"/><Relationship Id="rId134" Type="http://schemas.openxmlformats.org/officeDocument/2006/relationships/customXml" Target="../ink/ink69.xml"/><Relationship Id="rId80" Type="http://schemas.openxmlformats.org/officeDocument/2006/relationships/image" Target="../media/image46.png"/><Relationship Id="rId85" Type="http://schemas.openxmlformats.org/officeDocument/2006/relationships/customXml" Target="../ink/ink44.xml"/><Relationship Id="rId12" Type="http://schemas.openxmlformats.org/officeDocument/2006/relationships/image" Target="../media/image12.png"/><Relationship Id="rId17" Type="http://schemas.openxmlformats.org/officeDocument/2006/relationships/customXml" Target="../ink/ink10.xml"/><Relationship Id="rId33" Type="http://schemas.openxmlformats.org/officeDocument/2006/relationships/customXml" Target="../ink/ink18.xml"/><Relationship Id="rId38" Type="http://schemas.openxmlformats.org/officeDocument/2006/relationships/image" Target="../media/image25.png"/><Relationship Id="rId59" Type="http://schemas.openxmlformats.org/officeDocument/2006/relationships/customXml" Target="../ink/ink31.xml"/><Relationship Id="rId103" Type="http://schemas.openxmlformats.org/officeDocument/2006/relationships/customXml" Target="../ink/ink53.xml"/><Relationship Id="rId108" Type="http://schemas.openxmlformats.org/officeDocument/2006/relationships/image" Target="../media/image60.png"/><Relationship Id="rId124" Type="http://schemas.openxmlformats.org/officeDocument/2006/relationships/image" Target="../media/image68.png"/><Relationship Id="rId129" Type="http://schemas.openxmlformats.org/officeDocument/2006/relationships/customXml" Target="../ink/ink66.xml"/><Relationship Id="rId54" Type="http://schemas.openxmlformats.org/officeDocument/2006/relationships/image" Target="../media/image33.png"/><Relationship Id="rId70" Type="http://schemas.openxmlformats.org/officeDocument/2006/relationships/image" Target="../media/image41.png"/><Relationship Id="rId75" Type="http://schemas.openxmlformats.org/officeDocument/2006/relationships/customXml" Target="../ink/ink39.xml"/><Relationship Id="rId91" Type="http://schemas.openxmlformats.org/officeDocument/2006/relationships/customXml" Target="../ink/ink47.xml"/><Relationship Id="rId9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23" Type="http://schemas.openxmlformats.org/officeDocument/2006/relationships/customXml" Target="../ink/ink13.xml"/><Relationship Id="rId28" Type="http://schemas.openxmlformats.org/officeDocument/2006/relationships/image" Target="../media/image20.png"/><Relationship Id="rId49" Type="http://schemas.openxmlformats.org/officeDocument/2006/relationships/customXml" Target="../ink/ink26.xml"/><Relationship Id="rId114" Type="http://schemas.openxmlformats.org/officeDocument/2006/relationships/image" Target="../media/image63.png"/><Relationship Id="rId119" Type="http://schemas.openxmlformats.org/officeDocument/2006/relationships/customXml" Target="../ink/ink61.xml"/><Relationship Id="rId44" Type="http://schemas.openxmlformats.org/officeDocument/2006/relationships/image" Target="../media/image28.png"/><Relationship Id="rId60" Type="http://schemas.openxmlformats.org/officeDocument/2006/relationships/image" Target="../media/image36.png"/><Relationship Id="rId65" Type="http://schemas.openxmlformats.org/officeDocument/2006/relationships/customXml" Target="../ink/ink34.xml"/><Relationship Id="rId81" Type="http://schemas.openxmlformats.org/officeDocument/2006/relationships/customXml" Target="../ink/ink42.xml"/><Relationship Id="rId86" Type="http://schemas.openxmlformats.org/officeDocument/2006/relationships/image" Target="../media/image49.png"/><Relationship Id="rId130" Type="http://schemas.openxmlformats.org/officeDocument/2006/relationships/image" Target="../media/image71.png"/><Relationship Id="rId135" Type="http://schemas.openxmlformats.org/officeDocument/2006/relationships/image" Target="../media/image73.png"/><Relationship Id="rId13" Type="http://schemas.openxmlformats.org/officeDocument/2006/relationships/customXml" Target="../ink/ink8.xml"/><Relationship Id="rId18" Type="http://schemas.openxmlformats.org/officeDocument/2006/relationships/image" Target="../media/image15.png"/><Relationship Id="rId39" Type="http://schemas.openxmlformats.org/officeDocument/2006/relationships/customXml" Target="../ink/ink21.xml"/><Relationship Id="rId109" Type="http://schemas.openxmlformats.org/officeDocument/2006/relationships/customXml" Target="../ink/ink56.xml"/><Relationship Id="rId34" Type="http://schemas.openxmlformats.org/officeDocument/2006/relationships/image" Target="../media/image23.png"/><Relationship Id="rId50" Type="http://schemas.openxmlformats.org/officeDocument/2006/relationships/image" Target="../media/image31.png"/><Relationship Id="rId55" Type="http://schemas.openxmlformats.org/officeDocument/2006/relationships/customXml" Target="../ink/ink29.xml"/><Relationship Id="rId76" Type="http://schemas.openxmlformats.org/officeDocument/2006/relationships/image" Target="../media/image44.png"/><Relationship Id="rId97" Type="http://schemas.openxmlformats.org/officeDocument/2006/relationships/customXml" Target="../ink/ink50.xml"/><Relationship Id="rId104" Type="http://schemas.openxmlformats.org/officeDocument/2006/relationships/image" Target="../media/image58.png"/><Relationship Id="rId120" Type="http://schemas.openxmlformats.org/officeDocument/2006/relationships/image" Target="../media/image66.png"/><Relationship Id="rId125" Type="http://schemas.openxmlformats.org/officeDocument/2006/relationships/customXml" Target="../ink/ink64.xml"/><Relationship Id="rId7" Type="http://schemas.openxmlformats.org/officeDocument/2006/relationships/customXml" Target="../ink/ink5.xml"/><Relationship Id="rId71" Type="http://schemas.openxmlformats.org/officeDocument/2006/relationships/customXml" Target="../ink/ink37.xml"/><Relationship Id="rId92" Type="http://schemas.openxmlformats.org/officeDocument/2006/relationships/image" Target="../media/image52.png"/><Relationship Id="rId2" Type="http://schemas.openxmlformats.org/officeDocument/2006/relationships/image" Target="../media/image7.png"/><Relationship Id="rId29" Type="http://schemas.openxmlformats.org/officeDocument/2006/relationships/customXml" Target="../ink/ink16.xml"/><Relationship Id="rId24" Type="http://schemas.openxmlformats.org/officeDocument/2006/relationships/image" Target="../media/image18.png"/><Relationship Id="rId40" Type="http://schemas.openxmlformats.org/officeDocument/2006/relationships/image" Target="../media/image26.png"/><Relationship Id="rId45" Type="http://schemas.openxmlformats.org/officeDocument/2006/relationships/customXml" Target="../ink/ink24.xml"/><Relationship Id="rId66" Type="http://schemas.openxmlformats.org/officeDocument/2006/relationships/image" Target="../media/image39.png"/><Relationship Id="rId87" Type="http://schemas.openxmlformats.org/officeDocument/2006/relationships/customXml" Target="../ink/ink45.xml"/><Relationship Id="rId110" Type="http://schemas.openxmlformats.org/officeDocument/2006/relationships/image" Target="../media/image61.png"/><Relationship Id="rId115" Type="http://schemas.openxmlformats.org/officeDocument/2006/relationships/customXml" Target="../ink/ink59.xml"/><Relationship Id="rId131" Type="http://schemas.openxmlformats.org/officeDocument/2006/relationships/customXml" Target="../ink/ink67.xml"/><Relationship Id="rId61" Type="http://schemas.openxmlformats.org/officeDocument/2006/relationships/customXml" Target="../ink/ink32.xml"/><Relationship Id="rId82" Type="http://schemas.openxmlformats.org/officeDocument/2006/relationships/image" Target="../media/image47.png"/><Relationship Id="rId19" Type="http://schemas.openxmlformats.org/officeDocument/2006/relationships/customXml" Target="../ink/ink11.xml"/><Relationship Id="rId14" Type="http://schemas.openxmlformats.org/officeDocument/2006/relationships/image" Target="../media/image13.png"/><Relationship Id="rId30" Type="http://schemas.openxmlformats.org/officeDocument/2006/relationships/image" Target="../media/image21.png"/><Relationship Id="rId35" Type="http://schemas.openxmlformats.org/officeDocument/2006/relationships/customXml" Target="../ink/ink19.xml"/><Relationship Id="rId56" Type="http://schemas.openxmlformats.org/officeDocument/2006/relationships/image" Target="../media/image34.png"/><Relationship Id="rId77" Type="http://schemas.openxmlformats.org/officeDocument/2006/relationships/customXml" Target="../ink/ink40.xml"/><Relationship Id="rId100" Type="http://schemas.openxmlformats.org/officeDocument/2006/relationships/image" Target="../media/image56.png"/><Relationship Id="rId105" Type="http://schemas.openxmlformats.org/officeDocument/2006/relationships/customXml" Target="../ink/ink54.xml"/><Relationship Id="rId126" Type="http://schemas.openxmlformats.org/officeDocument/2006/relationships/image" Target="../media/image69.png"/><Relationship Id="rId8" Type="http://schemas.openxmlformats.org/officeDocument/2006/relationships/image" Target="../media/image10.png"/><Relationship Id="rId51" Type="http://schemas.openxmlformats.org/officeDocument/2006/relationships/customXml" Target="../ink/ink27.xml"/><Relationship Id="rId72" Type="http://schemas.openxmlformats.org/officeDocument/2006/relationships/image" Target="../media/image42.png"/><Relationship Id="rId93" Type="http://schemas.openxmlformats.org/officeDocument/2006/relationships/customXml" Target="../ink/ink48.xml"/><Relationship Id="rId98" Type="http://schemas.openxmlformats.org/officeDocument/2006/relationships/image" Target="../media/image55.png"/><Relationship Id="rId121" Type="http://schemas.openxmlformats.org/officeDocument/2006/relationships/customXml" Target="../ink/ink62.xml"/><Relationship Id="rId3" Type="http://schemas.openxmlformats.org/officeDocument/2006/relationships/customXml" Target="../ink/ink3.xml"/><Relationship Id="rId25" Type="http://schemas.openxmlformats.org/officeDocument/2006/relationships/customXml" Target="../ink/ink14.xml"/><Relationship Id="rId46" Type="http://schemas.openxmlformats.org/officeDocument/2006/relationships/image" Target="../media/image29.png"/><Relationship Id="rId67" Type="http://schemas.openxmlformats.org/officeDocument/2006/relationships/customXml" Target="../ink/ink35.xml"/><Relationship Id="rId116" Type="http://schemas.openxmlformats.org/officeDocument/2006/relationships/image" Target="../media/image64.png"/><Relationship Id="rId20" Type="http://schemas.openxmlformats.org/officeDocument/2006/relationships/image" Target="../media/image16.png"/><Relationship Id="rId41" Type="http://schemas.openxmlformats.org/officeDocument/2006/relationships/customXml" Target="../ink/ink22.xml"/><Relationship Id="rId62" Type="http://schemas.openxmlformats.org/officeDocument/2006/relationships/image" Target="../media/image37.png"/><Relationship Id="rId83" Type="http://schemas.openxmlformats.org/officeDocument/2006/relationships/customXml" Target="../ink/ink43.xml"/><Relationship Id="rId88" Type="http://schemas.openxmlformats.org/officeDocument/2006/relationships/image" Target="../media/image50.png"/><Relationship Id="rId111" Type="http://schemas.openxmlformats.org/officeDocument/2006/relationships/customXml" Target="../ink/ink57.xml"/><Relationship Id="rId132" Type="http://schemas.openxmlformats.org/officeDocument/2006/relationships/image" Target="../media/image72.png"/><Relationship Id="rId15" Type="http://schemas.openxmlformats.org/officeDocument/2006/relationships/customXml" Target="../ink/ink9.xml"/><Relationship Id="rId36" Type="http://schemas.openxmlformats.org/officeDocument/2006/relationships/image" Target="../media/image24.png"/><Relationship Id="rId57" Type="http://schemas.openxmlformats.org/officeDocument/2006/relationships/customXml" Target="../ink/ink30.xml"/><Relationship Id="rId106" Type="http://schemas.openxmlformats.org/officeDocument/2006/relationships/image" Target="../media/image59.png"/><Relationship Id="rId127" Type="http://schemas.openxmlformats.org/officeDocument/2006/relationships/customXml" Target="../ink/ink65.xml"/><Relationship Id="rId10" Type="http://schemas.openxmlformats.org/officeDocument/2006/relationships/image" Target="../media/image11.png"/><Relationship Id="rId31" Type="http://schemas.openxmlformats.org/officeDocument/2006/relationships/customXml" Target="../ink/ink17.xml"/><Relationship Id="rId52" Type="http://schemas.openxmlformats.org/officeDocument/2006/relationships/image" Target="../media/image32.png"/><Relationship Id="rId73" Type="http://schemas.openxmlformats.org/officeDocument/2006/relationships/customXml" Target="../ink/ink38.xml"/><Relationship Id="rId78" Type="http://schemas.openxmlformats.org/officeDocument/2006/relationships/image" Target="../media/image45.png"/><Relationship Id="rId94" Type="http://schemas.openxmlformats.org/officeDocument/2006/relationships/image" Target="../media/image53.png"/><Relationship Id="rId99" Type="http://schemas.openxmlformats.org/officeDocument/2006/relationships/customXml" Target="../ink/ink51.xml"/><Relationship Id="rId101" Type="http://schemas.openxmlformats.org/officeDocument/2006/relationships/customXml" Target="../ink/ink52.xml"/><Relationship Id="rId122" Type="http://schemas.openxmlformats.org/officeDocument/2006/relationships/image" Target="../media/image67.png"/><Relationship Id="rId4" Type="http://schemas.openxmlformats.org/officeDocument/2006/relationships/image" Target="../media/image8.png"/><Relationship Id="rId9" Type="http://schemas.openxmlformats.org/officeDocument/2006/relationships/customXml" Target="../ink/ink6.xml"/><Relationship Id="rId26" Type="http://schemas.openxmlformats.org/officeDocument/2006/relationships/image" Target="../media/image19.png"/><Relationship Id="rId47" Type="http://schemas.openxmlformats.org/officeDocument/2006/relationships/customXml" Target="../ink/ink25.xml"/><Relationship Id="rId68" Type="http://schemas.openxmlformats.org/officeDocument/2006/relationships/image" Target="../media/image40.png"/><Relationship Id="rId89" Type="http://schemas.openxmlformats.org/officeDocument/2006/relationships/customXml" Target="../ink/ink46.xml"/><Relationship Id="rId112" Type="http://schemas.openxmlformats.org/officeDocument/2006/relationships/image" Target="../media/image62.png"/><Relationship Id="rId133" Type="http://schemas.openxmlformats.org/officeDocument/2006/relationships/customXml" Target="../ink/ink6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5.xml"/><Relationship Id="rId18" Type="http://schemas.openxmlformats.org/officeDocument/2006/relationships/image" Target="../media/image83.png"/><Relationship Id="rId26" Type="http://schemas.openxmlformats.org/officeDocument/2006/relationships/image" Target="../media/image87.png"/><Relationship Id="rId39" Type="http://schemas.openxmlformats.org/officeDocument/2006/relationships/customXml" Target="../ink/ink88.xml"/><Relationship Id="rId21" Type="http://schemas.openxmlformats.org/officeDocument/2006/relationships/customXml" Target="../ink/ink79.xml"/><Relationship Id="rId34" Type="http://schemas.openxmlformats.org/officeDocument/2006/relationships/image" Target="../media/image91.png"/><Relationship Id="rId42" Type="http://schemas.openxmlformats.org/officeDocument/2006/relationships/image" Target="../media/image95.png"/><Relationship Id="rId47" Type="http://schemas.openxmlformats.org/officeDocument/2006/relationships/customXml" Target="../ink/ink92.xml"/><Relationship Id="rId50" Type="http://schemas.openxmlformats.org/officeDocument/2006/relationships/image" Target="../media/image99.png"/><Relationship Id="rId7" Type="http://schemas.openxmlformats.org/officeDocument/2006/relationships/customXml" Target="../ink/ink72.xml"/><Relationship Id="rId2" Type="http://schemas.openxmlformats.org/officeDocument/2006/relationships/image" Target="../media/image75.png"/><Relationship Id="rId16" Type="http://schemas.openxmlformats.org/officeDocument/2006/relationships/image" Target="../media/image82.png"/><Relationship Id="rId29" Type="http://schemas.openxmlformats.org/officeDocument/2006/relationships/customXml" Target="../ink/ink83.xml"/><Relationship Id="rId11" Type="http://schemas.openxmlformats.org/officeDocument/2006/relationships/customXml" Target="../ink/ink74.xml"/><Relationship Id="rId24" Type="http://schemas.openxmlformats.org/officeDocument/2006/relationships/image" Target="../media/image86.png"/><Relationship Id="rId32" Type="http://schemas.openxmlformats.org/officeDocument/2006/relationships/image" Target="../media/image90.png"/><Relationship Id="rId37" Type="http://schemas.openxmlformats.org/officeDocument/2006/relationships/customXml" Target="../ink/ink87.xml"/><Relationship Id="rId40" Type="http://schemas.openxmlformats.org/officeDocument/2006/relationships/image" Target="../media/image94.png"/><Relationship Id="rId45" Type="http://schemas.openxmlformats.org/officeDocument/2006/relationships/customXml" Target="../ink/ink91.xml"/><Relationship Id="rId53" Type="http://schemas.openxmlformats.org/officeDocument/2006/relationships/customXml" Target="../ink/ink95.xml"/><Relationship Id="rId5" Type="http://schemas.openxmlformats.org/officeDocument/2006/relationships/customXml" Target="../ink/ink71.xml"/><Relationship Id="rId10" Type="http://schemas.openxmlformats.org/officeDocument/2006/relationships/image" Target="../media/image79.png"/><Relationship Id="rId19" Type="http://schemas.openxmlformats.org/officeDocument/2006/relationships/customXml" Target="../ink/ink78.xml"/><Relationship Id="rId31" Type="http://schemas.openxmlformats.org/officeDocument/2006/relationships/customXml" Target="../ink/ink84.xml"/><Relationship Id="rId44" Type="http://schemas.openxmlformats.org/officeDocument/2006/relationships/image" Target="../media/image96.png"/><Relationship Id="rId52" Type="http://schemas.openxmlformats.org/officeDocument/2006/relationships/image" Target="../media/image100.png"/><Relationship Id="rId4" Type="http://schemas.openxmlformats.org/officeDocument/2006/relationships/image" Target="../media/image76.png"/><Relationship Id="rId9" Type="http://schemas.openxmlformats.org/officeDocument/2006/relationships/customXml" Target="../ink/ink73.xml"/><Relationship Id="rId14" Type="http://schemas.openxmlformats.org/officeDocument/2006/relationships/image" Target="../media/image81.png"/><Relationship Id="rId22" Type="http://schemas.openxmlformats.org/officeDocument/2006/relationships/image" Target="../media/image85.png"/><Relationship Id="rId27" Type="http://schemas.openxmlformats.org/officeDocument/2006/relationships/customXml" Target="../ink/ink82.xml"/><Relationship Id="rId30" Type="http://schemas.openxmlformats.org/officeDocument/2006/relationships/image" Target="../media/image89.png"/><Relationship Id="rId35" Type="http://schemas.openxmlformats.org/officeDocument/2006/relationships/customXml" Target="../ink/ink86.xml"/><Relationship Id="rId43" Type="http://schemas.openxmlformats.org/officeDocument/2006/relationships/customXml" Target="../ink/ink90.xml"/><Relationship Id="rId48" Type="http://schemas.openxmlformats.org/officeDocument/2006/relationships/image" Target="../media/image98.png"/><Relationship Id="rId8" Type="http://schemas.openxmlformats.org/officeDocument/2006/relationships/image" Target="../media/image78.png"/><Relationship Id="rId51" Type="http://schemas.openxmlformats.org/officeDocument/2006/relationships/customXml" Target="../ink/ink94.xml"/><Relationship Id="rId3" Type="http://schemas.openxmlformats.org/officeDocument/2006/relationships/customXml" Target="../ink/ink70.xml"/><Relationship Id="rId12" Type="http://schemas.openxmlformats.org/officeDocument/2006/relationships/image" Target="../media/image80.png"/><Relationship Id="rId17" Type="http://schemas.openxmlformats.org/officeDocument/2006/relationships/customXml" Target="../ink/ink77.xml"/><Relationship Id="rId25" Type="http://schemas.openxmlformats.org/officeDocument/2006/relationships/customXml" Target="../ink/ink81.xml"/><Relationship Id="rId33" Type="http://schemas.openxmlformats.org/officeDocument/2006/relationships/customXml" Target="../ink/ink85.xml"/><Relationship Id="rId38" Type="http://schemas.openxmlformats.org/officeDocument/2006/relationships/image" Target="../media/image93.png"/><Relationship Id="rId46" Type="http://schemas.openxmlformats.org/officeDocument/2006/relationships/image" Target="../media/image97.png"/><Relationship Id="rId20" Type="http://schemas.openxmlformats.org/officeDocument/2006/relationships/image" Target="../media/image84.png"/><Relationship Id="rId41" Type="http://schemas.openxmlformats.org/officeDocument/2006/relationships/customXml" Target="../ink/ink89.xml"/><Relationship Id="rId54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5" Type="http://schemas.openxmlformats.org/officeDocument/2006/relationships/customXml" Target="../ink/ink76.xml"/><Relationship Id="rId23" Type="http://schemas.openxmlformats.org/officeDocument/2006/relationships/customXml" Target="../ink/ink80.xml"/><Relationship Id="rId28" Type="http://schemas.openxmlformats.org/officeDocument/2006/relationships/image" Target="../media/image88.png"/><Relationship Id="rId36" Type="http://schemas.openxmlformats.org/officeDocument/2006/relationships/image" Target="../media/image92.png"/><Relationship Id="rId49" Type="http://schemas.openxmlformats.org/officeDocument/2006/relationships/customXml" Target="../ink/ink9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customXml" Target="../ink/ink101.xml"/><Relationship Id="rId18" Type="http://schemas.openxmlformats.org/officeDocument/2006/relationships/image" Target="../media/image110.png"/><Relationship Id="rId26" Type="http://schemas.openxmlformats.org/officeDocument/2006/relationships/image" Target="../media/image114.png"/><Relationship Id="rId3" Type="http://schemas.openxmlformats.org/officeDocument/2006/relationships/customXml" Target="../ink/ink96.xml"/><Relationship Id="rId21" Type="http://schemas.openxmlformats.org/officeDocument/2006/relationships/customXml" Target="../ink/ink105.xml"/><Relationship Id="rId7" Type="http://schemas.openxmlformats.org/officeDocument/2006/relationships/customXml" Target="../ink/ink98.xml"/><Relationship Id="rId12" Type="http://schemas.openxmlformats.org/officeDocument/2006/relationships/image" Target="../media/image107.png"/><Relationship Id="rId17" Type="http://schemas.openxmlformats.org/officeDocument/2006/relationships/customXml" Target="../ink/ink103.xml"/><Relationship Id="rId25" Type="http://schemas.openxmlformats.org/officeDocument/2006/relationships/customXml" Target="../ink/ink107.xml"/><Relationship Id="rId2" Type="http://schemas.openxmlformats.org/officeDocument/2006/relationships/image" Target="../media/image102.png"/><Relationship Id="rId16" Type="http://schemas.openxmlformats.org/officeDocument/2006/relationships/image" Target="../media/image109.png"/><Relationship Id="rId20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11" Type="http://schemas.openxmlformats.org/officeDocument/2006/relationships/customXml" Target="../ink/ink100.xml"/><Relationship Id="rId24" Type="http://schemas.openxmlformats.org/officeDocument/2006/relationships/image" Target="../media/image113.png"/><Relationship Id="rId5" Type="http://schemas.openxmlformats.org/officeDocument/2006/relationships/customXml" Target="../ink/ink97.xml"/><Relationship Id="rId15" Type="http://schemas.openxmlformats.org/officeDocument/2006/relationships/customXml" Target="../ink/ink102.xml"/><Relationship Id="rId23" Type="http://schemas.openxmlformats.org/officeDocument/2006/relationships/customXml" Target="../ink/ink106.xml"/><Relationship Id="rId10" Type="http://schemas.openxmlformats.org/officeDocument/2006/relationships/image" Target="../media/image106.png"/><Relationship Id="rId19" Type="http://schemas.openxmlformats.org/officeDocument/2006/relationships/customXml" Target="../ink/ink104.xml"/><Relationship Id="rId4" Type="http://schemas.openxmlformats.org/officeDocument/2006/relationships/image" Target="../media/image103.png"/><Relationship Id="rId9" Type="http://schemas.openxmlformats.org/officeDocument/2006/relationships/customXml" Target="../ink/ink99.xml"/><Relationship Id="rId14" Type="http://schemas.openxmlformats.org/officeDocument/2006/relationships/image" Target="../media/image108.png"/><Relationship Id="rId22" Type="http://schemas.openxmlformats.org/officeDocument/2006/relationships/image" Target="../media/image1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8.xml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DE1DE6A-18FA-43A0-A004-A96D425A0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87A594-1156-4343-A6C6-0AEC0238B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06" cy="6858000"/>
          </a:xfrm>
          <a:prstGeom prst="rect">
            <a:avLst/>
          </a:prstGeom>
          <a:ln>
            <a:noFill/>
          </a:ln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B43EB-8FC6-42C0-B12C-C692A97ED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2981" y="891540"/>
            <a:ext cx="4492277" cy="5071109"/>
          </a:xfrm>
        </p:spPr>
        <p:txBody>
          <a:bodyPr anchor="ctr">
            <a:normAutofit/>
          </a:bodyPr>
          <a:lstStyle/>
          <a:p>
            <a:pPr algn="r"/>
            <a:r>
              <a:rPr lang="en-GB">
                <a:solidFill>
                  <a:srgbClr val="FFFFFF"/>
                </a:solidFill>
              </a:rPr>
              <a:t>Magic Mirror Module</a:t>
            </a:r>
            <a:endParaRPr lang="en-IE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E405CC-D02D-418F-98E8-493AEE6CDE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4184" y="2199640"/>
            <a:ext cx="4775438" cy="2214338"/>
          </a:xfrm>
        </p:spPr>
        <p:txBody>
          <a:bodyPr anchor="ctr">
            <a:normAutofit/>
          </a:bodyPr>
          <a:lstStyle/>
          <a:p>
            <a:pPr algn="l"/>
            <a:r>
              <a:rPr lang="en-GB" sz="2000" dirty="0"/>
              <a:t>Basic Set up for </a:t>
            </a:r>
            <a:r>
              <a:rPr lang="en-GB" sz="2000" dirty="0" err="1"/>
              <a:t>ServerOnly</a:t>
            </a:r>
            <a:r>
              <a:rPr lang="en-GB" sz="2000" dirty="0"/>
              <a:t> operation</a:t>
            </a:r>
            <a:endParaRPr lang="en-IE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2B8551-2CBB-4D65-A9E0-120D17D50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1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DA3E7-8FDC-474D-97EF-8DF94B554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196" y="72285"/>
            <a:ext cx="10515600" cy="1325563"/>
          </a:xfrm>
        </p:spPr>
        <p:txBody>
          <a:bodyPr/>
          <a:lstStyle/>
          <a:p>
            <a:r>
              <a:rPr lang="en-GB" dirty="0"/>
              <a:t>What we’ll make…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6F8DE-CB8C-44F1-BA41-18EBA422D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C97A31-29D9-4E03-AAF3-29D004690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196" y="1368375"/>
            <a:ext cx="7170604" cy="33411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B46BCC-EB06-4F11-8C7A-B13A49B4E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90" y="3038967"/>
            <a:ext cx="2504367" cy="35033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77B3B3-4DD2-4E68-9E8F-C09E58C71263}"/>
              </a:ext>
            </a:extLst>
          </p:cNvPr>
          <p:cNvSpPr txBox="1"/>
          <p:nvPr/>
        </p:nvSpPr>
        <p:spPr>
          <a:xfrm>
            <a:off x="1342417" y="2947481"/>
            <a:ext cx="1040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M5 Buoy</a:t>
            </a:r>
            <a:endParaRPr lang="en-IE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2CDD6E-A25A-4464-BFDB-3F4065CB3FBD}"/>
              </a:ext>
            </a:extLst>
          </p:cNvPr>
          <p:cNvSpPr txBox="1"/>
          <p:nvPr/>
        </p:nvSpPr>
        <p:spPr>
          <a:xfrm>
            <a:off x="7256787" y="999043"/>
            <a:ext cx="1438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Magic Mirror</a:t>
            </a:r>
            <a:endParaRPr lang="en-IE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EF6849A-CF2F-4091-B33D-D0770D468D9B}"/>
              </a:ext>
            </a:extLst>
          </p:cNvPr>
          <p:cNvGrpSpPr/>
          <p:nvPr/>
        </p:nvGrpSpPr>
        <p:grpSpPr>
          <a:xfrm>
            <a:off x="2660997" y="1354220"/>
            <a:ext cx="8902440" cy="4696560"/>
            <a:chOff x="2660997" y="1354220"/>
            <a:chExt cx="8902440" cy="469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74F94E6-AD15-49FC-A19B-6AC1B47BDA16}"/>
                    </a:ext>
                  </a:extLst>
                </p14:cNvPr>
                <p14:cNvContentPartPr/>
                <p14:nvPr/>
              </p14:nvContentPartPr>
              <p14:xfrm>
                <a:off x="2660997" y="2426660"/>
                <a:ext cx="8053560" cy="3624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74F94E6-AD15-49FC-A19B-6AC1B47BDA1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52357" y="2417660"/>
                  <a:ext cx="8071200" cy="36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000EDD1-E266-4F09-8545-653D30AA7FB7}"/>
                    </a:ext>
                  </a:extLst>
                </p14:cNvPr>
                <p14:cNvContentPartPr/>
                <p14:nvPr/>
              </p14:nvContentPartPr>
              <p14:xfrm>
                <a:off x="10114437" y="1354220"/>
                <a:ext cx="1449000" cy="1162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000EDD1-E266-4F09-8545-653D30AA7FB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05797" y="1345580"/>
                  <a:ext cx="1466640" cy="1180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24966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8043C-3C8C-4335-A230-EF35B57C6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Clone and Install Magic Mirror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08D1C-D63F-43FA-A4E8-13C814FCF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8D2D0B-8034-4381-926E-1759F619D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172325" cy="1209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0E4E43-0FFA-4599-A91A-2F9098BF3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39" y="3313584"/>
            <a:ext cx="10925175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820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0743C-1568-470D-9316-B27B018D3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Update /config.config.js</a:t>
            </a:r>
            <a:endParaRPr lang="en-IE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EA2417-7E02-4BE6-93B9-907F5DF1AE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8186" y="1874372"/>
            <a:ext cx="3510265" cy="278303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F4477F1-9566-49A0-9965-72B922ABC7A4}"/>
                  </a:ext>
                </a:extLst>
              </p14:cNvPr>
              <p14:cNvContentPartPr/>
              <p14:nvPr/>
            </p14:nvContentPartPr>
            <p14:xfrm>
              <a:off x="717717" y="1439180"/>
              <a:ext cx="4218840" cy="1740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F4477F1-9566-49A0-9965-72B922ABC7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8717" y="1430180"/>
                <a:ext cx="4236480" cy="175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D762361-386E-42E9-A8D5-922A28EDA765}"/>
                  </a:ext>
                </a:extLst>
              </p14:cNvPr>
              <p14:cNvContentPartPr/>
              <p14:nvPr/>
            </p14:nvContentPartPr>
            <p14:xfrm>
              <a:off x="10860357" y="3278060"/>
              <a:ext cx="367200" cy="4370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D762361-386E-42E9-A8D5-922A28EDA76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51357" y="3269420"/>
                <a:ext cx="384840" cy="45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4F088759-D3CB-453C-B71F-F1A006E62CD9}"/>
              </a:ext>
            </a:extLst>
          </p:cNvPr>
          <p:cNvGrpSpPr/>
          <p:nvPr/>
        </p:nvGrpSpPr>
        <p:grpSpPr>
          <a:xfrm>
            <a:off x="11331237" y="2481380"/>
            <a:ext cx="525240" cy="1870920"/>
            <a:chOff x="11331237" y="2481380"/>
            <a:chExt cx="525240" cy="187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191D663-AE4A-4607-B2A2-7A9ABFBCE1CA}"/>
                    </a:ext>
                  </a:extLst>
                </p14:cNvPr>
                <p14:cNvContentPartPr/>
                <p14:nvPr/>
              </p14:nvContentPartPr>
              <p14:xfrm>
                <a:off x="11470197" y="2481380"/>
                <a:ext cx="338040" cy="1318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191D663-AE4A-4607-B2A2-7A9ABFBCE1C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461197" y="2472740"/>
                  <a:ext cx="355680" cy="13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2C43393-33F1-4D13-87BC-78766479B5C9}"/>
                    </a:ext>
                  </a:extLst>
                </p14:cNvPr>
                <p14:cNvContentPartPr/>
                <p14:nvPr/>
              </p14:nvContentPartPr>
              <p14:xfrm>
                <a:off x="11510157" y="2655620"/>
                <a:ext cx="207000" cy="891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2C43393-33F1-4D13-87BC-78766479B5C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501157" y="2646620"/>
                  <a:ext cx="224640" cy="90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F090A03-7902-4F32-A755-E4AD81E20D9F}"/>
                    </a:ext>
                  </a:extLst>
                </p14:cNvPr>
                <p14:cNvContentPartPr/>
                <p14:nvPr/>
              </p14:nvContentPartPr>
              <p14:xfrm>
                <a:off x="11603397" y="2605940"/>
                <a:ext cx="189000" cy="851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F090A03-7902-4F32-A755-E4AD81E20D9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594757" y="2596940"/>
                  <a:ext cx="206640" cy="86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133691A-10BD-4B64-90DD-9BFE538D2C6C}"/>
                    </a:ext>
                  </a:extLst>
                </p14:cNvPr>
                <p14:cNvContentPartPr/>
                <p14:nvPr/>
              </p14:nvContentPartPr>
              <p14:xfrm>
                <a:off x="11331237" y="4051700"/>
                <a:ext cx="153360" cy="300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133691A-10BD-4B64-90DD-9BFE538D2C6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322237" y="4043060"/>
                  <a:ext cx="1710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9CC12D1-FBA2-4B62-8E65-B008F417FFF0}"/>
                    </a:ext>
                  </a:extLst>
                </p14:cNvPr>
                <p14:cNvContentPartPr/>
                <p14:nvPr/>
              </p14:nvContentPartPr>
              <p14:xfrm>
                <a:off x="11548317" y="2582540"/>
                <a:ext cx="308160" cy="974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9CC12D1-FBA2-4B62-8E65-B008F417FFF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539677" y="2573540"/>
                  <a:ext cx="325800" cy="99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9C312A5-AD18-466D-8293-09B5FDFE1A7B}"/>
                  </a:ext>
                </a:extLst>
              </p14:cNvPr>
              <p14:cNvContentPartPr/>
              <p14:nvPr/>
            </p14:nvContentPartPr>
            <p14:xfrm>
              <a:off x="1135317" y="3404420"/>
              <a:ext cx="3669840" cy="1600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9C312A5-AD18-466D-8293-09B5FDFE1A7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26317" y="3395780"/>
                <a:ext cx="3687480" cy="161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CA4936E-E12C-4AD3-8681-E9A4F0993B5B}"/>
                  </a:ext>
                </a:extLst>
              </p14:cNvPr>
              <p14:cNvContentPartPr/>
              <p14:nvPr/>
            </p14:nvContentPartPr>
            <p14:xfrm>
              <a:off x="3746037" y="3268700"/>
              <a:ext cx="2003400" cy="1104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CA4936E-E12C-4AD3-8681-E9A4F0993B5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37037" y="3259700"/>
                <a:ext cx="2021040" cy="11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C73D114-8B3E-4A3A-83A3-707B49812B24}"/>
                  </a:ext>
                </a:extLst>
              </p14:cNvPr>
              <p14:cNvContentPartPr/>
              <p14:nvPr/>
            </p14:nvContentPartPr>
            <p14:xfrm>
              <a:off x="6096117" y="2388860"/>
              <a:ext cx="774360" cy="1179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C73D114-8B3E-4A3A-83A3-707B49812B2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087477" y="2379860"/>
                <a:ext cx="792000" cy="11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C5B7FB0-36F5-43FF-A822-5AB783D98EAE}"/>
                  </a:ext>
                </a:extLst>
              </p14:cNvPr>
              <p14:cNvContentPartPr/>
              <p14:nvPr/>
            </p14:nvContentPartPr>
            <p14:xfrm>
              <a:off x="6892437" y="3068180"/>
              <a:ext cx="155160" cy="5094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C5B7FB0-36F5-43FF-A822-5AB783D98EA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883797" y="3059180"/>
                <a:ext cx="172800" cy="52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5DF5D9C-532D-4203-8EF3-4DC0F0C4F3B1}"/>
                  </a:ext>
                </a:extLst>
              </p14:cNvPr>
              <p14:cNvContentPartPr/>
              <p14:nvPr/>
            </p14:nvContentPartPr>
            <p14:xfrm>
              <a:off x="7162437" y="3114620"/>
              <a:ext cx="402840" cy="3117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5DF5D9C-532D-4203-8EF3-4DC0F0C4F3B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153797" y="3105980"/>
                <a:ext cx="42048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7C7DA23-1082-4895-9C4A-D50B0F554411}"/>
                  </a:ext>
                </a:extLst>
              </p14:cNvPr>
              <p14:cNvContentPartPr/>
              <p14:nvPr/>
            </p14:nvContentPartPr>
            <p14:xfrm>
              <a:off x="7487157" y="3068180"/>
              <a:ext cx="295920" cy="394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7C7DA23-1082-4895-9C4A-D50B0F55441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478517" y="3059180"/>
                <a:ext cx="31356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F342E5F-7B2D-4CD9-9969-0B32254C2D1C}"/>
                  </a:ext>
                </a:extLst>
              </p14:cNvPr>
              <p14:cNvContentPartPr/>
              <p14:nvPr/>
            </p14:nvContentPartPr>
            <p14:xfrm>
              <a:off x="8483277" y="3204620"/>
              <a:ext cx="264600" cy="3740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F342E5F-7B2D-4CD9-9969-0B32254C2D1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474637" y="3195980"/>
                <a:ext cx="28224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FF84633-F5E3-4A35-A0E4-53A9EC1845DD}"/>
                  </a:ext>
                </a:extLst>
              </p14:cNvPr>
              <p14:cNvContentPartPr/>
              <p14:nvPr/>
            </p14:nvContentPartPr>
            <p14:xfrm>
              <a:off x="8971077" y="2429540"/>
              <a:ext cx="199080" cy="1371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FF84633-F5E3-4A35-A0E4-53A9EC1845D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962077" y="2420540"/>
                <a:ext cx="216720" cy="138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CC04C3B-5A89-4972-AE07-0BC1911CC8B7}"/>
                  </a:ext>
                </a:extLst>
              </p14:cNvPr>
              <p14:cNvContentPartPr/>
              <p14:nvPr/>
            </p14:nvContentPartPr>
            <p14:xfrm>
              <a:off x="9271317" y="2361500"/>
              <a:ext cx="145800" cy="11901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CC04C3B-5A89-4972-AE07-0BC1911CC8B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262317" y="2352500"/>
                <a:ext cx="163440" cy="12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8FDDCA3-A481-4C55-9D95-9355C0E5567E}"/>
                  </a:ext>
                </a:extLst>
              </p14:cNvPr>
              <p14:cNvContentPartPr/>
              <p14:nvPr/>
            </p14:nvContentPartPr>
            <p14:xfrm>
              <a:off x="6082437" y="4428260"/>
              <a:ext cx="24120" cy="781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8FDDCA3-A481-4C55-9D95-9355C0E5567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073797" y="4419260"/>
                <a:ext cx="4176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8AE1661-6CF6-436C-A3D5-0CD48A7139B7}"/>
                  </a:ext>
                </a:extLst>
              </p14:cNvPr>
              <p14:cNvContentPartPr/>
              <p14:nvPr/>
            </p14:nvContentPartPr>
            <p14:xfrm>
              <a:off x="10160157" y="2421260"/>
              <a:ext cx="178560" cy="1266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8AE1661-6CF6-436C-A3D5-0CD48A7139B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151157" y="2412260"/>
                <a:ext cx="196200" cy="12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338C35E-8DFF-4D8C-A944-C5075FF2A15D}"/>
                  </a:ext>
                </a:extLst>
              </p14:cNvPr>
              <p14:cNvContentPartPr/>
              <p14:nvPr/>
            </p14:nvContentPartPr>
            <p14:xfrm>
              <a:off x="10523037" y="2580020"/>
              <a:ext cx="331920" cy="10760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338C35E-8DFF-4D8C-A944-C5075FF2A15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514037" y="2571020"/>
                <a:ext cx="349560" cy="10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FE05885-9B30-4D8C-90DB-7B84BB47DEAF}"/>
                  </a:ext>
                </a:extLst>
              </p14:cNvPr>
              <p14:cNvContentPartPr/>
              <p14:nvPr/>
            </p14:nvContentPartPr>
            <p14:xfrm>
              <a:off x="10601517" y="2467700"/>
              <a:ext cx="519120" cy="6267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FE05885-9B30-4D8C-90DB-7B84BB47DEA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592517" y="2458700"/>
                <a:ext cx="536760" cy="6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82AE6CD-3B01-424A-828E-F0066A6C4FCD}"/>
                  </a:ext>
                </a:extLst>
              </p14:cNvPr>
              <p14:cNvContentPartPr/>
              <p14:nvPr/>
            </p14:nvContentPartPr>
            <p14:xfrm>
              <a:off x="6017997" y="3957380"/>
              <a:ext cx="276840" cy="5749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82AE6CD-3B01-424A-828E-F0066A6C4FCD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009357" y="3948740"/>
                <a:ext cx="294480" cy="59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8501FC8-A92E-44CF-9C20-7ED03D8AC726}"/>
                  </a:ext>
                </a:extLst>
              </p14:cNvPr>
              <p14:cNvContentPartPr/>
              <p14:nvPr/>
            </p14:nvContentPartPr>
            <p14:xfrm>
              <a:off x="6289077" y="4347260"/>
              <a:ext cx="358200" cy="2206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8501FC8-A92E-44CF-9C20-7ED03D8AC726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280077" y="4338620"/>
                <a:ext cx="37584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D298E3B-49DE-49D3-BD3B-A041584FDC53}"/>
                  </a:ext>
                </a:extLst>
              </p14:cNvPr>
              <p14:cNvContentPartPr/>
              <p14:nvPr/>
            </p14:nvContentPartPr>
            <p14:xfrm>
              <a:off x="8942277" y="4616540"/>
              <a:ext cx="41040" cy="2836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D298E3B-49DE-49D3-BD3B-A041584FDC5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933637" y="4607540"/>
                <a:ext cx="5868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6DA72CD-6A43-4B6E-8A41-854578083206}"/>
                  </a:ext>
                </a:extLst>
              </p14:cNvPr>
              <p14:cNvContentPartPr/>
              <p14:nvPr/>
            </p14:nvContentPartPr>
            <p14:xfrm>
              <a:off x="9043437" y="4266260"/>
              <a:ext cx="502200" cy="7131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6DA72CD-6A43-4B6E-8A41-854578083206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034797" y="4257620"/>
                <a:ext cx="519840" cy="73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67A9875-0E60-4705-84F2-92EA32500B89}"/>
                  </a:ext>
                </a:extLst>
              </p14:cNvPr>
              <p14:cNvContentPartPr/>
              <p14:nvPr/>
            </p14:nvContentPartPr>
            <p14:xfrm>
              <a:off x="9872157" y="4306940"/>
              <a:ext cx="365760" cy="7099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67A9875-0E60-4705-84F2-92EA32500B8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863517" y="4297940"/>
                <a:ext cx="383400" cy="72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6AA9CDD-2AB8-48D8-B719-EE738FF9B26B}"/>
                  </a:ext>
                </a:extLst>
              </p14:cNvPr>
              <p14:cNvContentPartPr/>
              <p14:nvPr/>
            </p14:nvContentPartPr>
            <p14:xfrm>
              <a:off x="10226037" y="4859180"/>
              <a:ext cx="188640" cy="30024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6AA9CDD-2AB8-48D8-B719-EE738FF9B26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217397" y="4850540"/>
                <a:ext cx="20628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B9D6C56-D7B9-4988-BD26-4E032C9183E9}"/>
                  </a:ext>
                </a:extLst>
              </p14:cNvPr>
              <p14:cNvContentPartPr/>
              <p14:nvPr/>
            </p14:nvContentPartPr>
            <p14:xfrm>
              <a:off x="5828277" y="4960340"/>
              <a:ext cx="346680" cy="6588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B9D6C56-D7B9-4988-BD26-4E032C9183E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819277" y="4951340"/>
                <a:ext cx="364320" cy="67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F8CFBF1B-B064-4917-809A-6A7DBE9F304D}"/>
                  </a:ext>
                </a:extLst>
              </p14:cNvPr>
              <p14:cNvContentPartPr/>
              <p14:nvPr/>
            </p14:nvContentPartPr>
            <p14:xfrm>
              <a:off x="6341277" y="5058260"/>
              <a:ext cx="129600" cy="2926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F8CFBF1B-B064-4917-809A-6A7DBE9F304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332637" y="5049260"/>
                <a:ext cx="14724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6D1FB96-4C40-4EEC-9C8A-C2E050E4A316}"/>
                  </a:ext>
                </a:extLst>
              </p14:cNvPr>
              <p14:cNvContentPartPr/>
              <p14:nvPr/>
            </p14:nvContentPartPr>
            <p14:xfrm>
              <a:off x="6522357" y="5128100"/>
              <a:ext cx="167400" cy="2379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6D1FB96-4C40-4EEC-9C8A-C2E050E4A316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513357" y="5119460"/>
                <a:ext cx="18504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A14A06A-1BE5-4293-8FDD-12F8FCCB0B4A}"/>
                  </a:ext>
                </a:extLst>
              </p14:cNvPr>
              <p14:cNvContentPartPr/>
              <p14:nvPr/>
            </p14:nvContentPartPr>
            <p14:xfrm>
              <a:off x="6762837" y="5154020"/>
              <a:ext cx="168480" cy="2181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A14A06A-1BE5-4293-8FDD-12F8FCCB0B4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753837" y="5145380"/>
                <a:ext cx="18612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2A8BE7C-7053-4286-82D9-E499EE703623}"/>
                  </a:ext>
                </a:extLst>
              </p14:cNvPr>
              <p14:cNvContentPartPr/>
              <p14:nvPr/>
            </p14:nvContentPartPr>
            <p14:xfrm>
              <a:off x="7362237" y="5229980"/>
              <a:ext cx="182880" cy="3625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2A8BE7C-7053-4286-82D9-E499EE70362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353597" y="5220980"/>
                <a:ext cx="200520" cy="3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5421F2D-9FCC-41E4-A532-F60ABA9D3344}"/>
                  </a:ext>
                </a:extLst>
              </p14:cNvPr>
              <p14:cNvContentPartPr/>
              <p14:nvPr/>
            </p14:nvContentPartPr>
            <p14:xfrm>
              <a:off x="7596237" y="5332580"/>
              <a:ext cx="333000" cy="2570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5421F2D-9FCC-41E4-A532-F60ABA9D3344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587237" y="5323580"/>
                <a:ext cx="35064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833D7FD-2770-4D8A-96B7-F17A19720B24}"/>
                  </a:ext>
                </a:extLst>
              </p14:cNvPr>
              <p14:cNvContentPartPr/>
              <p14:nvPr/>
            </p14:nvContentPartPr>
            <p14:xfrm>
              <a:off x="8017797" y="5455340"/>
              <a:ext cx="148320" cy="2635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833D7FD-2770-4D8A-96B7-F17A19720B24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008797" y="5446700"/>
                <a:ext cx="16596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E2E5322-3D65-49D7-9031-8545D1AC9208}"/>
                  </a:ext>
                </a:extLst>
              </p14:cNvPr>
              <p14:cNvContentPartPr/>
              <p14:nvPr/>
            </p14:nvContentPartPr>
            <p14:xfrm>
              <a:off x="8784237" y="5566940"/>
              <a:ext cx="189000" cy="3430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E2E5322-3D65-49D7-9031-8545D1AC9208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775237" y="5557940"/>
                <a:ext cx="20664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758AE232-534A-4168-B1B1-C65059A3A1D7}"/>
                  </a:ext>
                </a:extLst>
              </p14:cNvPr>
              <p14:cNvContentPartPr/>
              <p14:nvPr/>
            </p14:nvContentPartPr>
            <p14:xfrm>
              <a:off x="9006357" y="5686100"/>
              <a:ext cx="226080" cy="3232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758AE232-534A-4168-B1B1-C65059A3A1D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997357" y="5677100"/>
                <a:ext cx="24372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4B67E41F-18E2-48B7-A778-5AB2F007AAB0}"/>
                  </a:ext>
                </a:extLst>
              </p14:cNvPr>
              <p14:cNvContentPartPr/>
              <p14:nvPr/>
            </p14:nvContentPartPr>
            <p14:xfrm>
              <a:off x="9388677" y="5415020"/>
              <a:ext cx="275760" cy="6195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4B67E41F-18E2-48B7-A778-5AB2F007AAB0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379677" y="5406380"/>
                <a:ext cx="293400" cy="63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BAE5916-8929-4E90-83C8-1654BB2A7F68}"/>
                  </a:ext>
                </a:extLst>
              </p14:cNvPr>
              <p14:cNvContentPartPr/>
              <p14:nvPr/>
            </p14:nvContentPartPr>
            <p14:xfrm>
              <a:off x="9667677" y="5944220"/>
              <a:ext cx="323280" cy="2210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BAE5916-8929-4E90-83C8-1654BB2A7F68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658677" y="5935220"/>
                <a:ext cx="34092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B49ECD1F-6B11-4B2D-964D-B7B773CC2BFE}"/>
                  </a:ext>
                </a:extLst>
              </p14:cNvPr>
              <p14:cNvContentPartPr/>
              <p14:nvPr/>
            </p14:nvContentPartPr>
            <p14:xfrm>
              <a:off x="10051437" y="6021620"/>
              <a:ext cx="121320" cy="2124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B49ECD1F-6B11-4B2D-964D-B7B773CC2BF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0042797" y="6012980"/>
                <a:ext cx="13896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AF00AD9-EF83-4CDC-9D6B-019332BAC488}"/>
                  </a:ext>
                </a:extLst>
              </p14:cNvPr>
              <p14:cNvContentPartPr/>
              <p14:nvPr/>
            </p14:nvContentPartPr>
            <p14:xfrm>
              <a:off x="10253397" y="6003980"/>
              <a:ext cx="202320" cy="2563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AF00AD9-EF83-4CDC-9D6B-019332BAC488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244757" y="5994980"/>
                <a:ext cx="21996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97B010A-A900-4B92-803E-5EF1F116DF9F}"/>
                  </a:ext>
                </a:extLst>
              </p14:cNvPr>
              <p14:cNvContentPartPr/>
              <p14:nvPr/>
            </p14:nvContentPartPr>
            <p14:xfrm>
              <a:off x="10465437" y="6086420"/>
              <a:ext cx="302760" cy="4561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97B010A-A900-4B92-803E-5EF1F116DF9F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456797" y="6077780"/>
                <a:ext cx="32040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22B8A98-9D57-4966-A41E-6B2B2BC4A0F3}"/>
                  </a:ext>
                </a:extLst>
              </p14:cNvPr>
              <p14:cNvContentPartPr/>
              <p14:nvPr/>
            </p14:nvContentPartPr>
            <p14:xfrm>
              <a:off x="10644717" y="5506460"/>
              <a:ext cx="318600" cy="10339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22B8A98-9D57-4966-A41E-6B2B2BC4A0F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0635717" y="5497460"/>
                <a:ext cx="336240" cy="10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D051EFA-5756-4A3F-B33A-8E783310138A}"/>
                  </a:ext>
                </a:extLst>
              </p14:cNvPr>
              <p14:cNvContentPartPr/>
              <p14:nvPr/>
            </p14:nvContentPartPr>
            <p14:xfrm>
              <a:off x="5302677" y="5784740"/>
              <a:ext cx="324360" cy="2959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D051EFA-5756-4A3F-B33A-8E783310138A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293677" y="5776100"/>
                <a:ext cx="34200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66A2D94F-DFAB-4BD9-BD87-CA5DCF611F42}"/>
                  </a:ext>
                </a:extLst>
              </p14:cNvPr>
              <p14:cNvContentPartPr/>
              <p14:nvPr/>
            </p14:nvContentPartPr>
            <p14:xfrm>
              <a:off x="5810277" y="6047540"/>
              <a:ext cx="360" cy="3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66A2D94F-DFAB-4BD9-BD87-CA5DCF611F42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801277" y="60389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E28D9955-A50F-4CCE-A77E-109A1C8D713A}"/>
                  </a:ext>
                </a:extLst>
              </p14:cNvPr>
              <p14:cNvContentPartPr/>
              <p14:nvPr/>
            </p14:nvContentPartPr>
            <p14:xfrm>
              <a:off x="5893437" y="5913260"/>
              <a:ext cx="261360" cy="4356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E28D9955-A50F-4CCE-A77E-109A1C8D713A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884797" y="5904260"/>
                <a:ext cx="27900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AFEC64D-50C9-481C-B79C-AA32633D508F}"/>
                  </a:ext>
                </a:extLst>
              </p14:cNvPr>
              <p14:cNvContentPartPr/>
              <p14:nvPr/>
            </p14:nvContentPartPr>
            <p14:xfrm>
              <a:off x="6321837" y="6079940"/>
              <a:ext cx="3960" cy="39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AFEC64D-50C9-481C-B79C-AA32633D508F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313197" y="6071300"/>
                <a:ext cx="216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E15A73A1-9CF0-45B3-AA5C-D5813FAAD525}"/>
                  </a:ext>
                </a:extLst>
              </p14:cNvPr>
              <p14:cNvContentPartPr/>
              <p14:nvPr/>
            </p14:nvContentPartPr>
            <p14:xfrm>
              <a:off x="6638997" y="5872220"/>
              <a:ext cx="141840" cy="3153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E15A73A1-9CF0-45B3-AA5C-D5813FAAD525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6629997" y="5863580"/>
                <a:ext cx="15948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4DF3BB55-91AC-4A3D-B276-4EDD364A54DE}"/>
                  </a:ext>
                </a:extLst>
              </p14:cNvPr>
              <p14:cNvContentPartPr/>
              <p14:nvPr/>
            </p14:nvContentPartPr>
            <p14:xfrm>
              <a:off x="6796317" y="5939180"/>
              <a:ext cx="182880" cy="35964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4DF3BB55-91AC-4A3D-B276-4EDD364A54DE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6787677" y="5930540"/>
                <a:ext cx="20052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59A83291-40A7-4EAC-A3CD-A6519501292D}"/>
                  </a:ext>
                </a:extLst>
              </p14:cNvPr>
              <p14:cNvContentPartPr/>
              <p14:nvPr/>
            </p14:nvContentPartPr>
            <p14:xfrm>
              <a:off x="7006197" y="5965100"/>
              <a:ext cx="181440" cy="3582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59A83291-40A7-4EAC-A3CD-A6519501292D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997557" y="5956100"/>
                <a:ext cx="19908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E2F4277D-C7DA-44F2-9443-739245CFE6F0}"/>
                  </a:ext>
                </a:extLst>
              </p14:cNvPr>
              <p14:cNvContentPartPr/>
              <p14:nvPr/>
            </p14:nvContentPartPr>
            <p14:xfrm>
              <a:off x="7306077" y="6316460"/>
              <a:ext cx="6120" cy="90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E2F4277D-C7DA-44F2-9443-739245CFE6F0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297437" y="6307820"/>
                <a:ext cx="2376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68CBF787-27BC-42B7-9568-86B4291EE49C}"/>
                  </a:ext>
                </a:extLst>
              </p14:cNvPr>
              <p14:cNvContentPartPr/>
              <p14:nvPr/>
            </p14:nvContentPartPr>
            <p14:xfrm>
              <a:off x="7471317" y="6078500"/>
              <a:ext cx="120960" cy="3182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68CBF787-27BC-42B7-9568-86B4291EE49C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462677" y="6069860"/>
                <a:ext cx="13860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E530380-B1F8-4E0B-87D5-5D99A9D01E71}"/>
                  </a:ext>
                </a:extLst>
              </p14:cNvPr>
              <p14:cNvContentPartPr/>
              <p14:nvPr/>
            </p14:nvContentPartPr>
            <p14:xfrm>
              <a:off x="7681557" y="6094340"/>
              <a:ext cx="150480" cy="40284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E530380-B1F8-4E0B-87D5-5D99A9D01E71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672557" y="6085700"/>
                <a:ext cx="168120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271FCAC9-C3C5-46D2-BEEA-FCB1C794BD7D}"/>
                  </a:ext>
                </a:extLst>
              </p14:cNvPr>
              <p14:cNvContentPartPr/>
              <p14:nvPr/>
            </p14:nvContentPartPr>
            <p14:xfrm>
              <a:off x="7000077" y="5985260"/>
              <a:ext cx="276840" cy="3866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271FCAC9-C3C5-46D2-BEEA-FCB1C794BD7D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991077" y="5976620"/>
                <a:ext cx="29448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564C81A-CF17-4A21-A51E-269EA3648EEE}"/>
                  </a:ext>
                </a:extLst>
              </p14:cNvPr>
              <p14:cNvContentPartPr/>
              <p14:nvPr/>
            </p14:nvContentPartPr>
            <p14:xfrm>
              <a:off x="7941117" y="6174260"/>
              <a:ext cx="242280" cy="3830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564C81A-CF17-4A21-A51E-269EA3648EEE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7932477" y="6165260"/>
                <a:ext cx="259920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072D0BB3-EF06-4B26-BE52-351247BC74B6}"/>
                  </a:ext>
                </a:extLst>
              </p14:cNvPr>
              <p14:cNvContentPartPr/>
              <p14:nvPr/>
            </p14:nvContentPartPr>
            <p14:xfrm>
              <a:off x="8170077" y="6540020"/>
              <a:ext cx="27000" cy="388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072D0BB3-EF06-4B26-BE52-351247BC74B6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161077" y="6531380"/>
                <a:ext cx="4464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2E8CEBF-023F-4D67-9B60-E188ABC176A5}"/>
                  </a:ext>
                </a:extLst>
              </p14:cNvPr>
              <p14:cNvContentPartPr/>
              <p14:nvPr/>
            </p14:nvContentPartPr>
            <p14:xfrm>
              <a:off x="8366277" y="6254900"/>
              <a:ext cx="157680" cy="3816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2E8CEBF-023F-4D67-9B60-E188ABC176A5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8357637" y="6246260"/>
                <a:ext cx="17532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09B2ACD1-EEC2-4AD9-8D31-43D8F4C4EFFA}"/>
                  </a:ext>
                </a:extLst>
              </p14:cNvPr>
              <p14:cNvContentPartPr/>
              <p14:nvPr/>
            </p14:nvContentPartPr>
            <p14:xfrm>
              <a:off x="8415237" y="6258140"/>
              <a:ext cx="720000" cy="4413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09B2ACD1-EEC2-4AD9-8D31-43D8F4C4EFFA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406597" y="6249500"/>
                <a:ext cx="73764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CAE6704-2CAD-46CE-AE0F-C07F9ACA6810}"/>
                  </a:ext>
                </a:extLst>
              </p14:cNvPr>
              <p14:cNvContentPartPr/>
              <p14:nvPr/>
            </p14:nvContentPartPr>
            <p14:xfrm>
              <a:off x="8877837" y="6468740"/>
              <a:ext cx="236880" cy="3117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CAE6704-2CAD-46CE-AE0F-C07F9ACA6810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869197" y="6459740"/>
                <a:ext cx="25452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15BE2C48-81A0-445D-B559-93325EDAECD4}"/>
                  </a:ext>
                </a:extLst>
              </p14:cNvPr>
              <p14:cNvContentPartPr/>
              <p14:nvPr/>
            </p14:nvContentPartPr>
            <p14:xfrm>
              <a:off x="9260877" y="6520580"/>
              <a:ext cx="191520" cy="1764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15BE2C48-81A0-445D-B559-93325EDAECD4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9251877" y="6511940"/>
                <a:ext cx="20916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361F2849-2059-4209-AC69-AD5201CE3886}"/>
                  </a:ext>
                </a:extLst>
              </p14:cNvPr>
              <p14:cNvContentPartPr/>
              <p14:nvPr/>
            </p14:nvContentPartPr>
            <p14:xfrm>
              <a:off x="9391557" y="6587540"/>
              <a:ext cx="60840" cy="21600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361F2849-2059-4209-AC69-AD5201CE3886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9382557" y="6578540"/>
                <a:ext cx="7848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1D237B42-1309-453D-8B95-B03D0BE4A3FB}"/>
                  </a:ext>
                </a:extLst>
              </p14:cNvPr>
              <p14:cNvContentPartPr/>
              <p14:nvPr/>
            </p14:nvContentPartPr>
            <p14:xfrm>
              <a:off x="10631037" y="5528780"/>
              <a:ext cx="353880" cy="107856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1D237B42-1309-453D-8B95-B03D0BE4A3FB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0622397" y="5519780"/>
                <a:ext cx="371520" cy="109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4DD83535-1029-4771-8CB7-9035E5C66DC4}"/>
              </a:ext>
            </a:extLst>
          </p:cNvPr>
          <p:cNvGrpSpPr/>
          <p:nvPr/>
        </p:nvGrpSpPr>
        <p:grpSpPr>
          <a:xfrm>
            <a:off x="7267197" y="3976460"/>
            <a:ext cx="1348560" cy="777960"/>
            <a:chOff x="7267197" y="3976460"/>
            <a:chExt cx="1348560" cy="77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A0C738C-364A-4CB8-B343-312E65A68F9C}"/>
                    </a:ext>
                  </a:extLst>
                </p14:cNvPr>
                <p14:cNvContentPartPr/>
                <p14:nvPr/>
              </p14:nvContentPartPr>
              <p14:xfrm>
                <a:off x="7267197" y="3976460"/>
                <a:ext cx="310320" cy="650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A0C738C-364A-4CB8-B343-312E65A68F9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258557" y="3967460"/>
                  <a:ext cx="327960" cy="66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7F9F284-CDF9-4B19-AAF5-BF45ECB70812}"/>
                    </a:ext>
                  </a:extLst>
                </p14:cNvPr>
                <p14:cNvContentPartPr/>
                <p14:nvPr/>
              </p14:nvContentPartPr>
              <p14:xfrm>
                <a:off x="7572837" y="4402340"/>
                <a:ext cx="89640" cy="274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7F9F284-CDF9-4B19-AAF5-BF45ECB7081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563837" y="4393340"/>
                  <a:ext cx="1072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FF1242F-41FD-4F65-A1B6-56BF204E71CF}"/>
                    </a:ext>
                  </a:extLst>
                </p14:cNvPr>
                <p14:cNvContentPartPr/>
                <p14:nvPr/>
              </p14:nvContentPartPr>
              <p14:xfrm>
                <a:off x="7738077" y="4401980"/>
                <a:ext cx="222840" cy="261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FF1242F-41FD-4F65-A1B6-56BF204E71C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729077" y="4392980"/>
                  <a:ext cx="2404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1E178B4-E551-4639-A62C-73D9E3798467}"/>
                    </a:ext>
                  </a:extLst>
                </p14:cNvPr>
                <p14:cNvContentPartPr/>
                <p14:nvPr/>
              </p14:nvContentPartPr>
              <p14:xfrm>
                <a:off x="8066757" y="4463900"/>
                <a:ext cx="88200" cy="220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1E178B4-E551-4639-A62C-73D9E379846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057757" y="4455260"/>
                  <a:ext cx="1058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C04B924-9414-4443-B220-E8128FB986F6}"/>
                    </a:ext>
                  </a:extLst>
                </p14:cNvPr>
                <p14:cNvContentPartPr/>
                <p14:nvPr/>
              </p14:nvContentPartPr>
              <p14:xfrm>
                <a:off x="8303277" y="4199660"/>
                <a:ext cx="312480" cy="554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C04B924-9414-4443-B220-E8128FB986F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294277" y="4190660"/>
                  <a:ext cx="33012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3A9F8CA-4834-4F3A-A0C4-7D8C129973D3}"/>
                    </a:ext>
                  </a:extLst>
                </p14:cNvPr>
                <p14:cNvContentPartPr/>
                <p14:nvPr/>
              </p14:nvContentPartPr>
              <p14:xfrm>
                <a:off x="8226237" y="4292180"/>
                <a:ext cx="360" cy="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3A9F8CA-4834-4F3A-A0C4-7D8C129973D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217597" y="42835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86B9B09-E7B8-46E2-BFD0-765FA96CFF25}"/>
                    </a:ext>
                  </a:extLst>
                </p14:cNvPr>
                <p14:cNvContentPartPr/>
                <p14:nvPr/>
              </p14:nvContentPartPr>
              <p14:xfrm>
                <a:off x="7658517" y="4287140"/>
                <a:ext cx="17640" cy="5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86B9B09-E7B8-46E2-BFD0-765FA96CFF2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649517" y="4278500"/>
                  <a:ext cx="35280" cy="2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92814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A88E61-B6D4-4C11-A41E-38939B374C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16"/>
          <a:stretch/>
        </p:blipFill>
        <p:spPr>
          <a:xfrm>
            <a:off x="20" y="10"/>
            <a:ext cx="12191980" cy="4571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40CA114-B78B-4E3B-A785-96745276B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457"/>
            <a:ext cx="12192000" cy="22855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FD27A-1A2D-47B6-809F-A8F5200AB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6" y="5091762"/>
            <a:ext cx="7834193" cy="12645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/>
              <a:t>Install Nodemon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43A09-18C2-483C-B962-6419A7858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9107" y="5091763"/>
            <a:ext cx="2974207" cy="12645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/>
              <a:t>Saves you having to restart every time you change code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26E481-B945-4179-BD79-05E96E9B2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191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6F564-9E9C-4028-AA50-4108737EE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Simple Module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3E489-299E-40F6-9F3A-85D68F4BA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339AA6-3969-421E-8E38-6D79CDB0F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679301" cy="46672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26BFF98-7B65-45D9-8E99-BE3696E69561}"/>
                  </a:ext>
                </a:extLst>
              </p14:cNvPr>
              <p14:cNvContentPartPr/>
              <p14:nvPr/>
            </p14:nvContentPartPr>
            <p14:xfrm>
              <a:off x="2348517" y="4931900"/>
              <a:ext cx="539640" cy="774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26BFF98-7B65-45D9-8E99-BE3696E695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39877" y="4923260"/>
                <a:ext cx="557280" cy="79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1419829-3B82-4158-8A1F-57EA043422E1}"/>
                  </a:ext>
                </a:extLst>
              </p14:cNvPr>
              <p14:cNvContentPartPr/>
              <p14:nvPr/>
            </p14:nvContentPartPr>
            <p14:xfrm>
              <a:off x="1800237" y="6192620"/>
              <a:ext cx="1107720" cy="225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1419829-3B82-4158-8A1F-57EA043422E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91597" y="6183980"/>
                <a:ext cx="1125360" cy="24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FC899ABC-01C0-4144-891B-F428D9F07A16}"/>
              </a:ext>
            </a:extLst>
          </p:cNvPr>
          <p:cNvGrpSpPr/>
          <p:nvPr/>
        </p:nvGrpSpPr>
        <p:grpSpPr>
          <a:xfrm>
            <a:off x="1512957" y="4736420"/>
            <a:ext cx="4951080" cy="1952640"/>
            <a:chOff x="1512957" y="4736420"/>
            <a:chExt cx="4951080" cy="195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AB11B8C-3B46-418A-AC51-7EAF96B5C823}"/>
                    </a:ext>
                  </a:extLst>
                </p14:cNvPr>
                <p14:cNvContentPartPr/>
                <p14:nvPr/>
              </p14:nvContentPartPr>
              <p14:xfrm>
                <a:off x="1512957" y="5732900"/>
                <a:ext cx="1125000" cy="443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AB11B8C-3B46-418A-AC51-7EAF96B5C82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04317" y="5724260"/>
                  <a:ext cx="114264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CE06361-D72F-4488-A214-357013459F3E}"/>
                    </a:ext>
                  </a:extLst>
                </p14:cNvPr>
                <p14:cNvContentPartPr/>
                <p14:nvPr/>
              </p14:nvContentPartPr>
              <p14:xfrm>
                <a:off x="3016677" y="4736420"/>
                <a:ext cx="156240" cy="327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CE06361-D72F-4488-A214-357013459F3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007677" y="4727780"/>
                  <a:ext cx="17388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147A6C7-160C-4A32-8DB9-3B7789847403}"/>
                    </a:ext>
                  </a:extLst>
                </p14:cNvPr>
                <p14:cNvContentPartPr/>
                <p14:nvPr/>
              </p14:nvContentPartPr>
              <p14:xfrm>
                <a:off x="3186237" y="4788620"/>
                <a:ext cx="150120" cy="300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147A6C7-160C-4A32-8DB9-3B778984740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177237" y="4779620"/>
                  <a:ext cx="1677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4D023A5-1997-4E58-8A02-EE2AD6A295BE}"/>
                    </a:ext>
                  </a:extLst>
                </p14:cNvPr>
                <p14:cNvContentPartPr/>
                <p14:nvPr/>
              </p14:nvContentPartPr>
              <p14:xfrm>
                <a:off x="3377037" y="4804100"/>
                <a:ext cx="260280" cy="221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4D023A5-1997-4E58-8A02-EE2AD6A295B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68037" y="4795100"/>
                  <a:ext cx="2779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A6FBCBD-BE5E-49BD-9CEC-27C0EB79E3C9}"/>
                    </a:ext>
                  </a:extLst>
                </p14:cNvPr>
                <p14:cNvContentPartPr/>
                <p14:nvPr/>
              </p14:nvContentPartPr>
              <p14:xfrm>
                <a:off x="2882037" y="5148980"/>
                <a:ext cx="226440" cy="375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A6FBCBD-BE5E-49BD-9CEC-27C0EB79E3C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873037" y="5140340"/>
                  <a:ext cx="24408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2CFFFCB-C00F-4AB5-B17F-274ED85F501C}"/>
                    </a:ext>
                  </a:extLst>
                </p14:cNvPr>
                <p14:cNvContentPartPr/>
                <p14:nvPr/>
              </p14:nvContentPartPr>
              <p14:xfrm>
                <a:off x="2969157" y="5353820"/>
                <a:ext cx="90720" cy="6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2CFFFCB-C00F-4AB5-B17F-274ED85F501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960517" y="5345180"/>
                  <a:ext cx="108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7F4BFBB-C8A2-4A93-BA43-1C61F2F98913}"/>
                    </a:ext>
                  </a:extLst>
                </p14:cNvPr>
                <p14:cNvContentPartPr/>
                <p14:nvPr/>
              </p14:nvContentPartPr>
              <p14:xfrm>
                <a:off x="3166797" y="5251580"/>
                <a:ext cx="74160" cy="176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7F4BFBB-C8A2-4A93-BA43-1C61F2F9891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57797" y="5242580"/>
                  <a:ext cx="918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3481757-BD82-4358-9C00-CD3F4C5E4865}"/>
                    </a:ext>
                  </a:extLst>
                </p14:cNvPr>
                <p14:cNvContentPartPr/>
                <p14:nvPr/>
              </p14:nvContentPartPr>
              <p14:xfrm>
                <a:off x="3287037" y="5143580"/>
                <a:ext cx="104040" cy="311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3481757-BD82-4358-9C00-CD3F4C5E486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78037" y="5134940"/>
                  <a:ext cx="1216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067B8CC-F498-4F8E-AB83-819C6EC31E37}"/>
                    </a:ext>
                  </a:extLst>
                </p14:cNvPr>
                <p14:cNvContentPartPr/>
                <p14:nvPr/>
              </p14:nvContentPartPr>
              <p14:xfrm>
                <a:off x="3474957" y="5204420"/>
                <a:ext cx="123480" cy="290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067B8CC-F498-4F8E-AB83-819C6EC31E3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466317" y="5195780"/>
                  <a:ext cx="1411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F946679-826F-4B2B-A5BC-B5702D862417}"/>
                    </a:ext>
                  </a:extLst>
                </p14:cNvPr>
                <p14:cNvContentPartPr/>
                <p14:nvPr/>
              </p14:nvContentPartPr>
              <p14:xfrm>
                <a:off x="3670437" y="5361740"/>
                <a:ext cx="72720" cy="147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F946679-826F-4B2B-A5BC-B5702D86241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661437" y="5353100"/>
                  <a:ext cx="903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7E1F69-EB02-4C32-BDEA-C86E5603C33A}"/>
                    </a:ext>
                  </a:extLst>
                </p14:cNvPr>
                <p14:cNvContentPartPr/>
                <p14:nvPr/>
              </p14:nvContentPartPr>
              <p14:xfrm>
                <a:off x="3780957" y="5363180"/>
                <a:ext cx="117360" cy="168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7E1F69-EB02-4C32-BDEA-C86E5603C33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772317" y="5354540"/>
                  <a:ext cx="1350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27667D9-589E-4B24-BA86-0ACD5B58F8B8}"/>
                    </a:ext>
                  </a:extLst>
                </p14:cNvPr>
                <p14:cNvContentPartPr/>
                <p14:nvPr/>
              </p14:nvContentPartPr>
              <p14:xfrm>
                <a:off x="3559197" y="5971580"/>
                <a:ext cx="181080" cy="279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27667D9-589E-4B24-BA86-0ACD5B58F8B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550557" y="5962580"/>
                  <a:ext cx="1987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21888F6-4D29-4C6E-831F-AA05685C223A}"/>
                    </a:ext>
                  </a:extLst>
                </p14:cNvPr>
                <p14:cNvContentPartPr/>
                <p14:nvPr/>
              </p14:nvContentPartPr>
              <p14:xfrm>
                <a:off x="3790677" y="5998940"/>
                <a:ext cx="132480" cy="258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21888F6-4D29-4C6E-831F-AA05685C223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782037" y="5989940"/>
                  <a:ext cx="1501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F914701-CA9E-44F2-92B4-7EC027B8BB59}"/>
                    </a:ext>
                  </a:extLst>
                </p14:cNvPr>
                <p14:cNvContentPartPr/>
                <p14:nvPr/>
              </p14:nvContentPartPr>
              <p14:xfrm>
                <a:off x="4013877" y="6003980"/>
                <a:ext cx="263880" cy="183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F914701-CA9E-44F2-92B4-7EC027B8BB5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005237" y="5994980"/>
                  <a:ext cx="2815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F890DC1-1EF4-45A5-90B4-D4C6B9CF2108}"/>
                    </a:ext>
                  </a:extLst>
                </p14:cNvPr>
                <p14:cNvContentPartPr/>
                <p14:nvPr/>
              </p14:nvContentPartPr>
              <p14:xfrm>
                <a:off x="3497637" y="6329420"/>
                <a:ext cx="245520" cy="291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F890DC1-1EF4-45A5-90B4-D4C6B9CF210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88637" y="6320780"/>
                  <a:ext cx="26316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58BF2D7-EDAB-42FE-B9F2-37D28A439F37}"/>
                    </a:ext>
                  </a:extLst>
                </p14:cNvPr>
                <p14:cNvContentPartPr/>
                <p14:nvPr/>
              </p14:nvContentPartPr>
              <p14:xfrm>
                <a:off x="3616077" y="6503300"/>
                <a:ext cx="161280" cy="32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58BF2D7-EDAB-42FE-B9F2-37D28A439F3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607437" y="6494660"/>
                  <a:ext cx="1789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90B1211-F7C3-431B-BC05-DB4FD0162537}"/>
                    </a:ext>
                  </a:extLst>
                </p14:cNvPr>
                <p14:cNvContentPartPr/>
                <p14:nvPr/>
              </p14:nvContentPartPr>
              <p14:xfrm>
                <a:off x="3788517" y="6467300"/>
                <a:ext cx="33480" cy="128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90B1211-F7C3-431B-BC05-DB4FD016253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779877" y="6458660"/>
                  <a:ext cx="511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3379E2E-36A6-4DB1-87E3-12421C1DB2B0}"/>
                    </a:ext>
                  </a:extLst>
                </p14:cNvPr>
                <p14:cNvContentPartPr/>
                <p14:nvPr/>
              </p14:nvContentPartPr>
              <p14:xfrm>
                <a:off x="3859077" y="6384860"/>
                <a:ext cx="11880" cy="1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3379E2E-36A6-4DB1-87E3-12421C1DB2B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850437" y="6375860"/>
                  <a:ext cx="295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041F267-77E4-454D-B990-17B4B2F2E8F7}"/>
                    </a:ext>
                  </a:extLst>
                </p14:cNvPr>
                <p14:cNvContentPartPr/>
                <p14:nvPr/>
              </p14:nvContentPartPr>
              <p14:xfrm>
                <a:off x="3942237" y="6291980"/>
                <a:ext cx="275040" cy="397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041F267-77E4-454D-B990-17B4B2F2E8F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933597" y="6283340"/>
                  <a:ext cx="29268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09C88D5-FD11-44F6-836D-90929DB9F928}"/>
                    </a:ext>
                  </a:extLst>
                </p14:cNvPr>
                <p14:cNvContentPartPr/>
                <p14:nvPr/>
              </p14:nvContentPartPr>
              <p14:xfrm>
                <a:off x="3049797" y="6240140"/>
                <a:ext cx="424440" cy="11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09C88D5-FD11-44F6-836D-90929DB9F92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040797" y="6231500"/>
                  <a:ext cx="4420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8A24FD8-086D-4ABA-98EF-2FCFEA662962}"/>
                    </a:ext>
                  </a:extLst>
                </p14:cNvPr>
                <p14:cNvContentPartPr/>
                <p14:nvPr/>
              </p14:nvContentPartPr>
              <p14:xfrm>
                <a:off x="3082917" y="6171020"/>
                <a:ext cx="85680" cy="201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8A24FD8-086D-4ABA-98EF-2FCFEA66296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074277" y="6162020"/>
                  <a:ext cx="1033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DB34EFB-B905-434D-8AE1-7BAE560F1F83}"/>
                    </a:ext>
                  </a:extLst>
                </p14:cNvPr>
                <p14:cNvContentPartPr/>
                <p14:nvPr/>
              </p14:nvContentPartPr>
              <p14:xfrm>
                <a:off x="4325637" y="5353820"/>
                <a:ext cx="1922760" cy="1059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DB34EFB-B905-434D-8AE1-7BAE560F1F8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316637" y="5345180"/>
                  <a:ext cx="1940400" cy="10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8A9E3F9-FACC-4191-9E84-401B4D39D98D}"/>
                    </a:ext>
                  </a:extLst>
                </p14:cNvPr>
                <p14:cNvContentPartPr/>
                <p14:nvPr/>
              </p14:nvContentPartPr>
              <p14:xfrm>
                <a:off x="6005037" y="5236820"/>
                <a:ext cx="459000" cy="417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8A9E3F9-FACC-4191-9E84-401B4D39D98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996037" y="5227820"/>
                  <a:ext cx="476640" cy="43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BE6031D-3F07-4BF9-AF51-D2DA520BE0EE}"/>
                  </a:ext>
                </a:extLst>
              </p14:cNvPr>
              <p14:cNvContentPartPr/>
              <p14:nvPr/>
            </p14:nvContentPartPr>
            <p14:xfrm>
              <a:off x="7082157" y="2062340"/>
              <a:ext cx="1409040" cy="4255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BE6031D-3F07-4BF9-AF51-D2DA520BE0EE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073157" y="2053700"/>
                <a:ext cx="1426680" cy="44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766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AD2E-92A9-489C-B399-4FDB230A3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Update /config/config.js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7489F-6C55-4655-9029-154E25CD8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0D9E8E-909C-432A-BC61-9C3E91004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8"/>
            <a:ext cx="10988701" cy="302722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C4CEB70-E2BA-43EB-B583-C14E57C4970E}"/>
              </a:ext>
            </a:extLst>
          </p:cNvPr>
          <p:cNvGrpSpPr/>
          <p:nvPr/>
        </p:nvGrpSpPr>
        <p:grpSpPr>
          <a:xfrm>
            <a:off x="4670157" y="2205980"/>
            <a:ext cx="2924640" cy="1841400"/>
            <a:chOff x="4670157" y="2205980"/>
            <a:chExt cx="2924640" cy="184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28CF1B8-7E08-4DC4-B292-8B9ACA01C13F}"/>
                    </a:ext>
                  </a:extLst>
                </p14:cNvPr>
                <p14:cNvContentPartPr/>
                <p14:nvPr/>
              </p14:nvContentPartPr>
              <p14:xfrm>
                <a:off x="4670157" y="2964500"/>
                <a:ext cx="1766520" cy="1082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28CF1B8-7E08-4DC4-B292-8B9ACA01C13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61157" y="2955860"/>
                  <a:ext cx="1784160" cy="11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1AD7308-DC93-4446-8DB7-6E18CCE6E637}"/>
                    </a:ext>
                  </a:extLst>
                </p14:cNvPr>
                <p14:cNvContentPartPr/>
                <p14:nvPr/>
              </p14:nvContentPartPr>
              <p14:xfrm>
                <a:off x="6317517" y="2832740"/>
                <a:ext cx="353880" cy="226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1AD7308-DC93-4446-8DB7-6E18CCE6E63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308877" y="2824100"/>
                  <a:ext cx="3715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F99E947-7326-4223-ABB6-DAF3E84A6D29}"/>
                    </a:ext>
                  </a:extLst>
                </p14:cNvPr>
                <p14:cNvContentPartPr/>
                <p14:nvPr/>
              </p14:nvContentPartPr>
              <p14:xfrm>
                <a:off x="7072797" y="2205980"/>
                <a:ext cx="522000" cy="1206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F99E947-7326-4223-ABB6-DAF3E84A6D2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063797" y="2197340"/>
                  <a:ext cx="539640" cy="122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4C43761-B096-462A-B429-B56766BE50EA}"/>
              </a:ext>
            </a:extLst>
          </p:cNvPr>
          <p:cNvGrpSpPr/>
          <p:nvPr/>
        </p:nvGrpSpPr>
        <p:grpSpPr>
          <a:xfrm>
            <a:off x="5129877" y="1995020"/>
            <a:ext cx="1499400" cy="591840"/>
            <a:chOff x="5129877" y="1995020"/>
            <a:chExt cx="1499400" cy="59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94A17D8-05CE-47ED-8564-03E78C2230E6}"/>
                    </a:ext>
                  </a:extLst>
                </p14:cNvPr>
                <p14:cNvContentPartPr/>
                <p14:nvPr/>
              </p14:nvContentPartPr>
              <p14:xfrm>
                <a:off x="5129877" y="2189780"/>
                <a:ext cx="161640" cy="239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94A17D8-05CE-47ED-8564-03E78C2230E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20877" y="2180780"/>
                  <a:ext cx="1792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5C181B8-6571-4213-A656-6138D8A88E25}"/>
                    </a:ext>
                  </a:extLst>
                </p14:cNvPr>
                <p14:cNvContentPartPr/>
                <p14:nvPr/>
              </p14:nvContentPartPr>
              <p14:xfrm>
                <a:off x="5389077" y="1998620"/>
                <a:ext cx="154440" cy="420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5C181B8-6571-4213-A656-6138D8A88E2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380437" y="1989620"/>
                  <a:ext cx="17208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5973FBB-636B-4BE7-90F3-A06F356B5F04}"/>
                    </a:ext>
                  </a:extLst>
                </p14:cNvPr>
                <p14:cNvContentPartPr/>
                <p14:nvPr/>
              </p14:nvContentPartPr>
              <p14:xfrm>
                <a:off x="5628837" y="2032820"/>
                <a:ext cx="180000" cy="419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5973FBB-636B-4BE7-90F3-A06F356B5F0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20197" y="2024180"/>
                  <a:ext cx="19764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D2E0FD2-59EB-46FD-B4D9-A42C5E2807F4}"/>
                    </a:ext>
                  </a:extLst>
                </p14:cNvPr>
                <p14:cNvContentPartPr/>
                <p14:nvPr/>
              </p14:nvContentPartPr>
              <p14:xfrm>
                <a:off x="5938797" y="1995020"/>
                <a:ext cx="177120" cy="502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D2E0FD2-59EB-46FD-B4D9-A42C5E2807F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929797" y="1986020"/>
                  <a:ext cx="19476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7F72D58-29E5-408F-9FE4-3964CF985F75}"/>
                    </a:ext>
                  </a:extLst>
                </p14:cNvPr>
                <p14:cNvContentPartPr/>
                <p14:nvPr/>
              </p14:nvContentPartPr>
              <p14:xfrm>
                <a:off x="5967597" y="2204180"/>
                <a:ext cx="150480" cy="71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7F72D58-29E5-408F-9FE4-3964CF985F7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58597" y="2195180"/>
                  <a:ext cx="1681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AF4A43D-B99D-439C-9111-880051D92E46}"/>
                    </a:ext>
                  </a:extLst>
                </p14:cNvPr>
                <p14:cNvContentPartPr/>
                <p14:nvPr/>
              </p14:nvContentPartPr>
              <p14:xfrm>
                <a:off x="6090357" y="2128940"/>
                <a:ext cx="180720" cy="411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AF4A43D-B99D-439C-9111-880051D92E4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081717" y="2119940"/>
                  <a:ext cx="19836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10CAAAC-9C94-47D2-83EE-92695749894B}"/>
                    </a:ext>
                  </a:extLst>
                </p14:cNvPr>
                <p14:cNvContentPartPr/>
                <p14:nvPr/>
              </p14:nvContentPartPr>
              <p14:xfrm>
                <a:off x="6331197" y="2377340"/>
                <a:ext cx="51480" cy="165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10CAAAC-9C94-47D2-83EE-92695749894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322557" y="2368340"/>
                  <a:ext cx="691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3BB1364-A0BB-44E0-9586-CEA25E535DA9}"/>
                    </a:ext>
                  </a:extLst>
                </p14:cNvPr>
                <p14:cNvContentPartPr/>
                <p14:nvPr/>
              </p14:nvContentPartPr>
              <p14:xfrm>
                <a:off x="6487437" y="2331980"/>
                <a:ext cx="141840" cy="254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3BB1364-A0BB-44E0-9586-CEA25E535DA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478437" y="2323340"/>
                  <a:ext cx="1594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36EE18E-8E47-494E-8E54-D9C2E93BA05E}"/>
                    </a:ext>
                  </a:extLst>
                </p14:cNvPr>
                <p14:cNvContentPartPr/>
                <p14:nvPr/>
              </p14:nvContentPartPr>
              <p14:xfrm>
                <a:off x="6462237" y="2260700"/>
                <a:ext cx="6120" cy="19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36EE18E-8E47-494E-8E54-D9C2E93BA05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53237" y="2252060"/>
                  <a:ext cx="23760" cy="37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37741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64B25-F034-46BC-9DDE-61801E3AB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It!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CF8E5-E2C0-4F40-9703-3488335D4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AEC28F-BCE6-4329-8E2E-14BBAA9BF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1728787"/>
            <a:ext cx="11830050" cy="34004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AFB573A-8332-40F7-8C7D-B931B8AF497E}"/>
                  </a:ext>
                </a:extLst>
              </p14:cNvPr>
              <p14:cNvContentPartPr/>
              <p14:nvPr/>
            </p14:nvContentPartPr>
            <p14:xfrm>
              <a:off x="8789277" y="1525940"/>
              <a:ext cx="3386520" cy="1950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AFB573A-8332-40F7-8C7D-B931B8AF49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80277" y="1517300"/>
                <a:ext cx="3404160" cy="196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0467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52DC2-2370-4E82-BAE3-7C17D8DD2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Enhance the Module: Get data from M5 buoy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9055F-F90C-4783-BCF1-F0EF9D194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Include URL and pull in </a:t>
            </a:r>
            <a:r>
              <a:rPr lang="en-GB" dirty="0" err="1"/>
              <a:t>css</a:t>
            </a:r>
            <a:r>
              <a:rPr lang="en-GB" dirty="0"/>
              <a:t> style sheet </a:t>
            </a:r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BB050B-882F-4243-ACD1-235D372AE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78627"/>
            <a:ext cx="5676900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511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D8FE4-E580-4A2A-B51B-590CA50B7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Enhance the Module: Get data from M5 buoy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F6D4E-5B74-45EA-8F2A-3E40711D5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Specify Start function that requests M5 data every 5 seconds</a:t>
            </a:r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4DB5D7-DE1C-4552-A149-E61C4C310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04" y="2490872"/>
            <a:ext cx="9589274" cy="426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189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F23AE-68D6-45CA-B2CD-05D1FB0FF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Enhance the Module: Get data from M5 buoy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7A4CC-228C-4D00-92E1-770276214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Update </a:t>
            </a:r>
            <a:r>
              <a:rPr lang="en-GB" dirty="0" err="1"/>
              <a:t>getDom</a:t>
            </a:r>
            <a:r>
              <a:rPr lang="en-GB" dirty="0"/>
              <a:t> function to check for temperature and display </a:t>
            </a:r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7D0092-3548-4ABA-9F75-CE0B7924B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4" y="2334418"/>
            <a:ext cx="9912942" cy="424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316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110</Words>
  <Application>Microsoft Office PowerPoint</Application>
  <PresentationFormat>Widescreen</PresentationFormat>
  <Paragraphs>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Tw Cen MT</vt:lpstr>
      <vt:lpstr>Office Theme</vt:lpstr>
      <vt:lpstr>Magic Mirror Module</vt:lpstr>
      <vt:lpstr>What we’ll make…</vt:lpstr>
      <vt:lpstr>1. Clone and Install Magic Mirror</vt:lpstr>
      <vt:lpstr>Update /config.config.js</vt:lpstr>
      <vt:lpstr>Install Nodemon</vt:lpstr>
      <vt:lpstr>Create Simple Module</vt:lpstr>
      <vt:lpstr>Update /config/config.js</vt:lpstr>
      <vt:lpstr>Test It!</vt:lpstr>
      <vt:lpstr>Enhance the Module: Get data from M5 buoy</vt:lpstr>
      <vt:lpstr>Enhance the Module: Get data from M5 buoy</vt:lpstr>
      <vt:lpstr>Enhance the Module: Get data from M5 buoy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Magic Mirror Module</dc:title>
  <dc:creator>Frank X Walsh</dc:creator>
  <cp:lastModifiedBy>Frank X Walsh</cp:lastModifiedBy>
  <cp:revision>3</cp:revision>
  <dcterms:created xsi:type="dcterms:W3CDTF">2020-03-26T16:15:00Z</dcterms:created>
  <dcterms:modified xsi:type="dcterms:W3CDTF">2020-03-26T17:37:02Z</dcterms:modified>
</cp:coreProperties>
</file>